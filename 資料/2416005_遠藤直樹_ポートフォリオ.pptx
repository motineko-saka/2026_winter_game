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media/image38.jpg" ContentType="image/jpg"/>
  <Override PartName="/ppt/media/image78.jpg" ContentType="image/jpg"/>
  <Override PartName="/ppt/media/image79.jpg" ContentType="image/jpg"/>
  <Override PartName="/ppt/media/image80.jpg" ContentType="image/jpg"/>
  <Override PartName="/ppt/media/image81.jpg" ContentType="image/jpg"/>
  <Override PartName="/ppt/media/image82.jpg" ContentType="image/jpg"/>
  <Override PartName="/ppt/media/image83.jpg" ContentType="image/jpg"/>
  <Override PartName="/ppt/media/image84.jpg" ContentType="image/jpg"/>
  <Override PartName="/ppt/media/image85.jpg" ContentType="image/jpg"/>
  <Override PartName="/ppt/media/image86.jpg" ContentType="image/jpg"/>
  <Override PartName="/ppt/media/image109.jpg" ContentType="image/jpg"/>
  <Override PartName="/ppt/media/image136.jpg" ContentType="image/jpg"/>
  <Override PartName="/ppt/media/image137.jpg" ContentType="image/jpg"/>
  <Override PartName="/ppt/media/image148.jpg" ContentType="image/jp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273" r:id="rId3"/>
    <p:sldId id="258" r:id="rId4"/>
    <p:sldId id="274" r:id="rId5"/>
    <p:sldId id="272" r:id="rId6"/>
    <p:sldId id="275" r:id="rId7"/>
    <p:sldId id="263" r:id="rId8"/>
    <p:sldId id="269" r:id="rId9"/>
    <p:sldId id="270" r:id="rId10"/>
    <p:sldId id="271" r:id="rId11"/>
    <p:sldId id="261" r:id="rId12"/>
    <p:sldId id="257" r:id="rId13"/>
    <p:sldId id="268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3168D0B8-7EFD-400A-8560-03B45B48AA6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F8A13C9-ACD5-41D8-A6FC-0F7AD0C368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A800E0-7F93-4E04-9034-F0D456903482}" type="datetimeFigureOut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A35ED71-BD14-4A1B-B99F-A3765A8B8F0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186A21E-A522-4FB7-BEE2-D137458BD8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3A150A-70BB-4887-8D81-2CA4422D7C8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1993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7ABCC5-F418-4D7D-B382-008642502C0E}" type="datetimeFigureOut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0EE28F-CF83-47BA-A173-7882467DB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236227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ja-JP" altLang="en-US"/>
          </a:p>
        </p:txBody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F18F4013-A974-40A8-9DA5-7E476F3D63F2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21405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4E3F-7F20-4921-939C-82216558EEFE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3937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7BCE2B35-7878-40C1-8719-F4878FE16437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05318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E78A5-5992-4369-8F0E-81890D1D7373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397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FD8DAA-BAFA-4263-B526-FEFD25E2C55A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2693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82841-6EB6-4974-9429-745B1875D19F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037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BE259-6DBC-47EE-A601-CA0ED7746718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872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C0406-432A-4302-9B53-0C881976C687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kumimoji="1" lang="ja-JP" alt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16700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916A03CA-FC8E-4CDA-8B19-D0D77279B0BD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03003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09B5-BD15-4F78-9A0B-1C152D85405B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5968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45886-EC3B-43E1-9C8D-22FDF2DEF294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4248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897AAC-4453-4C0C-B353-5DC40D279ACD}" type="datetime1">
              <a:rPr lang="ja-JP" altLang="en-US" smtClean="0"/>
              <a:t>2026/10/29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87551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F6916A9-F0A6-482B-A581-4DB7B4BE965A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9454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3" Type="http://schemas.openxmlformats.org/officeDocument/2006/relationships/image" Target="../media/image17.png"/><Relationship Id="rId21" Type="http://schemas.openxmlformats.org/officeDocument/2006/relationships/image" Target="../media/image35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image" Target="../media/image16.png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23" Type="http://schemas.openxmlformats.org/officeDocument/2006/relationships/image" Target="../media/image37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Relationship Id="rId22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62.png"/><Relationship Id="rId21" Type="http://schemas.openxmlformats.org/officeDocument/2006/relationships/image" Target="../media/image57.png"/><Relationship Id="rId42" Type="http://schemas.openxmlformats.org/officeDocument/2006/relationships/image" Target="../media/image78.jpg"/><Relationship Id="rId47" Type="http://schemas.openxmlformats.org/officeDocument/2006/relationships/image" Target="../media/image83.jpg"/><Relationship Id="rId63" Type="http://schemas.openxmlformats.org/officeDocument/2006/relationships/image" Target="../media/image99.png"/><Relationship Id="rId68" Type="http://schemas.openxmlformats.org/officeDocument/2006/relationships/image" Target="../media/image104.png"/><Relationship Id="rId7" Type="http://schemas.openxmlformats.org/officeDocument/2006/relationships/image" Target="../media/image43.png"/><Relationship Id="rId71" Type="http://schemas.openxmlformats.org/officeDocument/2006/relationships/image" Target="../media/image107.png"/><Relationship Id="rId2" Type="http://schemas.openxmlformats.org/officeDocument/2006/relationships/image" Target="../media/image38.jpg"/><Relationship Id="rId16" Type="http://schemas.openxmlformats.org/officeDocument/2006/relationships/image" Target="../media/image52.png"/><Relationship Id="rId29" Type="http://schemas.openxmlformats.org/officeDocument/2006/relationships/image" Target="../media/image65.png"/><Relationship Id="rId11" Type="http://schemas.openxmlformats.org/officeDocument/2006/relationships/image" Target="../media/image47.png"/><Relationship Id="rId24" Type="http://schemas.openxmlformats.org/officeDocument/2006/relationships/image" Target="../media/image60.png"/><Relationship Id="rId32" Type="http://schemas.openxmlformats.org/officeDocument/2006/relationships/image" Target="../media/image68.png"/><Relationship Id="rId37" Type="http://schemas.openxmlformats.org/officeDocument/2006/relationships/image" Target="../media/image73.png"/><Relationship Id="rId40" Type="http://schemas.openxmlformats.org/officeDocument/2006/relationships/image" Target="../media/image76.png"/><Relationship Id="rId45" Type="http://schemas.openxmlformats.org/officeDocument/2006/relationships/image" Target="../media/image81.jpg"/><Relationship Id="rId53" Type="http://schemas.openxmlformats.org/officeDocument/2006/relationships/image" Target="../media/image89.png"/><Relationship Id="rId58" Type="http://schemas.openxmlformats.org/officeDocument/2006/relationships/image" Target="../media/image94.png"/><Relationship Id="rId66" Type="http://schemas.openxmlformats.org/officeDocument/2006/relationships/image" Target="../media/image102.png"/><Relationship Id="rId5" Type="http://schemas.openxmlformats.org/officeDocument/2006/relationships/image" Target="../media/image41.png"/><Relationship Id="rId61" Type="http://schemas.openxmlformats.org/officeDocument/2006/relationships/image" Target="../media/image97.png"/><Relationship Id="rId19" Type="http://schemas.openxmlformats.org/officeDocument/2006/relationships/image" Target="../media/image55.png"/><Relationship Id="rId14" Type="http://schemas.openxmlformats.org/officeDocument/2006/relationships/image" Target="../media/image50.png"/><Relationship Id="rId22" Type="http://schemas.openxmlformats.org/officeDocument/2006/relationships/image" Target="../media/image58.png"/><Relationship Id="rId27" Type="http://schemas.openxmlformats.org/officeDocument/2006/relationships/image" Target="../media/image63.png"/><Relationship Id="rId30" Type="http://schemas.openxmlformats.org/officeDocument/2006/relationships/image" Target="../media/image66.png"/><Relationship Id="rId35" Type="http://schemas.openxmlformats.org/officeDocument/2006/relationships/image" Target="../media/image71.png"/><Relationship Id="rId43" Type="http://schemas.openxmlformats.org/officeDocument/2006/relationships/image" Target="../media/image79.jpg"/><Relationship Id="rId48" Type="http://schemas.openxmlformats.org/officeDocument/2006/relationships/image" Target="../media/image84.jpg"/><Relationship Id="rId56" Type="http://schemas.openxmlformats.org/officeDocument/2006/relationships/image" Target="../media/image92.png"/><Relationship Id="rId64" Type="http://schemas.openxmlformats.org/officeDocument/2006/relationships/image" Target="../media/image100.png"/><Relationship Id="rId69" Type="http://schemas.openxmlformats.org/officeDocument/2006/relationships/image" Target="../media/image105.png"/><Relationship Id="rId8" Type="http://schemas.openxmlformats.org/officeDocument/2006/relationships/image" Target="../media/image44.png"/><Relationship Id="rId51" Type="http://schemas.openxmlformats.org/officeDocument/2006/relationships/image" Target="../media/image87.png"/><Relationship Id="rId72" Type="http://schemas.openxmlformats.org/officeDocument/2006/relationships/image" Target="../media/image108.png"/><Relationship Id="rId3" Type="http://schemas.openxmlformats.org/officeDocument/2006/relationships/image" Target="../media/image39.png"/><Relationship Id="rId12" Type="http://schemas.openxmlformats.org/officeDocument/2006/relationships/image" Target="../media/image48.png"/><Relationship Id="rId17" Type="http://schemas.openxmlformats.org/officeDocument/2006/relationships/image" Target="../media/image53.png"/><Relationship Id="rId25" Type="http://schemas.openxmlformats.org/officeDocument/2006/relationships/image" Target="../media/image61.png"/><Relationship Id="rId33" Type="http://schemas.openxmlformats.org/officeDocument/2006/relationships/image" Target="../media/image69.png"/><Relationship Id="rId38" Type="http://schemas.openxmlformats.org/officeDocument/2006/relationships/image" Target="../media/image74.png"/><Relationship Id="rId46" Type="http://schemas.openxmlformats.org/officeDocument/2006/relationships/image" Target="../media/image82.jpg"/><Relationship Id="rId59" Type="http://schemas.openxmlformats.org/officeDocument/2006/relationships/image" Target="../media/image95.png"/><Relationship Id="rId67" Type="http://schemas.openxmlformats.org/officeDocument/2006/relationships/image" Target="../media/image103.png"/><Relationship Id="rId20" Type="http://schemas.openxmlformats.org/officeDocument/2006/relationships/image" Target="../media/image56.png"/><Relationship Id="rId41" Type="http://schemas.openxmlformats.org/officeDocument/2006/relationships/image" Target="../media/image77.png"/><Relationship Id="rId54" Type="http://schemas.openxmlformats.org/officeDocument/2006/relationships/image" Target="../media/image90.png"/><Relationship Id="rId62" Type="http://schemas.openxmlformats.org/officeDocument/2006/relationships/image" Target="../media/image98.png"/><Relationship Id="rId70" Type="http://schemas.openxmlformats.org/officeDocument/2006/relationships/image" Target="../media/image10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5" Type="http://schemas.openxmlformats.org/officeDocument/2006/relationships/image" Target="../media/image51.png"/><Relationship Id="rId23" Type="http://schemas.openxmlformats.org/officeDocument/2006/relationships/image" Target="../media/image59.png"/><Relationship Id="rId28" Type="http://schemas.openxmlformats.org/officeDocument/2006/relationships/image" Target="../media/image64.png"/><Relationship Id="rId36" Type="http://schemas.openxmlformats.org/officeDocument/2006/relationships/image" Target="../media/image72.png"/><Relationship Id="rId49" Type="http://schemas.openxmlformats.org/officeDocument/2006/relationships/image" Target="../media/image85.jpg"/><Relationship Id="rId57" Type="http://schemas.openxmlformats.org/officeDocument/2006/relationships/image" Target="../media/image93.png"/><Relationship Id="rId10" Type="http://schemas.openxmlformats.org/officeDocument/2006/relationships/image" Target="../media/image46.png"/><Relationship Id="rId31" Type="http://schemas.openxmlformats.org/officeDocument/2006/relationships/image" Target="../media/image67.png"/><Relationship Id="rId44" Type="http://schemas.openxmlformats.org/officeDocument/2006/relationships/image" Target="../media/image80.jpg"/><Relationship Id="rId52" Type="http://schemas.openxmlformats.org/officeDocument/2006/relationships/image" Target="../media/image88.png"/><Relationship Id="rId60" Type="http://schemas.openxmlformats.org/officeDocument/2006/relationships/image" Target="../media/image96.png"/><Relationship Id="rId65" Type="http://schemas.openxmlformats.org/officeDocument/2006/relationships/image" Target="../media/image101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Relationship Id="rId13" Type="http://schemas.openxmlformats.org/officeDocument/2006/relationships/image" Target="../media/image49.png"/><Relationship Id="rId18" Type="http://schemas.openxmlformats.org/officeDocument/2006/relationships/image" Target="../media/image54.png"/><Relationship Id="rId39" Type="http://schemas.openxmlformats.org/officeDocument/2006/relationships/image" Target="../media/image75.png"/><Relationship Id="rId34" Type="http://schemas.openxmlformats.org/officeDocument/2006/relationships/image" Target="../media/image70.png"/><Relationship Id="rId50" Type="http://schemas.openxmlformats.org/officeDocument/2006/relationships/image" Target="../media/image86.jpg"/><Relationship Id="rId55" Type="http://schemas.openxmlformats.org/officeDocument/2006/relationships/image" Target="../media/image91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6.png"/><Relationship Id="rId18" Type="http://schemas.openxmlformats.org/officeDocument/2006/relationships/image" Target="../media/image121.png"/><Relationship Id="rId26" Type="http://schemas.openxmlformats.org/officeDocument/2006/relationships/image" Target="../media/image129.png"/><Relationship Id="rId39" Type="http://schemas.openxmlformats.org/officeDocument/2006/relationships/image" Target="../media/image140.png"/><Relationship Id="rId21" Type="http://schemas.openxmlformats.org/officeDocument/2006/relationships/image" Target="../media/image124.png"/><Relationship Id="rId34" Type="http://schemas.openxmlformats.org/officeDocument/2006/relationships/image" Target="../media/image85.jpg"/><Relationship Id="rId42" Type="http://schemas.openxmlformats.org/officeDocument/2006/relationships/image" Target="../media/image143.png"/><Relationship Id="rId47" Type="http://schemas.openxmlformats.org/officeDocument/2006/relationships/image" Target="../media/image148.jpg"/><Relationship Id="rId50" Type="http://schemas.openxmlformats.org/officeDocument/2006/relationships/image" Target="../media/image151.png"/><Relationship Id="rId55" Type="http://schemas.openxmlformats.org/officeDocument/2006/relationships/image" Target="../media/image156.png"/><Relationship Id="rId7" Type="http://schemas.openxmlformats.org/officeDocument/2006/relationships/image" Target="../media/image114.png"/><Relationship Id="rId2" Type="http://schemas.openxmlformats.org/officeDocument/2006/relationships/image" Target="../media/image109.jpg"/><Relationship Id="rId16" Type="http://schemas.openxmlformats.org/officeDocument/2006/relationships/image" Target="../media/image119.png"/><Relationship Id="rId29" Type="http://schemas.openxmlformats.org/officeDocument/2006/relationships/image" Target="../media/image132.png"/><Relationship Id="rId11" Type="http://schemas.openxmlformats.org/officeDocument/2006/relationships/image" Target="../media/image57.png"/><Relationship Id="rId24" Type="http://schemas.openxmlformats.org/officeDocument/2006/relationships/image" Target="../media/image127.png"/><Relationship Id="rId32" Type="http://schemas.openxmlformats.org/officeDocument/2006/relationships/image" Target="../media/image135.png"/><Relationship Id="rId37" Type="http://schemas.openxmlformats.org/officeDocument/2006/relationships/image" Target="../media/image138.png"/><Relationship Id="rId40" Type="http://schemas.openxmlformats.org/officeDocument/2006/relationships/image" Target="../media/image141.png"/><Relationship Id="rId45" Type="http://schemas.openxmlformats.org/officeDocument/2006/relationships/image" Target="../media/image146.png"/><Relationship Id="rId53" Type="http://schemas.openxmlformats.org/officeDocument/2006/relationships/image" Target="../media/image154.png"/><Relationship Id="rId58" Type="http://schemas.openxmlformats.org/officeDocument/2006/relationships/image" Target="../media/image159.png"/><Relationship Id="rId5" Type="http://schemas.openxmlformats.org/officeDocument/2006/relationships/image" Target="../media/image112.png"/><Relationship Id="rId19" Type="http://schemas.openxmlformats.org/officeDocument/2006/relationships/image" Target="../media/image122.png"/><Relationship Id="rId4" Type="http://schemas.openxmlformats.org/officeDocument/2006/relationships/image" Target="../media/image111.png"/><Relationship Id="rId9" Type="http://schemas.openxmlformats.org/officeDocument/2006/relationships/image" Target="../media/image58.png"/><Relationship Id="rId14" Type="http://schemas.openxmlformats.org/officeDocument/2006/relationships/image" Target="../media/image117.png"/><Relationship Id="rId22" Type="http://schemas.openxmlformats.org/officeDocument/2006/relationships/image" Target="../media/image125.png"/><Relationship Id="rId27" Type="http://schemas.openxmlformats.org/officeDocument/2006/relationships/image" Target="../media/image130.png"/><Relationship Id="rId30" Type="http://schemas.openxmlformats.org/officeDocument/2006/relationships/image" Target="../media/image133.png"/><Relationship Id="rId35" Type="http://schemas.openxmlformats.org/officeDocument/2006/relationships/image" Target="../media/image82.jpg"/><Relationship Id="rId43" Type="http://schemas.openxmlformats.org/officeDocument/2006/relationships/image" Target="../media/image144.png"/><Relationship Id="rId48" Type="http://schemas.openxmlformats.org/officeDocument/2006/relationships/image" Target="../media/image149.png"/><Relationship Id="rId56" Type="http://schemas.openxmlformats.org/officeDocument/2006/relationships/image" Target="../media/image157.png"/><Relationship Id="rId8" Type="http://schemas.openxmlformats.org/officeDocument/2006/relationships/image" Target="../media/image115.png"/><Relationship Id="rId51" Type="http://schemas.openxmlformats.org/officeDocument/2006/relationships/image" Target="../media/image152.png"/><Relationship Id="rId3" Type="http://schemas.openxmlformats.org/officeDocument/2006/relationships/image" Target="../media/image110.png"/><Relationship Id="rId12" Type="http://schemas.openxmlformats.org/officeDocument/2006/relationships/image" Target="../media/image55.png"/><Relationship Id="rId17" Type="http://schemas.openxmlformats.org/officeDocument/2006/relationships/image" Target="../media/image120.png"/><Relationship Id="rId25" Type="http://schemas.openxmlformats.org/officeDocument/2006/relationships/image" Target="../media/image128.png"/><Relationship Id="rId33" Type="http://schemas.openxmlformats.org/officeDocument/2006/relationships/image" Target="../media/image136.jpg"/><Relationship Id="rId38" Type="http://schemas.openxmlformats.org/officeDocument/2006/relationships/image" Target="../media/image139.png"/><Relationship Id="rId46" Type="http://schemas.openxmlformats.org/officeDocument/2006/relationships/image" Target="../media/image147.png"/><Relationship Id="rId59" Type="http://schemas.openxmlformats.org/officeDocument/2006/relationships/image" Target="../media/image160.png"/><Relationship Id="rId20" Type="http://schemas.openxmlformats.org/officeDocument/2006/relationships/image" Target="../media/image123.png"/><Relationship Id="rId41" Type="http://schemas.openxmlformats.org/officeDocument/2006/relationships/image" Target="../media/image142.png"/><Relationship Id="rId54" Type="http://schemas.openxmlformats.org/officeDocument/2006/relationships/image" Target="../media/image15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3.png"/><Relationship Id="rId15" Type="http://schemas.openxmlformats.org/officeDocument/2006/relationships/image" Target="../media/image118.png"/><Relationship Id="rId23" Type="http://schemas.openxmlformats.org/officeDocument/2006/relationships/image" Target="../media/image126.png"/><Relationship Id="rId28" Type="http://schemas.openxmlformats.org/officeDocument/2006/relationships/image" Target="../media/image131.png"/><Relationship Id="rId36" Type="http://schemas.openxmlformats.org/officeDocument/2006/relationships/image" Target="../media/image137.jpg"/><Relationship Id="rId49" Type="http://schemas.openxmlformats.org/officeDocument/2006/relationships/image" Target="../media/image150.png"/><Relationship Id="rId57" Type="http://schemas.openxmlformats.org/officeDocument/2006/relationships/image" Target="../media/image158.png"/><Relationship Id="rId10" Type="http://schemas.openxmlformats.org/officeDocument/2006/relationships/image" Target="../media/image56.png"/><Relationship Id="rId31" Type="http://schemas.openxmlformats.org/officeDocument/2006/relationships/image" Target="../media/image134.png"/><Relationship Id="rId44" Type="http://schemas.openxmlformats.org/officeDocument/2006/relationships/image" Target="../media/image145.png"/><Relationship Id="rId52" Type="http://schemas.openxmlformats.org/officeDocument/2006/relationships/image" Target="../media/image153.png"/><Relationship Id="rId60" Type="http://schemas.openxmlformats.org/officeDocument/2006/relationships/image" Target="../media/image16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4PK9yg-hWCjtB6EHb1UJ6yszhgH-teyv/view?usp=drive_link" TargetMode="External"/><Relationship Id="rId7" Type="http://schemas.openxmlformats.org/officeDocument/2006/relationships/image" Target="../media/image165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png"/><Relationship Id="rId5" Type="http://schemas.openxmlformats.org/officeDocument/2006/relationships/image" Target="../media/image163.png"/><Relationship Id="rId4" Type="http://schemas.openxmlformats.org/officeDocument/2006/relationships/hyperlink" Target="https://youtu.be/MaMujXImyTo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png"/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youtu.be/yNzz8UOHRQU" TargetMode="External"/><Relationship Id="rId5" Type="http://schemas.openxmlformats.org/officeDocument/2006/relationships/image" Target="../media/image169.png"/><Relationship Id="rId4" Type="http://schemas.openxmlformats.org/officeDocument/2006/relationships/image" Target="../media/image16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youtu.be/KHCeW2qoaes" TargetMode="External"/><Relationship Id="rId5" Type="http://schemas.openxmlformats.org/officeDocument/2006/relationships/image" Target="../media/image173.png"/><Relationship Id="rId4" Type="http://schemas.openxmlformats.org/officeDocument/2006/relationships/image" Target="../media/image1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8F888-5E13-4944-9D93-EB503E1FA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ポートフォリオ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E88658D-4685-4D96-B38A-2637F2C616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1706" y="4546595"/>
            <a:ext cx="9070848" cy="728138"/>
          </a:xfrm>
        </p:spPr>
        <p:txBody>
          <a:bodyPr>
            <a:normAutofit fontScale="92500" lnSpcReduction="10000"/>
          </a:bodyPr>
          <a:lstStyle/>
          <a:p>
            <a:r>
              <a:rPr kumimoji="1" lang="en-US" altLang="ja-JP" dirty="0"/>
              <a:t>ASO</a:t>
            </a:r>
            <a:r>
              <a:rPr lang="ja-JP" altLang="en-US" dirty="0"/>
              <a:t> ポップカルチャー専門学校</a:t>
            </a:r>
            <a:endParaRPr lang="en-US" altLang="ja-JP" dirty="0"/>
          </a:p>
          <a:p>
            <a:r>
              <a:rPr lang="ja-JP" altLang="en-US" dirty="0"/>
              <a:t>ゲームプランナー志望</a:t>
            </a:r>
            <a:endParaRPr lang="en-US" altLang="ja-JP" dirty="0"/>
          </a:p>
          <a:p>
            <a:r>
              <a:rPr kumimoji="1" lang="en-US" altLang="ja-JP" dirty="0"/>
              <a:t>2028</a:t>
            </a:r>
            <a:r>
              <a:rPr kumimoji="1" lang="ja-JP" altLang="en-US" dirty="0"/>
              <a:t>年卒業予定　ゲーム専攻科 </a:t>
            </a:r>
            <a:r>
              <a:rPr kumimoji="1" lang="en-US" altLang="ja-JP" dirty="0"/>
              <a:t>3</a:t>
            </a:r>
            <a:r>
              <a:rPr kumimoji="1" lang="ja-JP" altLang="en-US" dirty="0"/>
              <a:t>年 遠藤直樹</a:t>
            </a:r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5607A93-2194-400E-BE4C-85496A5B2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468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98F5E8-A52B-4A52-8A65-232C11171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目次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F938C09-6150-4318-99B0-3C0FAF235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4DDC340-2CD8-4069-8F9E-240656F6AEB7}"/>
              </a:ext>
            </a:extLst>
          </p:cNvPr>
          <p:cNvSpPr/>
          <p:nvPr/>
        </p:nvSpPr>
        <p:spPr>
          <a:xfrm>
            <a:off x="643468" y="1752604"/>
            <a:ext cx="3115734" cy="455506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sz="3200" dirty="0"/>
              <a:t>自己紹介</a:t>
            </a:r>
            <a:endParaRPr kumimoji="1" lang="en-US" altLang="ja-JP" sz="3200" dirty="0"/>
          </a:p>
          <a:p>
            <a:endParaRPr kumimoji="1" lang="en-US" altLang="ja-JP" dirty="0"/>
          </a:p>
          <a:p>
            <a:r>
              <a:rPr kumimoji="1" lang="ja-JP" altLang="en-US" dirty="0"/>
              <a:t>プロフィール</a:t>
            </a:r>
            <a:endParaRPr kumimoji="1" lang="en-US" altLang="ja-JP" dirty="0"/>
          </a:p>
          <a:p>
            <a:r>
              <a:rPr kumimoji="1" lang="en-US" altLang="ja-JP" dirty="0"/>
              <a:t>P3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趣味</a:t>
            </a:r>
            <a:endParaRPr kumimoji="1" lang="en-US" altLang="ja-JP" dirty="0"/>
          </a:p>
          <a:p>
            <a:r>
              <a:rPr kumimoji="1" lang="en-US" altLang="ja-JP" dirty="0"/>
              <a:t>P4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スキルシート</a:t>
            </a:r>
            <a:endParaRPr kumimoji="1" lang="en-US" altLang="ja-JP" dirty="0"/>
          </a:p>
          <a:p>
            <a:r>
              <a:rPr kumimoji="1" lang="en-US" altLang="ja-JP" dirty="0"/>
              <a:t>P5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これまでの活動</a:t>
            </a:r>
            <a:endParaRPr kumimoji="1" lang="en-US" altLang="ja-JP" dirty="0"/>
          </a:p>
          <a:p>
            <a:r>
              <a:rPr kumimoji="1" lang="en-US" altLang="ja-JP" dirty="0"/>
              <a:t>P6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40BA3F1D-8F04-4960-98A5-CD60B4602355}"/>
              </a:ext>
            </a:extLst>
          </p:cNvPr>
          <p:cNvSpPr/>
          <p:nvPr/>
        </p:nvSpPr>
        <p:spPr>
          <a:xfrm>
            <a:off x="4326467" y="1752604"/>
            <a:ext cx="3115734" cy="455506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sz="3200" dirty="0"/>
              <a:t>制作物</a:t>
            </a:r>
            <a:endParaRPr kumimoji="1" lang="en-US" altLang="ja-JP" sz="3200" dirty="0"/>
          </a:p>
          <a:p>
            <a:endParaRPr kumimoji="1" lang="en-US" altLang="ja-JP" dirty="0"/>
          </a:p>
          <a:p>
            <a:r>
              <a:rPr kumimoji="1" lang="ja-JP" altLang="en-US" dirty="0"/>
              <a:t>プレイ可能作品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企画書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分析書</a:t>
            </a:r>
            <a:endParaRPr kumimoji="1" lang="en-US" altLang="ja-JP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BCF31E0-F494-4394-98AD-D02BECF74F75}"/>
              </a:ext>
            </a:extLst>
          </p:cNvPr>
          <p:cNvSpPr/>
          <p:nvPr/>
        </p:nvSpPr>
        <p:spPr>
          <a:xfrm>
            <a:off x="8293098" y="1752604"/>
            <a:ext cx="3115734" cy="455506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sz="3200" dirty="0"/>
              <a:t>学外活動</a:t>
            </a:r>
            <a:endParaRPr kumimoji="1" lang="en-US" altLang="ja-JP" sz="3200" dirty="0"/>
          </a:p>
          <a:p>
            <a:endParaRPr kumimoji="1" lang="en-US" altLang="ja-JP" dirty="0"/>
          </a:p>
          <a:p>
            <a:r>
              <a:rPr kumimoji="1" lang="ja-JP" altLang="en-US" dirty="0"/>
              <a:t>インターン参加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学外コラボ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コンテスト</a:t>
            </a:r>
          </a:p>
        </p:txBody>
      </p:sp>
    </p:spTree>
    <p:extLst>
      <p:ext uri="{BB962C8B-B14F-4D97-AF65-F5344CB8AC3E}">
        <p14:creationId xmlns:p14="http://schemas.microsoft.com/office/powerpoint/2010/main" val="1825043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5810C7FB-E01A-4124-A683-338E6FCDA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824" y="290892"/>
            <a:ext cx="4512585" cy="6016780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762BD7F-F213-46A6-B77B-263A158BC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3</a:t>
            </a:fld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80F4C79-AD23-B553-E27B-3D7120B79C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9737" y="1788241"/>
            <a:ext cx="3867576" cy="2639621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9472E90-AE10-6F44-ED7C-A773CFB5B1FC}"/>
              </a:ext>
            </a:extLst>
          </p:cNvPr>
          <p:cNvSpPr txBox="1"/>
          <p:nvPr/>
        </p:nvSpPr>
        <p:spPr>
          <a:xfrm>
            <a:off x="192419" y="290892"/>
            <a:ext cx="230694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3200" dirty="0"/>
              <a:t>遠藤直樹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89F4659-E717-60F6-EE76-1D737B64A650}"/>
              </a:ext>
            </a:extLst>
          </p:cNvPr>
          <p:cNvSpPr txBox="1"/>
          <p:nvPr/>
        </p:nvSpPr>
        <p:spPr>
          <a:xfrm>
            <a:off x="526356" y="9300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 dirty="0"/>
              <a:t>ASO</a:t>
            </a:r>
            <a:r>
              <a:rPr lang="ja-JP" altLang="en-US" sz="1800" dirty="0"/>
              <a:t>ポップカルチャー専門学校</a:t>
            </a:r>
            <a:r>
              <a:rPr kumimoji="1" lang="ja-JP" altLang="en-US" sz="1800" dirty="0"/>
              <a:t>　ゲーム専攻科　</a:t>
            </a:r>
            <a:r>
              <a:rPr kumimoji="1" lang="en-US" altLang="ja-JP" sz="1800" dirty="0"/>
              <a:t>3</a:t>
            </a:r>
            <a:r>
              <a:rPr kumimoji="1" lang="ja-JP" altLang="en-US" sz="1800" dirty="0"/>
              <a:t>年</a:t>
            </a:r>
            <a:endParaRPr lang="en-US" altLang="ja-JP" sz="1800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2B5B690-1F9D-CEDA-B4C8-2F71F1045ACC}"/>
              </a:ext>
            </a:extLst>
          </p:cNvPr>
          <p:cNvSpPr txBox="1"/>
          <p:nvPr/>
        </p:nvSpPr>
        <p:spPr>
          <a:xfrm>
            <a:off x="526356" y="2046222"/>
            <a:ext cx="2856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プロフィール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C7BCD91-EB48-AF1C-4548-A996322BE894}"/>
              </a:ext>
            </a:extLst>
          </p:cNvPr>
          <p:cNvSpPr txBox="1"/>
          <p:nvPr/>
        </p:nvSpPr>
        <p:spPr>
          <a:xfrm>
            <a:off x="526356" y="2507888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800" dirty="0"/>
              <a:t>年　　齢：</a:t>
            </a:r>
            <a:r>
              <a:rPr kumimoji="1" lang="en-US" altLang="ja-JP" sz="1800" dirty="0"/>
              <a:t>21</a:t>
            </a:r>
            <a:r>
              <a:rPr kumimoji="1" lang="ja-JP" altLang="en-US" sz="1800" dirty="0"/>
              <a:t>歳</a:t>
            </a:r>
            <a:endParaRPr kumimoji="1" lang="en-US" altLang="ja-JP" sz="1800" dirty="0"/>
          </a:p>
          <a:p>
            <a:r>
              <a:rPr kumimoji="1" lang="ja-JP" altLang="en-US" sz="1800" dirty="0"/>
              <a:t>性　　別：男</a:t>
            </a:r>
            <a:endParaRPr kumimoji="1" lang="en-US" altLang="ja-JP" sz="1800" dirty="0"/>
          </a:p>
          <a:p>
            <a:r>
              <a:rPr kumimoji="1" lang="ja-JP" altLang="en-US" sz="1800" dirty="0"/>
              <a:t>生年月日：</a:t>
            </a:r>
            <a:r>
              <a:rPr kumimoji="1" lang="en-US" altLang="ja-JP" sz="1800" dirty="0"/>
              <a:t>2005</a:t>
            </a:r>
            <a:r>
              <a:rPr kumimoji="1" lang="ja-JP" altLang="en-US" sz="1800" dirty="0"/>
              <a:t>年</a:t>
            </a:r>
            <a:r>
              <a:rPr kumimoji="1" lang="en-US" altLang="ja-JP" sz="1800" dirty="0"/>
              <a:t>6</a:t>
            </a:r>
            <a:r>
              <a:rPr kumimoji="1" lang="ja-JP" altLang="en-US" sz="1800" dirty="0"/>
              <a:t>月</a:t>
            </a:r>
            <a:r>
              <a:rPr kumimoji="1" lang="en-US" altLang="ja-JP" sz="1800" dirty="0"/>
              <a:t>2</a:t>
            </a:r>
            <a:r>
              <a:rPr kumimoji="1" lang="ja-JP" altLang="en-US" sz="1800" dirty="0"/>
              <a:t>日</a:t>
            </a:r>
            <a:endParaRPr kumimoji="1" lang="en-US" altLang="ja-JP" sz="1800" dirty="0"/>
          </a:p>
          <a:p>
            <a:r>
              <a:rPr kumimoji="1" lang="ja-JP" altLang="en-US" sz="1800" dirty="0"/>
              <a:t>出　　身：佐賀県鳥栖市</a:t>
            </a:r>
            <a:endParaRPr kumimoji="1" lang="en-US" altLang="ja-JP" sz="1800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BE7D965-4C22-C4C4-B643-B7A53BF92F60}"/>
              </a:ext>
            </a:extLst>
          </p:cNvPr>
          <p:cNvSpPr txBox="1"/>
          <p:nvPr/>
        </p:nvSpPr>
        <p:spPr>
          <a:xfrm>
            <a:off x="582014" y="396619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2400" dirty="0"/>
              <a:t>マインド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49505AF-7F75-375D-0703-9E63AB369FC7}"/>
              </a:ext>
            </a:extLst>
          </p:cNvPr>
          <p:cNvSpPr txBox="1"/>
          <p:nvPr/>
        </p:nvSpPr>
        <p:spPr>
          <a:xfrm>
            <a:off x="526356" y="4427862"/>
            <a:ext cx="647484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調理師免許を持っているからこそのコミュニケーション力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ja-JP" dirty="0"/>
              <a:t>率先してチームを指揮する統率力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先を見通した企画、仕様を考える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調理師ならではの視点でゲーム制作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98907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FA8DF3F-D73C-45DA-8CB9-4D7CB8A86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18874-8B58-48D2-B95C-9C10739C279C}"/>
              </a:ext>
            </a:extLst>
          </p:cNvPr>
          <p:cNvSpPr txBox="1"/>
          <p:nvPr/>
        </p:nvSpPr>
        <p:spPr>
          <a:xfrm>
            <a:off x="4425875" y="229336"/>
            <a:ext cx="3218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dirty="0"/>
              <a:t>趣味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5530978-7BE8-F1C0-4A86-3ECDECA2B2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452" y="875667"/>
            <a:ext cx="3964234" cy="527685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1D942AD9-8339-EE7C-2389-FFF83A3871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3691" y="875667"/>
            <a:ext cx="1915000" cy="2553333"/>
          </a:xfrm>
          <a:prstGeom prst="rect">
            <a:avLst/>
          </a:prstGeom>
        </p:spPr>
      </p:pic>
      <p:pic>
        <p:nvPicPr>
          <p:cNvPr id="8" name="図 7" descr="川瀬晃 - Wikipedia">
            <a:extLst>
              <a:ext uri="{FF2B5EF4-FFF2-40B4-BE49-F238E27FC236}">
                <a16:creationId xmlns:a16="http://schemas.microsoft.com/office/drawing/2014/main" id="{389AE115-B448-FC98-0F22-0BDCBE5E50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690" y="3599184"/>
            <a:ext cx="1914999" cy="2872259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FC6CB01-7F23-F2C1-A8C9-24DDB28D6B12}"/>
              </a:ext>
            </a:extLst>
          </p:cNvPr>
          <p:cNvSpPr txBox="1"/>
          <p:nvPr/>
        </p:nvSpPr>
        <p:spPr>
          <a:xfrm>
            <a:off x="6678689" y="875667"/>
            <a:ext cx="45794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好きなチーム：福岡ソフトバンクホークス</a:t>
            </a:r>
            <a:endParaRPr kumimoji="1" lang="en-US" altLang="ja-JP" dirty="0"/>
          </a:p>
          <a:p>
            <a:r>
              <a:rPr kumimoji="1" lang="ja-JP" altLang="en-US" dirty="0"/>
              <a:t>好きな選手　：川瀬晃選手</a:t>
            </a:r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52324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2541A51-D705-4A05-8C76-20C61CACC185}"/>
              </a:ext>
            </a:extLst>
          </p:cNvPr>
          <p:cNvSpPr txBox="1"/>
          <p:nvPr/>
        </p:nvSpPr>
        <p:spPr>
          <a:xfrm>
            <a:off x="1295400" y="971034"/>
            <a:ext cx="4995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使用可能ツール</a:t>
            </a:r>
            <a:endParaRPr kumimoji="1" lang="en-US" altLang="ja-JP" dirty="0"/>
          </a:p>
        </p:txBody>
      </p:sp>
      <p:pic>
        <p:nvPicPr>
          <p:cNvPr id="1026" name="Picture 2" descr="Github ロゴ の アイコン">
            <a:extLst>
              <a:ext uri="{FF2B5EF4-FFF2-40B4-BE49-F238E27FC236}">
                <a16:creationId xmlns:a16="http://schemas.microsoft.com/office/drawing/2014/main" id="{9EADBE5D-3EB3-40B0-B7D0-DF50A037E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647" y="1329498"/>
            <a:ext cx="702733" cy="702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0AE651-FF2E-4786-993E-62BFF9376561}"/>
              </a:ext>
            </a:extLst>
          </p:cNvPr>
          <p:cNvSpPr txBox="1"/>
          <p:nvPr/>
        </p:nvSpPr>
        <p:spPr>
          <a:xfrm>
            <a:off x="1474514" y="1219199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GitHub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lang="ja-JP" altLang="en-US" dirty="0"/>
              <a:t>プルリク運用</a:t>
            </a:r>
            <a:endParaRPr kumimoji="1" lang="ja-JP" altLang="en-US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17E83FA-7191-4D12-AD06-51446DD920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45" y="3999590"/>
            <a:ext cx="702733" cy="702733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AA65963-20AD-408A-A0EA-CC48D3423C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46" y="3129921"/>
            <a:ext cx="702733" cy="702733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025D891-A6D1-4AED-8AD5-53965E720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128" y="4869259"/>
            <a:ext cx="857766" cy="857766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2C4A087-0C00-40CD-98CB-CC4DA3D58A4C}"/>
              </a:ext>
            </a:extLst>
          </p:cNvPr>
          <p:cNvSpPr txBox="1"/>
          <p:nvPr/>
        </p:nvSpPr>
        <p:spPr>
          <a:xfrm>
            <a:off x="1474514" y="3019622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Power Point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:7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企画書、プレゼンテーションの作成など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1BD94CA-22A0-43D7-93BC-59C74C414D8B}"/>
              </a:ext>
            </a:extLst>
          </p:cNvPr>
          <p:cNvSpPr txBox="1"/>
          <p:nvPr/>
        </p:nvSpPr>
        <p:spPr>
          <a:xfrm>
            <a:off x="1474514" y="3889291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Excel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:4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簡単な表の作成、仕様書の作成など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17464DC-B5CE-40E4-BD99-DA256A799410}"/>
              </a:ext>
            </a:extLst>
          </p:cNvPr>
          <p:cNvSpPr txBox="1"/>
          <p:nvPr/>
        </p:nvSpPr>
        <p:spPr>
          <a:xfrm>
            <a:off x="1474514" y="4705299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Unity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en-US" altLang="ja-JP" dirty="0"/>
              <a:t>2D</a:t>
            </a:r>
            <a:r>
              <a:rPr kumimoji="1" lang="ja-JP" altLang="en-US" dirty="0"/>
              <a:t>、</a:t>
            </a:r>
            <a:r>
              <a:rPr kumimoji="1" lang="en-US" altLang="ja-JP" dirty="0"/>
              <a:t>3D</a:t>
            </a:r>
            <a:r>
              <a:rPr kumimoji="1" lang="ja-JP" altLang="en-US" dirty="0"/>
              <a:t>のゲーム制作など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2AE36603-6128-4A55-8FBF-5255C4CE28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128" y="2121650"/>
            <a:ext cx="857766" cy="857766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0F28BD6-0FCE-47BC-8E02-532D88249F13}"/>
              </a:ext>
            </a:extLst>
          </p:cNvPr>
          <p:cNvSpPr txBox="1"/>
          <p:nvPr/>
        </p:nvSpPr>
        <p:spPr>
          <a:xfrm>
            <a:off x="1490134" y="2036690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/>
              <a:t>Sourcetree</a:t>
            </a:r>
            <a:r>
              <a:rPr kumimoji="1" lang="en-US" altLang="ja-JP" dirty="0"/>
              <a:t>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ブランチの管理、プッシュ、コミット操作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3F82E606-32F4-4FFF-B406-C73FF815CE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45" y="5682290"/>
            <a:ext cx="857766" cy="857766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B6A4CA5-7D41-4610-AB8C-A8181320119E}"/>
              </a:ext>
            </a:extLst>
          </p:cNvPr>
          <p:cNvSpPr txBox="1"/>
          <p:nvPr/>
        </p:nvSpPr>
        <p:spPr>
          <a:xfrm>
            <a:off x="1505756" y="5578410"/>
            <a:ext cx="51744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Visual Studio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en-US" altLang="ja-JP" dirty="0"/>
              <a:t>C++</a:t>
            </a:r>
            <a:r>
              <a:rPr kumimoji="1" lang="ja-JP" altLang="en-US" dirty="0"/>
              <a:t>言語、</a:t>
            </a:r>
            <a:r>
              <a:rPr kumimoji="1" lang="en-US" altLang="ja-JP" dirty="0"/>
              <a:t>Dx</a:t>
            </a:r>
            <a:r>
              <a:rPr kumimoji="1" lang="ja-JP" altLang="en-US" dirty="0"/>
              <a:t>ライブラリを使用したゲーム制作</a:t>
            </a: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DC37C3F1-60FD-4F30-A995-3B6CB08F229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276" y="1286364"/>
            <a:ext cx="793949" cy="793949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ECEC382-6AFD-40EF-8BB5-96E31C99AA3D}"/>
              </a:ext>
            </a:extLst>
          </p:cNvPr>
          <p:cNvSpPr txBox="1"/>
          <p:nvPr/>
        </p:nvSpPr>
        <p:spPr>
          <a:xfrm>
            <a:off x="7634059" y="1198320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Visual Studio Code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:1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lang="en-US" altLang="ja-JP" dirty="0"/>
              <a:t>C#</a:t>
            </a:r>
            <a:r>
              <a:rPr lang="ja-JP" altLang="en-US" dirty="0"/>
              <a:t>言語、</a:t>
            </a:r>
            <a:r>
              <a:rPr lang="en-US" altLang="ja-JP" dirty="0"/>
              <a:t>Unity</a:t>
            </a:r>
            <a:r>
              <a:rPr lang="ja-JP" altLang="en-US" dirty="0"/>
              <a:t>のコード作成</a:t>
            </a:r>
            <a:endParaRPr kumimoji="1" lang="ja-JP" altLang="en-US" dirty="0"/>
          </a:p>
        </p:txBody>
      </p:sp>
      <p:pic>
        <p:nvPicPr>
          <p:cNvPr id="27" name="図 26">
            <a:extLst>
              <a:ext uri="{FF2B5EF4-FFF2-40B4-BE49-F238E27FC236}">
                <a16:creationId xmlns:a16="http://schemas.microsoft.com/office/drawing/2014/main" id="{A8957373-520D-4EEB-BD18-975C30D31C2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276" y="2166071"/>
            <a:ext cx="793949" cy="793949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AC27D9F1-1E41-4C88-8070-B67E52333E57}"/>
              </a:ext>
            </a:extLst>
          </p:cNvPr>
          <p:cNvSpPr txBox="1"/>
          <p:nvPr/>
        </p:nvSpPr>
        <p:spPr>
          <a:xfrm>
            <a:off x="7634059" y="2056086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Gimp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ドット絵、アイコンの作成など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ED74A6D-52D8-4C4C-B546-5CF96C111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5</a:t>
            </a:fld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F6E5B54-95C6-45C3-92D9-B16D54BCAD4F}"/>
              </a:ext>
            </a:extLst>
          </p:cNvPr>
          <p:cNvSpPr txBox="1"/>
          <p:nvPr/>
        </p:nvSpPr>
        <p:spPr>
          <a:xfrm>
            <a:off x="4425875" y="229336"/>
            <a:ext cx="3218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600" dirty="0"/>
              <a:t>スキルシート</a:t>
            </a:r>
            <a:endParaRPr kumimoji="1" lang="ja-JP" altLang="en-US" sz="3600" dirty="0"/>
          </a:p>
        </p:txBody>
      </p:sp>
    </p:spTree>
    <p:extLst>
      <p:ext uri="{BB962C8B-B14F-4D97-AF65-F5344CB8AC3E}">
        <p14:creationId xmlns:p14="http://schemas.microsoft.com/office/powerpoint/2010/main" val="2736664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6E99027-28FB-4D70-829A-EDF26A9C9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A81354-323F-417E-8AA0-9947B9820872}"/>
              </a:ext>
            </a:extLst>
          </p:cNvPr>
          <p:cNvSpPr txBox="1"/>
          <p:nvPr/>
        </p:nvSpPr>
        <p:spPr>
          <a:xfrm>
            <a:off x="4199467" y="237803"/>
            <a:ext cx="3487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dirty="0"/>
              <a:t>これまでの活動</a:t>
            </a:r>
            <a:endParaRPr kumimoji="1" lang="en-US" altLang="ja-JP" sz="3600" dirty="0"/>
          </a:p>
        </p:txBody>
      </p:sp>
    </p:spTree>
    <p:extLst>
      <p:ext uri="{BB962C8B-B14F-4D97-AF65-F5344CB8AC3E}">
        <p14:creationId xmlns:p14="http://schemas.microsoft.com/office/powerpoint/2010/main" val="211200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8F888-5E13-4944-9D93-EB503E1FA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企画書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4EC88E2-7842-4E6F-A93A-4F42D07EC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1821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8495" y="5800344"/>
              <a:ext cx="3553967" cy="73760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3068" y="5806440"/>
              <a:ext cx="2702052" cy="76654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06082" y="5828474"/>
              <a:ext cx="3463671" cy="64632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06082" y="5828474"/>
              <a:ext cx="3463925" cy="646430"/>
            </a:xfrm>
            <a:custGeom>
              <a:avLst/>
              <a:gdLst/>
              <a:ahLst/>
              <a:cxnLst/>
              <a:rect l="l" t="t" r="r" b="b"/>
              <a:pathLst>
                <a:path w="3463925" h="646429">
                  <a:moveTo>
                    <a:pt x="0" y="646328"/>
                  </a:moveTo>
                  <a:lnTo>
                    <a:pt x="3463671" y="646328"/>
                  </a:lnTo>
                  <a:lnTo>
                    <a:pt x="3463671" y="0"/>
                  </a:lnTo>
                  <a:lnTo>
                    <a:pt x="0" y="0"/>
                  </a:lnTo>
                  <a:lnTo>
                    <a:pt x="0" y="646328"/>
                  </a:lnTo>
                  <a:close/>
                </a:path>
              </a:pathLst>
            </a:custGeom>
            <a:ln w="9525">
              <a:solidFill>
                <a:srgbClr val="7C5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97484" y="5890869"/>
              <a:ext cx="1524381" cy="164592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669414" y="5890869"/>
              <a:ext cx="301751" cy="164592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97484" y="6073749"/>
              <a:ext cx="2591181" cy="164592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97484" y="6256629"/>
              <a:ext cx="1067155" cy="164592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212189" y="6256629"/>
              <a:ext cx="424281" cy="164592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266700" y="5440679"/>
              <a:ext cx="1612391" cy="460260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37387" y="5422391"/>
              <a:ext cx="1269479" cy="560844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14032" y="5468213"/>
              <a:ext cx="1522221" cy="369328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14032" y="5468213"/>
              <a:ext cx="1522730" cy="369570"/>
            </a:xfrm>
            <a:custGeom>
              <a:avLst/>
              <a:gdLst/>
              <a:ahLst/>
              <a:cxnLst/>
              <a:rect l="l" t="t" r="r" b="b"/>
              <a:pathLst>
                <a:path w="1522730" h="369570">
                  <a:moveTo>
                    <a:pt x="0" y="369328"/>
                  </a:moveTo>
                  <a:lnTo>
                    <a:pt x="1522221" y="369328"/>
                  </a:lnTo>
                  <a:lnTo>
                    <a:pt x="1522221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4">
              <a:solidFill>
                <a:srgbClr val="7C5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18134" y="5536691"/>
              <a:ext cx="1143000" cy="246887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3977640" y="5800344"/>
              <a:ext cx="3858767" cy="737603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982211" y="5806440"/>
              <a:ext cx="3311651" cy="583666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025265" y="5828474"/>
              <a:ext cx="3768471" cy="646328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4025265" y="5828474"/>
              <a:ext cx="3768725" cy="646430"/>
            </a:xfrm>
            <a:custGeom>
              <a:avLst/>
              <a:gdLst/>
              <a:ahLst/>
              <a:cxnLst/>
              <a:rect l="l" t="t" r="r" b="b"/>
              <a:pathLst>
                <a:path w="3768725" h="646429">
                  <a:moveTo>
                    <a:pt x="0" y="646328"/>
                  </a:moveTo>
                  <a:lnTo>
                    <a:pt x="3768471" y="646328"/>
                  </a:lnTo>
                  <a:lnTo>
                    <a:pt x="3768471" y="0"/>
                  </a:lnTo>
                  <a:lnTo>
                    <a:pt x="0" y="0"/>
                  </a:lnTo>
                  <a:lnTo>
                    <a:pt x="0" y="646328"/>
                  </a:lnTo>
                  <a:close/>
                </a:path>
              </a:pathLst>
            </a:custGeom>
            <a:ln w="9525">
              <a:solidFill>
                <a:srgbClr val="7C5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117213" y="5890869"/>
              <a:ext cx="2438781" cy="164592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117213" y="6073749"/>
              <a:ext cx="3200781" cy="164592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4165091" y="5440679"/>
              <a:ext cx="2103119" cy="46026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4123944" y="5422391"/>
              <a:ext cx="2183892" cy="560844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4211828" y="5468213"/>
              <a:ext cx="2013585" cy="369328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4211828" y="5468213"/>
              <a:ext cx="2013585" cy="369570"/>
            </a:xfrm>
            <a:custGeom>
              <a:avLst/>
              <a:gdLst/>
              <a:ahLst/>
              <a:cxnLst/>
              <a:rect l="l" t="t" r="r" b="b"/>
              <a:pathLst>
                <a:path w="2013585" h="369570">
                  <a:moveTo>
                    <a:pt x="0" y="369328"/>
                  </a:moveTo>
                  <a:lnTo>
                    <a:pt x="2013585" y="369328"/>
                  </a:lnTo>
                  <a:lnTo>
                    <a:pt x="2013585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7C5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4303776" y="5536691"/>
              <a:ext cx="2057780" cy="246887"/>
            </a:xfrm>
            <a:prstGeom prst="rect">
              <a:avLst/>
            </a:prstGeom>
          </p:spPr>
        </p:pic>
      </p:grpSp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EBC19605-CDAE-481B-ADEE-8F54DAD95B2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altLang="ja-JP" smtClean="0"/>
              <a:t>8</a:t>
            </a:fld>
            <a:endParaRPr lang="ja-JP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800" y="58057"/>
            <a:ext cx="12090400" cy="2380342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356755" y="3416300"/>
            <a:ext cx="4126865" cy="3366770"/>
            <a:chOff x="356755" y="3416300"/>
            <a:chExt cx="4126865" cy="3366770"/>
          </a:xfrm>
        </p:grpSpPr>
        <p:sp>
          <p:nvSpPr>
            <p:cNvPr id="4" name="object 4"/>
            <p:cNvSpPr/>
            <p:nvPr/>
          </p:nvSpPr>
          <p:spPr>
            <a:xfrm>
              <a:off x="369455" y="3429000"/>
              <a:ext cx="4101465" cy="3341370"/>
            </a:xfrm>
            <a:custGeom>
              <a:avLst/>
              <a:gdLst/>
              <a:ahLst/>
              <a:cxnLst/>
              <a:rect l="l" t="t" r="r" b="b"/>
              <a:pathLst>
                <a:path w="4101465" h="3341370">
                  <a:moveTo>
                    <a:pt x="3544049" y="0"/>
                  </a:moveTo>
                  <a:lnTo>
                    <a:pt x="556882" y="0"/>
                  </a:lnTo>
                  <a:lnTo>
                    <a:pt x="508832" y="2043"/>
                  </a:lnTo>
                  <a:lnTo>
                    <a:pt x="461917" y="8064"/>
                  </a:lnTo>
                  <a:lnTo>
                    <a:pt x="416305" y="17893"/>
                  </a:lnTo>
                  <a:lnTo>
                    <a:pt x="372161" y="31365"/>
                  </a:lnTo>
                  <a:lnTo>
                    <a:pt x="329655" y="48312"/>
                  </a:lnTo>
                  <a:lnTo>
                    <a:pt x="288951" y="68568"/>
                  </a:lnTo>
                  <a:lnTo>
                    <a:pt x="250219" y="91964"/>
                  </a:lnTo>
                  <a:lnTo>
                    <a:pt x="213625" y="118334"/>
                  </a:lnTo>
                  <a:lnTo>
                    <a:pt x="179335" y="147510"/>
                  </a:lnTo>
                  <a:lnTo>
                    <a:pt x="147518" y="179327"/>
                  </a:lnTo>
                  <a:lnTo>
                    <a:pt x="118341" y="213616"/>
                  </a:lnTo>
                  <a:lnTo>
                    <a:pt x="91970" y="250211"/>
                  </a:lnTo>
                  <a:lnTo>
                    <a:pt x="68572" y="288944"/>
                  </a:lnTo>
                  <a:lnTo>
                    <a:pt x="48316" y="329649"/>
                  </a:lnTo>
                  <a:lnTo>
                    <a:pt x="31368" y="372158"/>
                  </a:lnTo>
                  <a:lnTo>
                    <a:pt x="17895" y="416304"/>
                  </a:lnTo>
                  <a:lnTo>
                    <a:pt x="8064" y="461920"/>
                  </a:lnTo>
                  <a:lnTo>
                    <a:pt x="2044" y="508839"/>
                  </a:lnTo>
                  <a:lnTo>
                    <a:pt x="0" y="556894"/>
                  </a:lnTo>
                  <a:lnTo>
                    <a:pt x="0" y="2784360"/>
                  </a:lnTo>
                  <a:lnTo>
                    <a:pt x="2044" y="2832412"/>
                  </a:lnTo>
                  <a:lnTo>
                    <a:pt x="8064" y="2879328"/>
                  </a:lnTo>
                  <a:lnTo>
                    <a:pt x="17895" y="2924942"/>
                  </a:lnTo>
                  <a:lnTo>
                    <a:pt x="31368" y="2969087"/>
                  </a:lnTo>
                  <a:lnTo>
                    <a:pt x="48316" y="3011595"/>
                  </a:lnTo>
                  <a:lnTo>
                    <a:pt x="68572" y="3052299"/>
                  </a:lnTo>
                  <a:lnTo>
                    <a:pt x="91970" y="3091032"/>
                  </a:lnTo>
                  <a:lnTo>
                    <a:pt x="118341" y="3127627"/>
                  </a:lnTo>
                  <a:lnTo>
                    <a:pt x="147518" y="3161917"/>
                  </a:lnTo>
                  <a:lnTo>
                    <a:pt x="179335" y="3193735"/>
                  </a:lnTo>
                  <a:lnTo>
                    <a:pt x="213625" y="3222912"/>
                  </a:lnTo>
                  <a:lnTo>
                    <a:pt x="250219" y="3249284"/>
                  </a:lnTo>
                  <a:lnTo>
                    <a:pt x="288951" y="3272681"/>
                  </a:lnTo>
                  <a:lnTo>
                    <a:pt x="329655" y="3292937"/>
                  </a:lnTo>
                  <a:lnTo>
                    <a:pt x="372161" y="3309886"/>
                  </a:lnTo>
                  <a:lnTo>
                    <a:pt x="416305" y="3323359"/>
                  </a:lnTo>
                  <a:lnTo>
                    <a:pt x="461917" y="3333189"/>
                  </a:lnTo>
                  <a:lnTo>
                    <a:pt x="508832" y="3339210"/>
                  </a:lnTo>
                  <a:lnTo>
                    <a:pt x="556882" y="3341254"/>
                  </a:lnTo>
                  <a:lnTo>
                    <a:pt x="3544049" y="3341254"/>
                  </a:lnTo>
                  <a:lnTo>
                    <a:pt x="3592104" y="3339210"/>
                  </a:lnTo>
                  <a:lnTo>
                    <a:pt x="3639023" y="3333189"/>
                  </a:lnTo>
                  <a:lnTo>
                    <a:pt x="3684639" y="3323359"/>
                  </a:lnTo>
                  <a:lnTo>
                    <a:pt x="3728786" y="3309886"/>
                  </a:lnTo>
                  <a:lnTo>
                    <a:pt x="3771294" y="3292937"/>
                  </a:lnTo>
                  <a:lnTo>
                    <a:pt x="3811999" y="3272681"/>
                  </a:lnTo>
                  <a:lnTo>
                    <a:pt x="3850732" y="3249284"/>
                  </a:lnTo>
                  <a:lnTo>
                    <a:pt x="3887327" y="3222912"/>
                  </a:lnTo>
                  <a:lnTo>
                    <a:pt x="3921616" y="3193735"/>
                  </a:lnTo>
                  <a:lnTo>
                    <a:pt x="3953433" y="3161917"/>
                  </a:lnTo>
                  <a:lnTo>
                    <a:pt x="3982610" y="3127627"/>
                  </a:lnTo>
                  <a:lnTo>
                    <a:pt x="4008980" y="3091032"/>
                  </a:lnTo>
                  <a:lnTo>
                    <a:pt x="4032376" y="3052299"/>
                  </a:lnTo>
                  <a:lnTo>
                    <a:pt x="4052631" y="3011595"/>
                  </a:lnTo>
                  <a:lnTo>
                    <a:pt x="4069578" y="2969087"/>
                  </a:lnTo>
                  <a:lnTo>
                    <a:pt x="4083050" y="2924942"/>
                  </a:lnTo>
                  <a:lnTo>
                    <a:pt x="4092880" y="2879328"/>
                  </a:lnTo>
                  <a:lnTo>
                    <a:pt x="4098900" y="2832412"/>
                  </a:lnTo>
                  <a:lnTo>
                    <a:pt x="4100944" y="2784360"/>
                  </a:lnTo>
                  <a:lnTo>
                    <a:pt x="4100944" y="556894"/>
                  </a:lnTo>
                  <a:lnTo>
                    <a:pt x="4098900" y="508839"/>
                  </a:lnTo>
                  <a:lnTo>
                    <a:pt x="4092880" y="461920"/>
                  </a:lnTo>
                  <a:lnTo>
                    <a:pt x="4083050" y="416304"/>
                  </a:lnTo>
                  <a:lnTo>
                    <a:pt x="4069578" y="372158"/>
                  </a:lnTo>
                  <a:lnTo>
                    <a:pt x="4052631" y="329649"/>
                  </a:lnTo>
                  <a:lnTo>
                    <a:pt x="4032376" y="288944"/>
                  </a:lnTo>
                  <a:lnTo>
                    <a:pt x="4008980" y="250211"/>
                  </a:lnTo>
                  <a:lnTo>
                    <a:pt x="3982610" y="213616"/>
                  </a:lnTo>
                  <a:lnTo>
                    <a:pt x="3953433" y="179327"/>
                  </a:lnTo>
                  <a:lnTo>
                    <a:pt x="3921616" y="147510"/>
                  </a:lnTo>
                  <a:lnTo>
                    <a:pt x="3887327" y="118334"/>
                  </a:lnTo>
                  <a:lnTo>
                    <a:pt x="3850732" y="91964"/>
                  </a:lnTo>
                  <a:lnTo>
                    <a:pt x="3811999" y="68568"/>
                  </a:lnTo>
                  <a:lnTo>
                    <a:pt x="3771294" y="48312"/>
                  </a:lnTo>
                  <a:lnTo>
                    <a:pt x="3728786" y="31365"/>
                  </a:lnTo>
                  <a:lnTo>
                    <a:pt x="3684639" y="17893"/>
                  </a:lnTo>
                  <a:lnTo>
                    <a:pt x="3639023" y="8064"/>
                  </a:lnTo>
                  <a:lnTo>
                    <a:pt x="3592104" y="2043"/>
                  </a:lnTo>
                  <a:lnTo>
                    <a:pt x="354404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9455" y="3429000"/>
              <a:ext cx="4101465" cy="3341370"/>
            </a:xfrm>
            <a:custGeom>
              <a:avLst/>
              <a:gdLst/>
              <a:ahLst/>
              <a:cxnLst/>
              <a:rect l="l" t="t" r="r" b="b"/>
              <a:pathLst>
                <a:path w="4101465" h="3341370">
                  <a:moveTo>
                    <a:pt x="0" y="556894"/>
                  </a:moveTo>
                  <a:lnTo>
                    <a:pt x="2044" y="508839"/>
                  </a:lnTo>
                  <a:lnTo>
                    <a:pt x="8064" y="461920"/>
                  </a:lnTo>
                  <a:lnTo>
                    <a:pt x="17895" y="416304"/>
                  </a:lnTo>
                  <a:lnTo>
                    <a:pt x="31368" y="372158"/>
                  </a:lnTo>
                  <a:lnTo>
                    <a:pt x="48316" y="329649"/>
                  </a:lnTo>
                  <a:lnTo>
                    <a:pt x="68572" y="288944"/>
                  </a:lnTo>
                  <a:lnTo>
                    <a:pt x="91970" y="250211"/>
                  </a:lnTo>
                  <a:lnTo>
                    <a:pt x="118341" y="213616"/>
                  </a:lnTo>
                  <a:lnTo>
                    <a:pt x="147518" y="179327"/>
                  </a:lnTo>
                  <a:lnTo>
                    <a:pt x="179335" y="147510"/>
                  </a:lnTo>
                  <a:lnTo>
                    <a:pt x="213625" y="118334"/>
                  </a:lnTo>
                  <a:lnTo>
                    <a:pt x="250219" y="91964"/>
                  </a:lnTo>
                  <a:lnTo>
                    <a:pt x="288951" y="68568"/>
                  </a:lnTo>
                  <a:lnTo>
                    <a:pt x="329655" y="48312"/>
                  </a:lnTo>
                  <a:lnTo>
                    <a:pt x="372161" y="31365"/>
                  </a:lnTo>
                  <a:lnTo>
                    <a:pt x="416305" y="17893"/>
                  </a:lnTo>
                  <a:lnTo>
                    <a:pt x="461917" y="8064"/>
                  </a:lnTo>
                  <a:lnTo>
                    <a:pt x="508832" y="2043"/>
                  </a:lnTo>
                  <a:lnTo>
                    <a:pt x="556882" y="0"/>
                  </a:lnTo>
                  <a:lnTo>
                    <a:pt x="3544049" y="0"/>
                  </a:lnTo>
                  <a:lnTo>
                    <a:pt x="3592104" y="2043"/>
                  </a:lnTo>
                  <a:lnTo>
                    <a:pt x="3639023" y="8064"/>
                  </a:lnTo>
                  <a:lnTo>
                    <a:pt x="3684639" y="17893"/>
                  </a:lnTo>
                  <a:lnTo>
                    <a:pt x="3728786" y="31365"/>
                  </a:lnTo>
                  <a:lnTo>
                    <a:pt x="3771294" y="48312"/>
                  </a:lnTo>
                  <a:lnTo>
                    <a:pt x="3811999" y="68568"/>
                  </a:lnTo>
                  <a:lnTo>
                    <a:pt x="3850732" y="91964"/>
                  </a:lnTo>
                  <a:lnTo>
                    <a:pt x="3887327" y="118334"/>
                  </a:lnTo>
                  <a:lnTo>
                    <a:pt x="3921616" y="147510"/>
                  </a:lnTo>
                  <a:lnTo>
                    <a:pt x="3953433" y="179327"/>
                  </a:lnTo>
                  <a:lnTo>
                    <a:pt x="3982610" y="213616"/>
                  </a:lnTo>
                  <a:lnTo>
                    <a:pt x="4008980" y="250211"/>
                  </a:lnTo>
                  <a:lnTo>
                    <a:pt x="4032376" y="288944"/>
                  </a:lnTo>
                  <a:lnTo>
                    <a:pt x="4052631" y="329649"/>
                  </a:lnTo>
                  <a:lnTo>
                    <a:pt x="4069578" y="372158"/>
                  </a:lnTo>
                  <a:lnTo>
                    <a:pt x="4083050" y="416304"/>
                  </a:lnTo>
                  <a:lnTo>
                    <a:pt x="4092880" y="461920"/>
                  </a:lnTo>
                  <a:lnTo>
                    <a:pt x="4098900" y="508839"/>
                  </a:lnTo>
                  <a:lnTo>
                    <a:pt x="4100944" y="556894"/>
                  </a:lnTo>
                  <a:lnTo>
                    <a:pt x="4100944" y="2784360"/>
                  </a:lnTo>
                  <a:lnTo>
                    <a:pt x="4098900" y="2832412"/>
                  </a:lnTo>
                  <a:lnTo>
                    <a:pt x="4092880" y="2879328"/>
                  </a:lnTo>
                  <a:lnTo>
                    <a:pt x="4083050" y="2924942"/>
                  </a:lnTo>
                  <a:lnTo>
                    <a:pt x="4069578" y="2969087"/>
                  </a:lnTo>
                  <a:lnTo>
                    <a:pt x="4052631" y="3011595"/>
                  </a:lnTo>
                  <a:lnTo>
                    <a:pt x="4032376" y="3052299"/>
                  </a:lnTo>
                  <a:lnTo>
                    <a:pt x="4008980" y="3091032"/>
                  </a:lnTo>
                  <a:lnTo>
                    <a:pt x="3982610" y="3127627"/>
                  </a:lnTo>
                  <a:lnTo>
                    <a:pt x="3953433" y="3161917"/>
                  </a:lnTo>
                  <a:lnTo>
                    <a:pt x="3921616" y="3193735"/>
                  </a:lnTo>
                  <a:lnTo>
                    <a:pt x="3887327" y="3222912"/>
                  </a:lnTo>
                  <a:lnTo>
                    <a:pt x="3850732" y="3249284"/>
                  </a:lnTo>
                  <a:lnTo>
                    <a:pt x="3811999" y="3272681"/>
                  </a:lnTo>
                  <a:lnTo>
                    <a:pt x="3771294" y="3292937"/>
                  </a:lnTo>
                  <a:lnTo>
                    <a:pt x="3728786" y="3309886"/>
                  </a:lnTo>
                  <a:lnTo>
                    <a:pt x="3684639" y="3323359"/>
                  </a:lnTo>
                  <a:lnTo>
                    <a:pt x="3639023" y="3333189"/>
                  </a:lnTo>
                  <a:lnTo>
                    <a:pt x="3592104" y="3339210"/>
                  </a:lnTo>
                  <a:lnTo>
                    <a:pt x="3544049" y="3341254"/>
                  </a:lnTo>
                  <a:lnTo>
                    <a:pt x="556882" y="3341254"/>
                  </a:lnTo>
                  <a:lnTo>
                    <a:pt x="508832" y="3339210"/>
                  </a:lnTo>
                  <a:lnTo>
                    <a:pt x="461917" y="3333189"/>
                  </a:lnTo>
                  <a:lnTo>
                    <a:pt x="416305" y="3323359"/>
                  </a:lnTo>
                  <a:lnTo>
                    <a:pt x="372161" y="3309886"/>
                  </a:lnTo>
                  <a:lnTo>
                    <a:pt x="329655" y="3292937"/>
                  </a:lnTo>
                  <a:lnTo>
                    <a:pt x="288951" y="3272681"/>
                  </a:lnTo>
                  <a:lnTo>
                    <a:pt x="250219" y="3249284"/>
                  </a:lnTo>
                  <a:lnTo>
                    <a:pt x="213625" y="3222912"/>
                  </a:lnTo>
                  <a:lnTo>
                    <a:pt x="179335" y="3193735"/>
                  </a:lnTo>
                  <a:lnTo>
                    <a:pt x="147518" y="3161917"/>
                  </a:lnTo>
                  <a:lnTo>
                    <a:pt x="118341" y="3127627"/>
                  </a:lnTo>
                  <a:lnTo>
                    <a:pt x="91970" y="3091032"/>
                  </a:lnTo>
                  <a:lnTo>
                    <a:pt x="68572" y="3052299"/>
                  </a:lnTo>
                  <a:lnTo>
                    <a:pt x="48316" y="3011595"/>
                  </a:lnTo>
                  <a:lnTo>
                    <a:pt x="31368" y="2969087"/>
                  </a:lnTo>
                  <a:lnTo>
                    <a:pt x="17895" y="2924942"/>
                  </a:lnTo>
                  <a:lnTo>
                    <a:pt x="8064" y="2879328"/>
                  </a:lnTo>
                  <a:lnTo>
                    <a:pt x="2044" y="2832412"/>
                  </a:lnTo>
                  <a:lnTo>
                    <a:pt x="0" y="2784360"/>
                  </a:lnTo>
                  <a:lnTo>
                    <a:pt x="0" y="556894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6304" y="0"/>
            <a:ext cx="11375390" cy="3171825"/>
            <a:chOff x="146304" y="0"/>
            <a:chExt cx="11375390" cy="3171825"/>
          </a:xfrm>
        </p:grpSpPr>
        <p:sp>
          <p:nvSpPr>
            <p:cNvPr id="7" name="object 7"/>
            <p:cNvSpPr/>
            <p:nvPr/>
          </p:nvSpPr>
          <p:spPr>
            <a:xfrm>
              <a:off x="369455" y="692784"/>
              <a:ext cx="11139170" cy="2466340"/>
            </a:xfrm>
            <a:custGeom>
              <a:avLst/>
              <a:gdLst/>
              <a:ahLst/>
              <a:cxnLst/>
              <a:rect l="l" t="t" r="r" b="b"/>
              <a:pathLst>
                <a:path w="11139170" h="2466340">
                  <a:moveTo>
                    <a:pt x="10728058" y="0"/>
                  </a:moveTo>
                  <a:lnTo>
                    <a:pt x="411022" y="0"/>
                  </a:lnTo>
                  <a:lnTo>
                    <a:pt x="363089" y="2765"/>
                  </a:lnTo>
                  <a:lnTo>
                    <a:pt x="316779" y="10855"/>
                  </a:lnTo>
                  <a:lnTo>
                    <a:pt x="272402" y="23961"/>
                  </a:lnTo>
                  <a:lnTo>
                    <a:pt x="230266" y="41775"/>
                  </a:lnTo>
                  <a:lnTo>
                    <a:pt x="190679" y="63989"/>
                  </a:lnTo>
                  <a:lnTo>
                    <a:pt x="153949" y="90293"/>
                  </a:lnTo>
                  <a:lnTo>
                    <a:pt x="120386" y="120380"/>
                  </a:lnTo>
                  <a:lnTo>
                    <a:pt x="90297" y="153940"/>
                  </a:lnTo>
                  <a:lnTo>
                    <a:pt x="63991" y="190665"/>
                  </a:lnTo>
                  <a:lnTo>
                    <a:pt x="41777" y="230247"/>
                  </a:lnTo>
                  <a:lnTo>
                    <a:pt x="23962" y="272377"/>
                  </a:lnTo>
                  <a:lnTo>
                    <a:pt x="10855" y="316747"/>
                  </a:lnTo>
                  <a:lnTo>
                    <a:pt x="2765" y="363048"/>
                  </a:lnTo>
                  <a:lnTo>
                    <a:pt x="0" y="410972"/>
                  </a:lnTo>
                  <a:lnTo>
                    <a:pt x="0" y="2054987"/>
                  </a:lnTo>
                  <a:lnTo>
                    <a:pt x="2765" y="2102935"/>
                  </a:lnTo>
                  <a:lnTo>
                    <a:pt x="10855" y="2149258"/>
                  </a:lnTo>
                  <a:lnTo>
                    <a:pt x="23962" y="2193646"/>
                  </a:lnTo>
                  <a:lnTo>
                    <a:pt x="41777" y="2235792"/>
                  </a:lnTo>
                  <a:lnTo>
                    <a:pt x="63991" y="2275386"/>
                  </a:lnTo>
                  <a:lnTo>
                    <a:pt x="90297" y="2312122"/>
                  </a:lnTo>
                  <a:lnTo>
                    <a:pt x="120386" y="2345690"/>
                  </a:lnTo>
                  <a:lnTo>
                    <a:pt x="153949" y="2375782"/>
                  </a:lnTo>
                  <a:lnTo>
                    <a:pt x="190679" y="2402090"/>
                  </a:lnTo>
                  <a:lnTo>
                    <a:pt x="230266" y="2424307"/>
                  </a:lnTo>
                  <a:lnTo>
                    <a:pt x="272402" y="2442122"/>
                  </a:lnTo>
                  <a:lnTo>
                    <a:pt x="316779" y="2455230"/>
                  </a:lnTo>
                  <a:lnTo>
                    <a:pt x="363089" y="2463320"/>
                  </a:lnTo>
                  <a:lnTo>
                    <a:pt x="411022" y="2466086"/>
                  </a:lnTo>
                  <a:lnTo>
                    <a:pt x="10728058" y="2466086"/>
                  </a:lnTo>
                  <a:lnTo>
                    <a:pt x="10775981" y="2463320"/>
                  </a:lnTo>
                  <a:lnTo>
                    <a:pt x="10822282" y="2455230"/>
                  </a:lnTo>
                  <a:lnTo>
                    <a:pt x="10866652" y="2442122"/>
                  </a:lnTo>
                  <a:lnTo>
                    <a:pt x="10908782" y="2424307"/>
                  </a:lnTo>
                  <a:lnTo>
                    <a:pt x="10948364" y="2402090"/>
                  </a:lnTo>
                  <a:lnTo>
                    <a:pt x="10985090" y="2375782"/>
                  </a:lnTo>
                  <a:lnTo>
                    <a:pt x="11018650" y="2345690"/>
                  </a:lnTo>
                  <a:lnTo>
                    <a:pt x="11048736" y="2312122"/>
                  </a:lnTo>
                  <a:lnTo>
                    <a:pt x="11075040" y="2275386"/>
                  </a:lnTo>
                  <a:lnTo>
                    <a:pt x="11097254" y="2235792"/>
                  </a:lnTo>
                  <a:lnTo>
                    <a:pt x="11115068" y="2193646"/>
                  </a:lnTo>
                  <a:lnTo>
                    <a:pt x="11128174" y="2149258"/>
                  </a:lnTo>
                  <a:lnTo>
                    <a:pt x="11136265" y="2102935"/>
                  </a:lnTo>
                  <a:lnTo>
                    <a:pt x="11139030" y="2054987"/>
                  </a:lnTo>
                  <a:lnTo>
                    <a:pt x="11139030" y="410972"/>
                  </a:lnTo>
                  <a:lnTo>
                    <a:pt x="11136265" y="363048"/>
                  </a:lnTo>
                  <a:lnTo>
                    <a:pt x="11128174" y="316747"/>
                  </a:lnTo>
                  <a:lnTo>
                    <a:pt x="11115068" y="272377"/>
                  </a:lnTo>
                  <a:lnTo>
                    <a:pt x="11097254" y="230247"/>
                  </a:lnTo>
                  <a:lnTo>
                    <a:pt x="11075040" y="190665"/>
                  </a:lnTo>
                  <a:lnTo>
                    <a:pt x="11048736" y="153940"/>
                  </a:lnTo>
                  <a:lnTo>
                    <a:pt x="11018650" y="120380"/>
                  </a:lnTo>
                  <a:lnTo>
                    <a:pt x="10985090" y="90293"/>
                  </a:lnTo>
                  <a:lnTo>
                    <a:pt x="10948364" y="63989"/>
                  </a:lnTo>
                  <a:lnTo>
                    <a:pt x="10908782" y="41775"/>
                  </a:lnTo>
                  <a:lnTo>
                    <a:pt x="10866652" y="23961"/>
                  </a:lnTo>
                  <a:lnTo>
                    <a:pt x="10822282" y="10855"/>
                  </a:lnTo>
                  <a:lnTo>
                    <a:pt x="10775981" y="2765"/>
                  </a:lnTo>
                  <a:lnTo>
                    <a:pt x="107280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69455" y="692784"/>
              <a:ext cx="11139170" cy="2466340"/>
            </a:xfrm>
            <a:custGeom>
              <a:avLst/>
              <a:gdLst/>
              <a:ahLst/>
              <a:cxnLst/>
              <a:rect l="l" t="t" r="r" b="b"/>
              <a:pathLst>
                <a:path w="11139170" h="2466340">
                  <a:moveTo>
                    <a:pt x="0" y="410972"/>
                  </a:moveTo>
                  <a:lnTo>
                    <a:pt x="2765" y="363048"/>
                  </a:lnTo>
                  <a:lnTo>
                    <a:pt x="10855" y="316747"/>
                  </a:lnTo>
                  <a:lnTo>
                    <a:pt x="23962" y="272377"/>
                  </a:lnTo>
                  <a:lnTo>
                    <a:pt x="41777" y="230247"/>
                  </a:lnTo>
                  <a:lnTo>
                    <a:pt x="63991" y="190665"/>
                  </a:lnTo>
                  <a:lnTo>
                    <a:pt x="90297" y="153940"/>
                  </a:lnTo>
                  <a:lnTo>
                    <a:pt x="120386" y="120380"/>
                  </a:lnTo>
                  <a:lnTo>
                    <a:pt x="153949" y="90293"/>
                  </a:lnTo>
                  <a:lnTo>
                    <a:pt x="190679" y="63989"/>
                  </a:lnTo>
                  <a:lnTo>
                    <a:pt x="230266" y="41775"/>
                  </a:lnTo>
                  <a:lnTo>
                    <a:pt x="272402" y="23961"/>
                  </a:lnTo>
                  <a:lnTo>
                    <a:pt x="316779" y="10855"/>
                  </a:lnTo>
                  <a:lnTo>
                    <a:pt x="363089" y="2765"/>
                  </a:lnTo>
                  <a:lnTo>
                    <a:pt x="411022" y="0"/>
                  </a:lnTo>
                  <a:lnTo>
                    <a:pt x="10728058" y="0"/>
                  </a:lnTo>
                  <a:lnTo>
                    <a:pt x="10775981" y="2765"/>
                  </a:lnTo>
                  <a:lnTo>
                    <a:pt x="10822282" y="10855"/>
                  </a:lnTo>
                  <a:lnTo>
                    <a:pt x="10866652" y="23961"/>
                  </a:lnTo>
                  <a:lnTo>
                    <a:pt x="10908782" y="41775"/>
                  </a:lnTo>
                  <a:lnTo>
                    <a:pt x="10948364" y="63989"/>
                  </a:lnTo>
                  <a:lnTo>
                    <a:pt x="10985090" y="90293"/>
                  </a:lnTo>
                  <a:lnTo>
                    <a:pt x="11018650" y="120380"/>
                  </a:lnTo>
                  <a:lnTo>
                    <a:pt x="11048736" y="153940"/>
                  </a:lnTo>
                  <a:lnTo>
                    <a:pt x="11075040" y="190665"/>
                  </a:lnTo>
                  <a:lnTo>
                    <a:pt x="11097254" y="230247"/>
                  </a:lnTo>
                  <a:lnTo>
                    <a:pt x="11115068" y="272377"/>
                  </a:lnTo>
                  <a:lnTo>
                    <a:pt x="11128174" y="316747"/>
                  </a:lnTo>
                  <a:lnTo>
                    <a:pt x="11136265" y="363048"/>
                  </a:lnTo>
                  <a:lnTo>
                    <a:pt x="11139030" y="410972"/>
                  </a:lnTo>
                  <a:lnTo>
                    <a:pt x="11139030" y="2054987"/>
                  </a:lnTo>
                  <a:lnTo>
                    <a:pt x="11136265" y="2102935"/>
                  </a:lnTo>
                  <a:lnTo>
                    <a:pt x="11128174" y="2149258"/>
                  </a:lnTo>
                  <a:lnTo>
                    <a:pt x="11115068" y="2193646"/>
                  </a:lnTo>
                  <a:lnTo>
                    <a:pt x="11097254" y="2235792"/>
                  </a:lnTo>
                  <a:lnTo>
                    <a:pt x="11075040" y="2275386"/>
                  </a:lnTo>
                  <a:lnTo>
                    <a:pt x="11048736" y="2312122"/>
                  </a:lnTo>
                  <a:lnTo>
                    <a:pt x="11018650" y="2345690"/>
                  </a:lnTo>
                  <a:lnTo>
                    <a:pt x="10985090" y="2375782"/>
                  </a:lnTo>
                  <a:lnTo>
                    <a:pt x="10948364" y="2402090"/>
                  </a:lnTo>
                  <a:lnTo>
                    <a:pt x="10908782" y="2424307"/>
                  </a:lnTo>
                  <a:lnTo>
                    <a:pt x="10866652" y="2442122"/>
                  </a:lnTo>
                  <a:lnTo>
                    <a:pt x="10822282" y="2455230"/>
                  </a:lnTo>
                  <a:lnTo>
                    <a:pt x="10775981" y="2463320"/>
                  </a:lnTo>
                  <a:lnTo>
                    <a:pt x="10728058" y="2466086"/>
                  </a:lnTo>
                  <a:lnTo>
                    <a:pt x="411022" y="2466086"/>
                  </a:lnTo>
                  <a:lnTo>
                    <a:pt x="363089" y="2463320"/>
                  </a:lnTo>
                  <a:lnTo>
                    <a:pt x="316779" y="2455230"/>
                  </a:lnTo>
                  <a:lnTo>
                    <a:pt x="272402" y="2442122"/>
                  </a:lnTo>
                  <a:lnTo>
                    <a:pt x="230266" y="2424307"/>
                  </a:lnTo>
                  <a:lnTo>
                    <a:pt x="190679" y="2402090"/>
                  </a:lnTo>
                  <a:lnTo>
                    <a:pt x="153949" y="2375782"/>
                  </a:lnTo>
                  <a:lnTo>
                    <a:pt x="120386" y="2345690"/>
                  </a:lnTo>
                  <a:lnTo>
                    <a:pt x="90297" y="2312122"/>
                  </a:lnTo>
                  <a:lnTo>
                    <a:pt x="63991" y="2275386"/>
                  </a:lnTo>
                  <a:lnTo>
                    <a:pt x="41777" y="2235792"/>
                  </a:lnTo>
                  <a:lnTo>
                    <a:pt x="23962" y="2193646"/>
                  </a:lnTo>
                  <a:lnTo>
                    <a:pt x="10855" y="2149258"/>
                  </a:lnTo>
                  <a:lnTo>
                    <a:pt x="2765" y="2102935"/>
                  </a:lnTo>
                  <a:lnTo>
                    <a:pt x="0" y="2054987"/>
                  </a:lnTo>
                  <a:lnTo>
                    <a:pt x="0" y="410972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23900" y="694931"/>
              <a:ext cx="1659636" cy="460260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2752" y="676643"/>
              <a:ext cx="1726692" cy="560844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71232" y="722744"/>
              <a:ext cx="1570227" cy="36945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771232" y="722744"/>
              <a:ext cx="1570355" cy="369570"/>
            </a:xfrm>
            <a:custGeom>
              <a:avLst/>
              <a:gdLst/>
              <a:ahLst/>
              <a:cxnLst/>
              <a:rect l="l" t="t" r="r" b="b"/>
              <a:pathLst>
                <a:path w="1570355" h="369569">
                  <a:moveTo>
                    <a:pt x="0" y="369455"/>
                  </a:moveTo>
                  <a:lnTo>
                    <a:pt x="1570227" y="369455"/>
                  </a:lnTo>
                  <a:lnTo>
                    <a:pt x="1570227" y="0"/>
                  </a:lnTo>
                  <a:lnTo>
                    <a:pt x="0" y="0"/>
                  </a:lnTo>
                  <a:lnTo>
                    <a:pt x="0" y="36945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62888" y="790066"/>
              <a:ext cx="1600200" cy="246887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6304" y="9144"/>
              <a:ext cx="3157727" cy="662939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82168" y="0"/>
              <a:ext cx="2282952" cy="80772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93967" y="36957"/>
              <a:ext cx="3066503" cy="572643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193967" y="36957"/>
              <a:ext cx="3067050" cy="572770"/>
            </a:xfrm>
            <a:custGeom>
              <a:avLst/>
              <a:gdLst/>
              <a:ahLst/>
              <a:cxnLst/>
              <a:rect l="l" t="t" r="r" b="b"/>
              <a:pathLst>
                <a:path w="3067050" h="572770">
                  <a:moveTo>
                    <a:pt x="0" y="286258"/>
                  </a:moveTo>
                  <a:lnTo>
                    <a:pt x="15671" y="245171"/>
                  </a:lnTo>
                  <a:lnTo>
                    <a:pt x="61240" y="205889"/>
                  </a:lnTo>
                  <a:lnTo>
                    <a:pt x="107158" y="180904"/>
                  </a:lnTo>
                  <a:lnTo>
                    <a:pt x="164758" y="157020"/>
                  </a:lnTo>
                  <a:lnTo>
                    <a:pt x="233396" y="134358"/>
                  </a:lnTo>
                  <a:lnTo>
                    <a:pt x="271654" y="123523"/>
                  </a:lnTo>
                  <a:lnTo>
                    <a:pt x="312431" y="113038"/>
                  </a:lnTo>
                  <a:lnTo>
                    <a:pt x="355647" y="102918"/>
                  </a:lnTo>
                  <a:lnTo>
                    <a:pt x="401220" y="93179"/>
                  </a:lnTo>
                  <a:lnTo>
                    <a:pt x="449072" y="83835"/>
                  </a:lnTo>
                  <a:lnTo>
                    <a:pt x="499120" y="74902"/>
                  </a:lnTo>
                  <a:lnTo>
                    <a:pt x="551287" y="66394"/>
                  </a:lnTo>
                  <a:lnTo>
                    <a:pt x="605490" y="58326"/>
                  </a:lnTo>
                  <a:lnTo>
                    <a:pt x="661649" y="50713"/>
                  </a:lnTo>
                  <a:lnTo>
                    <a:pt x="719685" y="43571"/>
                  </a:lnTo>
                  <a:lnTo>
                    <a:pt x="779517" y="36914"/>
                  </a:lnTo>
                  <a:lnTo>
                    <a:pt x="841065" y="30757"/>
                  </a:lnTo>
                  <a:lnTo>
                    <a:pt x="904248" y="25115"/>
                  </a:lnTo>
                  <a:lnTo>
                    <a:pt x="968986" y="20004"/>
                  </a:lnTo>
                  <a:lnTo>
                    <a:pt x="1035198" y="15438"/>
                  </a:lnTo>
                  <a:lnTo>
                    <a:pt x="1102805" y="11432"/>
                  </a:lnTo>
                  <a:lnTo>
                    <a:pt x="1171726" y="8001"/>
                  </a:lnTo>
                  <a:lnTo>
                    <a:pt x="1241881" y="5160"/>
                  </a:lnTo>
                  <a:lnTo>
                    <a:pt x="1313190" y="2925"/>
                  </a:lnTo>
                  <a:lnTo>
                    <a:pt x="1385571" y="1310"/>
                  </a:lnTo>
                  <a:lnTo>
                    <a:pt x="1458946" y="330"/>
                  </a:lnTo>
                  <a:lnTo>
                    <a:pt x="1533232" y="0"/>
                  </a:lnTo>
                  <a:lnTo>
                    <a:pt x="1607524" y="330"/>
                  </a:lnTo>
                  <a:lnTo>
                    <a:pt x="1680902" y="1310"/>
                  </a:lnTo>
                  <a:lnTo>
                    <a:pt x="1753287" y="2925"/>
                  </a:lnTo>
                  <a:lnTo>
                    <a:pt x="1824599" y="5160"/>
                  </a:lnTo>
                  <a:lnTo>
                    <a:pt x="1894757" y="8001"/>
                  </a:lnTo>
                  <a:lnTo>
                    <a:pt x="1963681" y="11432"/>
                  </a:lnTo>
                  <a:lnTo>
                    <a:pt x="2031291" y="15438"/>
                  </a:lnTo>
                  <a:lnTo>
                    <a:pt x="2097506" y="20004"/>
                  </a:lnTo>
                  <a:lnTo>
                    <a:pt x="2162246" y="25115"/>
                  </a:lnTo>
                  <a:lnTo>
                    <a:pt x="2225430" y="30757"/>
                  </a:lnTo>
                  <a:lnTo>
                    <a:pt x="2286980" y="36914"/>
                  </a:lnTo>
                  <a:lnTo>
                    <a:pt x="2346813" y="43571"/>
                  </a:lnTo>
                  <a:lnTo>
                    <a:pt x="2404850" y="50713"/>
                  </a:lnTo>
                  <a:lnTo>
                    <a:pt x="2461011" y="58326"/>
                  </a:lnTo>
                  <a:lnTo>
                    <a:pt x="2515215" y="66394"/>
                  </a:lnTo>
                  <a:lnTo>
                    <a:pt x="2567382" y="74902"/>
                  </a:lnTo>
                  <a:lnTo>
                    <a:pt x="2617431" y="83835"/>
                  </a:lnTo>
                  <a:lnTo>
                    <a:pt x="2665283" y="93179"/>
                  </a:lnTo>
                  <a:lnTo>
                    <a:pt x="2710857" y="102918"/>
                  </a:lnTo>
                  <a:lnTo>
                    <a:pt x="2754073" y="113038"/>
                  </a:lnTo>
                  <a:lnTo>
                    <a:pt x="2794850" y="123523"/>
                  </a:lnTo>
                  <a:lnTo>
                    <a:pt x="2833108" y="134358"/>
                  </a:lnTo>
                  <a:lnTo>
                    <a:pt x="2901747" y="157020"/>
                  </a:lnTo>
                  <a:lnTo>
                    <a:pt x="2959346" y="180904"/>
                  </a:lnTo>
                  <a:lnTo>
                    <a:pt x="3005264" y="205889"/>
                  </a:lnTo>
                  <a:lnTo>
                    <a:pt x="3038857" y="231857"/>
                  </a:lnTo>
                  <a:lnTo>
                    <a:pt x="3064735" y="272386"/>
                  </a:lnTo>
                  <a:lnTo>
                    <a:pt x="3066503" y="286258"/>
                  </a:lnTo>
                  <a:lnTo>
                    <a:pt x="3064735" y="300139"/>
                  </a:lnTo>
                  <a:lnTo>
                    <a:pt x="3038857" y="340698"/>
                  </a:lnTo>
                  <a:lnTo>
                    <a:pt x="3005264" y="366682"/>
                  </a:lnTo>
                  <a:lnTo>
                    <a:pt x="2959346" y="391681"/>
                  </a:lnTo>
                  <a:lnTo>
                    <a:pt x="2901747" y="415577"/>
                  </a:lnTo>
                  <a:lnTo>
                    <a:pt x="2833108" y="438249"/>
                  </a:lnTo>
                  <a:lnTo>
                    <a:pt x="2794850" y="449089"/>
                  </a:lnTo>
                  <a:lnTo>
                    <a:pt x="2754073" y="459578"/>
                  </a:lnTo>
                  <a:lnTo>
                    <a:pt x="2710857" y="469701"/>
                  </a:lnTo>
                  <a:lnTo>
                    <a:pt x="2665283" y="479444"/>
                  </a:lnTo>
                  <a:lnTo>
                    <a:pt x="2617431" y="488791"/>
                  </a:lnTo>
                  <a:lnTo>
                    <a:pt x="2567382" y="497727"/>
                  </a:lnTo>
                  <a:lnTo>
                    <a:pt x="2515215" y="506237"/>
                  </a:lnTo>
                  <a:lnTo>
                    <a:pt x="2461011" y="514307"/>
                  </a:lnTo>
                  <a:lnTo>
                    <a:pt x="2404850" y="521922"/>
                  </a:lnTo>
                  <a:lnTo>
                    <a:pt x="2346813" y="529066"/>
                  </a:lnTo>
                  <a:lnTo>
                    <a:pt x="2286980" y="535724"/>
                  </a:lnTo>
                  <a:lnTo>
                    <a:pt x="2225430" y="541882"/>
                  </a:lnTo>
                  <a:lnTo>
                    <a:pt x="2162246" y="547524"/>
                  </a:lnTo>
                  <a:lnTo>
                    <a:pt x="2097506" y="552636"/>
                  </a:lnTo>
                  <a:lnTo>
                    <a:pt x="2031291" y="557203"/>
                  </a:lnTo>
                  <a:lnTo>
                    <a:pt x="1963681" y="561209"/>
                  </a:lnTo>
                  <a:lnTo>
                    <a:pt x="1894757" y="564641"/>
                  </a:lnTo>
                  <a:lnTo>
                    <a:pt x="1824599" y="567481"/>
                  </a:lnTo>
                  <a:lnTo>
                    <a:pt x="1753287" y="569717"/>
                  </a:lnTo>
                  <a:lnTo>
                    <a:pt x="1680902" y="571332"/>
                  </a:lnTo>
                  <a:lnTo>
                    <a:pt x="1607524" y="572312"/>
                  </a:lnTo>
                  <a:lnTo>
                    <a:pt x="1533232" y="572643"/>
                  </a:lnTo>
                  <a:lnTo>
                    <a:pt x="1458946" y="572312"/>
                  </a:lnTo>
                  <a:lnTo>
                    <a:pt x="1385571" y="571332"/>
                  </a:lnTo>
                  <a:lnTo>
                    <a:pt x="1313190" y="569717"/>
                  </a:lnTo>
                  <a:lnTo>
                    <a:pt x="1241881" y="567481"/>
                  </a:lnTo>
                  <a:lnTo>
                    <a:pt x="1171726" y="564641"/>
                  </a:lnTo>
                  <a:lnTo>
                    <a:pt x="1102805" y="561209"/>
                  </a:lnTo>
                  <a:lnTo>
                    <a:pt x="1035198" y="557203"/>
                  </a:lnTo>
                  <a:lnTo>
                    <a:pt x="968986" y="552636"/>
                  </a:lnTo>
                  <a:lnTo>
                    <a:pt x="904248" y="547524"/>
                  </a:lnTo>
                  <a:lnTo>
                    <a:pt x="841065" y="541882"/>
                  </a:lnTo>
                  <a:lnTo>
                    <a:pt x="779517" y="535724"/>
                  </a:lnTo>
                  <a:lnTo>
                    <a:pt x="719685" y="529066"/>
                  </a:lnTo>
                  <a:lnTo>
                    <a:pt x="661649" y="521922"/>
                  </a:lnTo>
                  <a:lnTo>
                    <a:pt x="605490" y="514307"/>
                  </a:lnTo>
                  <a:lnTo>
                    <a:pt x="551287" y="506237"/>
                  </a:lnTo>
                  <a:lnTo>
                    <a:pt x="499120" y="497727"/>
                  </a:lnTo>
                  <a:lnTo>
                    <a:pt x="449071" y="488791"/>
                  </a:lnTo>
                  <a:lnTo>
                    <a:pt x="401220" y="479444"/>
                  </a:lnTo>
                  <a:lnTo>
                    <a:pt x="355647" y="469701"/>
                  </a:lnTo>
                  <a:lnTo>
                    <a:pt x="312431" y="459578"/>
                  </a:lnTo>
                  <a:lnTo>
                    <a:pt x="271654" y="449089"/>
                  </a:lnTo>
                  <a:lnTo>
                    <a:pt x="233396" y="438249"/>
                  </a:lnTo>
                  <a:lnTo>
                    <a:pt x="164758" y="415577"/>
                  </a:lnTo>
                  <a:lnTo>
                    <a:pt x="107158" y="391681"/>
                  </a:lnTo>
                  <a:lnTo>
                    <a:pt x="61240" y="366682"/>
                  </a:lnTo>
                  <a:lnTo>
                    <a:pt x="27646" y="340698"/>
                  </a:lnTo>
                  <a:lnTo>
                    <a:pt x="1768" y="300139"/>
                  </a:lnTo>
                  <a:lnTo>
                    <a:pt x="0" y="28625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38809" y="143510"/>
              <a:ext cx="2130933" cy="384047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585216" y="3499078"/>
            <a:ext cx="1937385" cy="650875"/>
            <a:chOff x="585216" y="3499078"/>
            <a:chExt cx="1937385" cy="650875"/>
          </a:xfrm>
        </p:grpSpPr>
        <p:pic>
          <p:nvPicPr>
            <p:cNvPr id="20" name="object 2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85216" y="3499078"/>
              <a:ext cx="1937004" cy="650773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033272" y="3578339"/>
              <a:ext cx="1040879" cy="560844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32688" y="3526028"/>
              <a:ext cx="1847240" cy="561086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632688" y="3526028"/>
              <a:ext cx="1847850" cy="561340"/>
            </a:xfrm>
            <a:custGeom>
              <a:avLst/>
              <a:gdLst/>
              <a:ahLst/>
              <a:cxnLst/>
              <a:rect l="l" t="t" r="r" b="b"/>
              <a:pathLst>
                <a:path w="1847850" h="561339">
                  <a:moveTo>
                    <a:pt x="0" y="93472"/>
                  </a:moveTo>
                  <a:lnTo>
                    <a:pt x="7349" y="57060"/>
                  </a:lnTo>
                  <a:lnTo>
                    <a:pt x="27392" y="27352"/>
                  </a:lnTo>
                  <a:lnTo>
                    <a:pt x="57119" y="7336"/>
                  </a:lnTo>
                  <a:lnTo>
                    <a:pt x="93522" y="0"/>
                  </a:lnTo>
                  <a:lnTo>
                    <a:pt x="1753768" y="0"/>
                  </a:lnTo>
                  <a:lnTo>
                    <a:pt x="1790179" y="7336"/>
                  </a:lnTo>
                  <a:lnTo>
                    <a:pt x="1819887" y="27352"/>
                  </a:lnTo>
                  <a:lnTo>
                    <a:pt x="1839904" y="57060"/>
                  </a:lnTo>
                  <a:lnTo>
                    <a:pt x="1847240" y="93472"/>
                  </a:lnTo>
                  <a:lnTo>
                    <a:pt x="1847240" y="467487"/>
                  </a:lnTo>
                  <a:lnTo>
                    <a:pt x="1839904" y="503918"/>
                  </a:lnTo>
                  <a:lnTo>
                    <a:pt x="1819887" y="533669"/>
                  </a:lnTo>
                  <a:lnTo>
                    <a:pt x="1790179" y="553729"/>
                  </a:lnTo>
                  <a:lnTo>
                    <a:pt x="1753768" y="561086"/>
                  </a:lnTo>
                  <a:lnTo>
                    <a:pt x="93522" y="561086"/>
                  </a:lnTo>
                  <a:lnTo>
                    <a:pt x="57119" y="553729"/>
                  </a:lnTo>
                  <a:lnTo>
                    <a:pt x="27392" y="533669"/>
                  </a:lnTo>
                  <a:lnTo>
                    <a:pt x="7349" y="503918"/>
                  </a:lnTo>
                  <a:lnTo>
                    <a:pt x="0" y="467487"/>
                  </a:lnTo>
                  <a:lnTo>
                    <a:pt x="0" y="9347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212799" y="3691763"/>
              <a:ext cx="914399" cy="246887"/>
            </a:xfrm>
            <a:prstGeom prst="rect">
              <a:avLst/>
            </a:prstGeom>
          </p:spPr>
        </p:pic>
      </p:grpSp>
      <p:grpSp>
        <p:nvGrpSpPr>
          <p:cNvPr id="25" name="object 25"/>
          <p:cNvGrpSpPr/>
          <p:nvPr/>
        </p:nvGrpSpPr>
        <p:grpSpPr>
          <a:xfrm>
            <a:off x="4854828" y="3416300"/>
            <a:ext cx="6666865" cy="3366770"/>
            <a:chOff x="4854828" y="3416300"/>
            <a:chExt cx="6666865" cy="3366770"/>
          </a:xfrm>
        </p:grpSpPr>
        <p:sp>
          <p:nvSpPr>
            <p:cNvPr id="26" name="object 26"/>
            <p:cNvSpPr/>
            <p:nvPr/>
          </p:nvSpPr>
          <p:spPr>
            <a:xfrm>
              <a:off x="4867528" y="3429000"/>
              <a:ext cx="6641465" cy="3341370"/>
            </a:xfrm>
            <a:custGeom>
              <a:avLst/>
              <a:gdLst/>
              <a:ahLst/>
              <a:cxnLst/>
              <a:rect l="l" t="t" r="r" b="b"/>
              <a:pathLst>
                <a:path w="6641465" h="3341370">
                  <a:moveTo>
                    <a:pt x="6084062" y="0"/>
                  </a:moveTo>
                  <a:lnTo>
                    <a:pt x="556895" y="0"/>
                  </a:lnTo>
                  <a:lnTo>
                    <a:pt x="508839" y="2043"/>
                  </a:lnTo>
                  <a:lnTo>
                    <a:pt x="461920" y="8064"/>
                  </a:lnTo>
                  <a:lnTo>
                    <a:pt x="416304" y="17893"/>
                  </a:lnTo>
                  <a:lnTo>
                    <a:pt x="372158" y="31365"/>
                  </a:lnTo>
                  <a:lnTo>
                    <a:pt x="329649" y="48312"/>
                  </a:lnTo>
                  <a:lnTo>
                    <a:pt x="288944" y="68568"/>
                  </a:lnTo>
                  <a:lnTo>
                    <a:pt x="250211" y="91964"/>
                  </a:lnTo>
                  <a:lnTo>
                    <a:pt x="213616" y="118334"/>
                  </a:lnTo>
                  <a:lnTo>
                    <a:pt x="179327" y="147510"/>
                  </a:lnTo>
                  <a:lnTo>
                    <a:pt x="147510" y="179327"/>
                  </a:lnTo>
                  <a:lnTo>
                    <a:pt x="118334" y="213616"/>
                  </a:lnTo>
                  <a:lnTo>
                    <a:pt x="91964" y="250211"/>
                  </a:lnTo>
                  <a:lnTo>
                    <a:pt x="68568" y="288944"/>
                  </a:lnTo>
                  <a:lnTo>
                    <a:pt x="48312" y="329649"/>
                  </a:lnTo>
                  <a:lnTo>
                    <a:pt x="31365" y="372158"/>
                  </a:lnTo>
                  <a:lnTo>
                    <a:pt x="17893" y="416304"/>
                  </a:lnTo>
                  <a:lnTo>
                    <a:pt x="8064" y="461920"/>
                  </a:lnTo>
                  <a:lnTo>
                    <a:pt x="2043" y="508839"/>
                  </a:lnTo>
                  <a:lnTo>
                    <a:pt x="0" y="556894"/>
                  </a:lnTo>
                  <a:lnTo>
                    <a:pt x="0" y="2784373"/>
                  </a:lnTo>
                  <a:lnTo>
                    <a:pt x="2043" y="2832423"/>
                  </a:lnTo>
                  <a:lnTo>
                    <a:pt x="8064" y="2879337"/>
                  </a:lnTo>
                  <a:lnTo>
                    <a:pt x="17893" y="2924950"/>
                  </a:lnTo>
                  <a:lnTo>
                    <a:pt x="31365" y="2969093"/>
                  </a:lnTo>
                  <a:lnTo>
                    <a:pt x="48312" y="3011600"/>
                  </a:lnTo>
                  <a:lnTo>
                    <a:pt x="68568" y="3052303"/>
                  </a:lnTo>
                  <a:lnTo>
                    <a:pt x="91964" y="3091035"/>
                  </a:lnTo>
                  <a:lnTo>
                    <a:pt x="118334" y="3127630"/>
                  </a:lnTo>
                  <a:lnTo>
                    <a:pt x="147510" y="3161919"/>
                  </a:lnTo>
                  <a:lnTo>
                    <a:pt x="179327" y="3193736"/>
                  </a:lnTo>
                  <a:lnTo>
                    <a:pt x="213616" y="3222913"/>
                  </a:lnTo>
                  <a:lnTo>
                    <a:pt x="250211" y="3249284"/>
                  </a:lnTo>
                  <a:lnTo>
                    <a:pt x="288944" y="3272681"/>
                  </a:lnTo>
                  <a:lnTo>
                    <a:pt x="329649" y="3292938"/>
                  </a:lnTo>
                  <a:lnTo>
                    <a:pt x="372158" y="3309886"/>
                  </a:lnTo>
                  <a:lnTo>
                    <a:pt x="416304" y="3323359"/>
                  </a:lnTo>
                  <a:lnTo>
                    <a:pt x="461920" y="3333189"/>
                  </a:lnTo>
                  <a:lnTo>
                    <a:pt x="508839" y="3339210"/>
                  </a:lnTo>
                  <a:lnTo>
                    <a:pt x="556895" y="3341254"/>
                  </a:lnTo>
                  <a:lnTo>
                    <a:pt x="6084062" y="3341254"/>
                  </a:lnTo>
                  <a:lnTo>
                    <a:pt x="6132117" y="3339210"/>
                  </a:lnTo>
                  <a:lnTo>
                    <a:pt x="6179036" y="3333189"/>
                  </a:lnTo>
                  <a:lnTo>
                    <a:pt x="6224652" y="3323359"/>
                  </a:lnTo>
                  <a:lnTo>
                    <a:pt x="6268798" y="3309886"/>
                  </a:lnTo>
                  <a:lnTo>
                    <a:pt x="6311307" y="3292938"/>
                  </a:lnTo>
                  <a:lnTo>
                    <a:pt x="6352012" y="3272681"/>
                  </a:lnTo>
                  <a:lnTo>
                    <a:pt x="6390745" y="3249284"/>
                  </a:lnTo>
                  <a:lnTo>
                    <a:pt x="6427340" y="3222913"/>
                  </a:lnTo>
                  <a:lnTo>
                    <a:pt x="6461629" y="3193736"/>
                  </a:lnTo>
                  <a:lnTo>
                    <a:pt x="6493446" y="3161919"/>
                  </a:lnTo>
                  <a:lnTo>
                    <a:pt x="6522622" y="3127630"/>
                  </a:lnTo>
                  <a:lnTo>
                    <a:pt x="6548992" y="3091035"/>
                  </a:lnTo>
                  <a:lnTo>
                    <a:pt x="6572388" y="3052303"/>
                  </a:lnTo>
                  <a:lnTo>
                    <a:pt x="6592644" y="3011600"/>
                  </a:lnTo>
                  <a:lnTo>
                    <a:pt x="6609591" y="2969093"/>
                  </a:lnTo>
                  <a:lnTo>
                    <a:pt x="6623063" y="2924950"/>
                  </a:lnTo>
                  <a:lnTo>
                    <a:pt x="6632892" y="2879337"/>
                  </a:lnTo>
                  <a:lnTo>
                    <a:pt x="6638913" y="2832423"/>
                  </a:lnTo>
                  <a:lnTo>
                    <a:pt x="6640957" y="2784373"/>
                  </a:lnTo>
                  <a:lnTo>
                    <a:pt x="6640957" y="556894"/>
                  </a:lnTo>
                  <a:lnTo>
                    <a:pt x="6638913" y="508839"/>
                  </a:lnTo>
                  <a:lnTo>
                    <a:pt x="6632892" y="461920"/>
                  </a:lnTo>
                  <a:lnTo>
                    <a:pt x="6623063" y="416304"/>
                  </a:lnTo>
                  <a:lnTo>
                    <a:pt x="6609591" y="372158"/>
                  </a:lnTo>
                  <a:lnTo>
                    <a:pt x="6592644" y="329649"/>
                  </a:lnTo>
                  <a:lnTo>
                    <a:pt x="6572388" y="288944"/>
                  </a:lnTo>
                  <a:lnTo>
                    <a:pt x="6548992" y="250211"/>
                  </a:lnTo>
                  <a:lnTo>
                    <a:pt x="6522622" y="213616"/>
                  </a:lnTo>
                  <a:lnTo>
                    <a:pt x="6493446" y="179327"/>
                  </a:lnTo>
                  <a:lnTo>
                    <a:pt x="6461629" y="147510"/>
                  </a:lnTo>
                  <a:lnTo>
                    <a:pt x="6427340" y="118334"/>
                  </a:lnTo>
                  <a:lnTo>
                    <a:pt x="6390745" y="91964"/>
                  </a:lnTo>
                  <a:lnTo>
                    <a:pt x="6352012" y="68568"/>
                  </a:lnTo>
                  <a:lnTo>
                    <a:pt x="6311307" y="48312"/>
                  </a:lnTo>
                  <a:lnTo>
                    <a:pt x="6268798" y="31365"/>
                  </a:lnTo>
                  <a:lnTo>
                    <a:pt x="6224652" y="17893"/>
                  </a:lnTo>
                  <a:lnTo>
                    <a:pt x="6179036" y="8064"/>
                  </a:lnTo>
                  <a:lnTo>
                    <a:pt x="6132117" y="2043"/>
                  </a:lnTo>
                  <a:lnTo>
                    <a:pt x="608406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867528" y="3429000"/>
              <a:ext cx="6641465" cy="3341370"/>
            </a:xfrm>
            <a:custGeom>
              <a:avLst/>
              <a:gdLst/>
              <a:ahLst/>
              <a:cxnLst/>
              <a:rect l="l" t="t" r="r" b="b"/>
              <a:pathLst>
                <a:path w="6641465" h="3341370">
                  <a:moveTo>
                    <a:pt x="0" y="556894"/>
                  </a:moveTo>
                  <a:lnTo>
                    <a:pt x="2043" y="508839"/>
                  </a:lnTo>
                  <a:lnTo>
                    <a:pt x="8064" y="461920"/>
                  </a:lnTo>
                  <a:lnTo>
                    <a:pt x="17893" y="416304"/>
                  </a:lnTo>
                  <a:lnTo>
                    <a:pt x="31365" y="372158"/>
                  </a:lnTo>
                  <a:lnTo>
                    <a:pt x="48312" y="329649"/>
                  </a:lnTo>
                  <a:lnTo>
                    <a:pt x="68568" y="288944"/>
                  </a:lnTo>
                  <a:lnTo>
                    <a:pt x="91964" y="250211"/>
                  </a:lnTo>
                  <a:lnTo>
                    <a:pt x="118334" y="213616"/>
                  </a:lnTo>
                  <a:lnTo>
                    <a:pt x="147510" y="179327"/>
                  </a:lnTo>
                  <a:lnTo>
                    <a:pt x="179327" y="147510"/>
                  </a:lnTo>
                  <a:lnTo>
                    <a:pt x="213616" y="118334"/>
                  </a:lnTo>
                  <a:lnTo>
                    <a:pt x="250211" y="91964"/>
                  </a:lnTo>
                  <a:lnTo>
                    <a:pt x="288944" y="68568"/>
                  </a:lnTo>
                  <a:lnTo>
                    <a:pt x="329649" y="48312"/>
                  </a:lnTo>
                  <a:lnTo>
                    <a:pt x="372158" y="31365"/>
                  </a:lnTo>
                  <a:lnTo>
                    <a:pt x="416304" y="17893"/>
                  </a:lnTo>
                  <a:lnTo>
                    <a:pt x="461920" y="8064"/>
                  </a:lnTo>
                  <a:lnTo>
                    <a:pt x="508839" y="2043"/>
                  </a:lnTo>
                  <a:lnTo>
                    <a:pt x="556895" y="0"/>
                  </a:lnTo>
                  <a:lnTo>
                    <a:pt x="6084062" y="0"/>
                  </a:lnTo>
                  <a:lnTo>
                    <a:pt x="6132117" y="2043"/>
                  </a:lnTo>
                  <a:lnTo>
                    <a:pt x="6179036" y="8064"/>
                  </a:lnTo>
                  <a:lnTo>
                    <a:pt x="6224652" y="17893"/>
                  </a:lnTo>
                  <a:lnTo>
                    <a:pt x="6268798" y="31365"/>
                  </a:lnTo>
                  <a:lnTo>
                    <a:pt x="6311307" y="48312"/>
                  </a:lnTo>
                  <a:lnTo>
                    <a:pt x="6352012" y="68568"/>
                  </a:lnTo>
                  <a:lnTo>
                    <a:pt x="6390745" y="91964"/>
                  </a:lnTo>
                  <a:lnTo>
                    <a:pt x="6427340" y="118334"/>
                  </a:lnTo>
                  <a:lnTo>
                    <a:pt x="6461629" y="147510"/>
                  </a:lnTo>
                  <a:lnTo>
                    <a:pt x="6493446" y="179327"/>
                  </a:lnTo>
                  <a:lnTo>
                    <a:pt x="6522622" y="213616"/>
                  </a:lnTo>
                  <a:lnTo>
                    <a:pt x="6548992" y="250211"/>
                  </a:lnTo>
                  <a:lnTo>
                    <a:pt x="6572388" y="288944"/>
                  </a:lnTo>
                  <a:lnTo>
                    <a:pt x="6592644" y="329649"/>
                  </a:lnTo>
                  <a:lnTo>
                    <a:pt x="6609591" y="372158"/>
                  </a:lnTo>
                  <a:lnTo>
                    <a:pt x="6623063" y="416304"/>
                  </a:lnTo>
                  <a:lnTo>
                    <a:pt x="6632892" y="461920"/>
                  </a:lnTo>
                  <a:lnTo>
                    <a:pt x="6638913" y="508839"/>
                  </a:lnTo>
                  <a:lnTo>
                    <a:pt x="6640957" y="556894"/>
                  </a:lnTo>
                  <a:lnTo>
                    <a:pt x="6640957" y="2784373"/>
                  </a:lnTo>
                  <a:lnTo>
                    <a:pt x="6638913" y="2832423"/>
                  </a:lnTo>
                  <a:lnTo>
                    <a:pt x="6632892" y="2879337"/>
                  </a:lnTo>
                  <a:lnTo>
                    <a:pt x="6623063" y="2924950"/>
                  </a:lnTo>
                  <a:lnTo>
                    <a:pt x="6609591" y="2969093"/>
                  </a:lnTo>
                  <a:lnTo>
                    <a:pt x="6592644" y="3011600"/>
                  </a:lnTo>
                  <a:lnTo>
                    <a:pt x="6572388" y="3052303"/>
                  </a:lnTo>
                  <a:lnTo>
                    <a:pt x="6548992" y="3091035"/>
                  </a:lnTo>
                  <a:lnTo>
                    <a:pt x="6522622" y="3127630"/>
                  </a:lnTo>
                  <a:lnTo>
                    <a:pt x="6493446" y="3161919"/>
                  </a:lnTo>
                  <a:lnTo>
                    <a:pt x="6461629" y="3193736"/>
                  </a:lnTo>
                  <a:lnTo>
                    <a:pt x="6427340" y="3222913"/>
                  </a:lnTo>
                  <a:lnTo>
                    <a:pt x="6390745" y="3249284"/>
                  </a:lnTo>
                  <a:lnTo>
                    <a:pt x="6352012" y="3272681"/>
                  </a:lnTo>
                  <a:lnTo>
                    <a:pt x="6311307" y="3292938"/>
                  </a:lnTo>
                  <a:lnTo>
                    <a:pt x="6268798" y="3309886"/>
                  </a:lnTo>
                  <a:lnTo>
                    <a:pt x="6224652" y="3323359"/>
                  </a:lnTo>
                  <a:lnTo>
                    <a:pt x="6179036" y="3333189"/>
                  </a:lnTo>
                  <a:lnTo>
                    <a:pt x="6132117" y="3339210"/>
                  </a:lnTo>
                  <a:lnTo>
                    <a:pt x="6084062" y="3341254"/>
                  </a:lnTo>
                  <a:lnTo>
                    <a:pt x="556895" y="3341254"/>
                  </a:lnTo>
                  <a:lnTo>
                    <a:pt x="508839" y="3339210"/>
                  </a:lnTo>
                  <a:lnTo>
                    <a:pt x="461920" y="3333189"/>
                  </a:lnTo>
                  <a:lnTo>
                    <a:pt x="416304" y="3323359"/>
                  </a:lnTo>
                  <a:lnTo>
                    <a:pt x="372158" y="3309886"/>
                  </a:lnTo>
                  <a:lnTo>
                    <a:pt x="329649" y="3292938"/>
                  </a:lnTo>
                  <a:lnTo>
                    <a:pt x="288944" y="3272681"/>
                  </a:lnTo>
                  <a:lnTo>
                    <a:pt x="250211" y="3249284"/>
                  </a:lnTo>
                  <a:lnTo>
                    <a:pt x="213616" y="3222913"/>
                  </a:lnTo>
                  <a:lnTo>
                    <a:pt x="179327" y="3193736"/>
                  </a:lnTo>
                  <a:lnTo>
                    <a:pt x="147510" y="3161919"/>
                  </a:lnTo>
                  <a:lnTo>
                    <a:pt x="118334" y="3127630"/>
                  </a:lnTo>
                  <a:lnTo>
                    <a:pt x="91964" y="3091035"/>
                  </a:lnTo>
                  <a:lnTo>
                    <a:pt x="68568" y="3052303"/>
                  </a:lnTo>
                  <a:lnTo>
                    <a:pt x="48312" y="3011600"/>
                  </a:lnTo>
                  <a:lnTo>
                    <a:pt x="31365" y="2969093"/>
                  </a:lnTo>
                  <a:lnTo>
                    <a:pt x="17893" y="2924950"/>
                  </a:lnTo>
                  <a:lnTo>
                    <a:pt x="8064" y="2879337"/>
                  </a:lnTo>
                  <a:lnTo>
                    <a:pt x="2043" y="2832423"/>
                  </a:lnTo>
                  <a:lnTo>
                    <a:pt x="0" y="2784373"/>
                  </a:lnTo>
                  <a:lnTo>
                    <a:pt x="0" y="556894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125211" y="3499078"/>
              <a:ext cx="1937004" cy="650773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5228843" y="3578339"/>
              <a:ext cx="1726692" cy="560844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5172328" y="3526028"/>
              <a:ext cx="1847342" cy="561086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5172328" y="3526028"/>
              <a:ext cx="1847850" cy="561340"/>
            </a:xfrm>
            <a:custGeom>
              <a:avLst/>
              <a:gdLst/>
              <a:ahLst/>
              <a:cxnLst/>
              <a:rect l="l" t="t" r="r" b="b"/>
              <a:pathLst>
                <a:path w="1847850" h="561339">
                  <a:moveTo>
                    <a:pt x="0" y="93472"/>
                  </a:moveTo>
                  <a:lnTo>
                    <a:pt x="7356" y="57060"/>
                  </a:lnTo>
                  <a:lnTo>
                    <a:pt x="27416" y="27352"/>
                  </a:lnTo>
                  <a:lnTo>
                    <a:pt x="57167" y="7336"/>
                  </a:lnTo>
                  <a:lnTo>
                    <a:pt x="93599" y="0"/>
                  </a:lnTo>
                  <a:lnTo>
                    <a:pt x="1753743" y="0"/>
                  </a:lnTo>
                  <a:lnTo>
                    <a:pt x="1790174" y="7336"/>
                  </a:lnTo>
                  <a:lnTo>
                    <a:pt x="1819925" y="27352"/>
                  </a:lnTo>
                  <a:lnTo>
                    <a:pt x="1839985" y="57060"/>
                  </a:lnTo>
                  <a:lnTo>
                    <a:pt x="1847342" y="93472"/>
                  </a:lnTo>
                  <a:lnTo>
                    <a:pt x="1847342" y="467487"/>
                  </a:lnTo>
                  <a:lnTo>
                    <a:pt x="1839985" y="503918"/>
                  </a:lnTo>
                  <a:lnTo>
                    <a:pt x="1819925" y="533669"/>
                  </a:lnTo>
                  <a:lnTo>
                    <a:pt x="1790174" y="553729"/>
                  </a:lnTo>
                  <a:lnTo>
                    <a:pt x="1753743" y="561086"/>
                  </a:lnTo>
                  <a:lnTo>
                    <a:pt x="93599" y="561086"/>
                  </a:lnTo>
                  <a:lnTo>
                    <a:pt x="57167" y="553729"/>
                  </a:lnTo>
                  <a:lnTo>
                    <a:pt x="27416" y="533669"/>
                  </a:lnTo>
                  <a:lnTo>
                    <a:pt x="7356" y="503918"/>
                  </a:lnTo>
                  <a:lnTo>
                    <a:pt x="0" y="467487"/>
                  </a:lnTo>
                  <a:lnTo>
                    <a:pt x="0" y="9347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409945" y="3691763"/>
              <a:ext cx="1600580" cy="246887"/>
            </a:xfrm>
            <a:prstGeom prst="rect">
              <a:avLst/>
            </a:prstGeom>
          </p:spPr>
        </p:pic>
      </p:grpSp>
      <p:grpSp>
        <p:nvGrpSpPr>
          <p:cNvPr id="33" name="object 33"/>
          <p:cNvGrpSpPr/>
          <p:nvPr/>
        </p:nvGrpSpPr>
        <p:grpSpPr>
          <a:xfrm>
            <a:off x="2716148" y="1558671"/>
            <a:ext cx="685800" cy="921385"/>
            <a:chOff x="2716148" y="1558671"/>
            <a:chExt cx="685800" cy="921385"/>
          </a:xfrm>
        </p:grpSpPr>
        <p:sp>
          <p:nvSpPr>
            <p:cNvPr id="34" name="object 34"/>
            <p:cNvSpPr/>
            <p:nvPr/>
          </p:nvSpPr>
          <p:spPr>
            <a:xfrm>
              <a:off x="2728848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330200" y="0"/>
                  </a:moveTo>
                  <a:lnTo>
                    <a:pt x="330200" y="223900"/>
                  </a:lnTo>
                  <a:lnTo>
                    <a:pt x="0" y="223900"/>
                  </a:lnTo>
                  <a:lnTo>
                    <a:pt x="0" y="671956"/>
                  </a:lnTo>
                  <a:lnTo>
                    <a:pt x="330200" y="671956"/>
                  </a:lnTo>
                  <a:lnTo>
                    <a:pt x="330200" y="895857"/>
                  </a:lnTo>
                  <a:lnTo>
                    <a:pt x="660400" y="447928"/>
                  </a:lnTo>
                  <a:lnTo>
                    <a:pt x="33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728848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0" y="223900"/>
                  </a:moveTo>
                  <a:lnTo>
                    <a:pt x="330200" y="223900"/>
                  </a:lnTo>
                  <a:lnTo>
                    <a:pt x="330200" y="0"/>
                  </a:lnTo>
                  <a:lnTo>
                    <a:pt x="660400" y="447928"/>
                  </a:lnTo>
                  <a:lnTo>
                    <a:pt x="330200" y="895857"/>
                  </a:lnTo>
                  <a:lnTo>
                    <a:pt x="330200" y="671956"/>
                  </a:lnTo>
                  <a:lnTo>
                    <a:pt x="0" y="671956"/>
                  </a:lnTo>
                  <a:lnTo>
                    <a:pt x="0" y="22390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6" name="object 36"/>
          <p:cNvGrpSpPr/>
          <p:nvPr/>
        </p:nvGrpSpPr>
        <p:grpSpPr>
          <a:xfrm>
            <a:off x="8530843" y="1558671"/>
            <a:ext cx="685800" cy="921385"/>
            <a:chOff x="8530843" y="1558671"/>
            <a:chExt cx="685800" cy="921385"/>
          </a:xfrm>
        </p:grpSpPr>
        <p:sp>
          <p:nvSpPr>
            <p:cNvPr id="37" name="object 37"/>
            <p:cNvSpPr/>
            <p:nvPr/>
          </p:nvSpPr>
          <p:spPr>
            <a:xfrm>
              <a:off x="8543543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330200" y="0"/>
                  </a:moveTo>
                  <a:lnTo>
                    <a:pt x="330200" y="223900"/>
                  </a:lnTo>
                  <a:lnTo>
                    <a:pt x="0" y="223900"/>
                  </a:lnTo>
                  <a:lnTo>
                    <a:pt x="0" y="671956"/>
                  </a:lnTo>
                  <a:lnTo>
                    <a:pt x="330200" y="671956"/>
                  </a:lnTo>
                  <a:lnTo>
                    <a:pt x="330200" y="895857"/>
                  </a:lnTo>
                  <a:lnTo>
                    <a:pt x="660400" y="447928"/>
                  </a:lnTo>
                  <a:lnTo>
                    <a:pt x="33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8543543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0" y="223900"/>
                  </a:moveTo>
                  <a:lnTo>
                    <a:pt x="330200" y="223900"/>
                  </a:lnTo>
                  <a:lnTo>
                    <a:pt x="330200" y="0"/>
                  </a:lnTo>
                  <a:lnTo>
                    <a:pt x="660400" y="447928"/>
                  </a:lnTo>
                  <a:lnTo>
                    <a:pt x="330200" y="895857"/>
                  </a:lnTo>
                  <a:lnTo>
                    <a:pt x="330200" y="671956"/>
                  </a:lnTo>
                  <a:lnTo>
                    <a:pt x="0" y="671956"/>
                  </a:lnTo>
                  <a:lnTo>
                    <a:pt x="0" y="22390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9" name="object 39"/>
          <p:cNvGrpSpPr/>
          <p:nvPr/>
        </p:nvGrpSpPr>
        <p:grpSpPr>
          <a:xfrm>
            <a:off x="5753100" y="1558671"/>
            <a:ext cx="685800" cy="921385"/>
            <a:chOff x="5753100" y="1558671"/>
            <a:chExt cx="685800" cy="921385"/>
          </a:xfrm>
        </p:grpSpPr>
        <p:sp>
          <p:nvSpPr>
            <p:cNvPr id="40" name="object 40"/>
            <p:cNvSpPr/>
            <p:nvPr/>
          </p:nvSpPr>
          <p:spPr>
            <a:xfrm>
              <a:off x="5765800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330200" y="0"/>
                  </a:moveTo>
                  <a:lnTo>
                    <a:pt x="330200" y="223900"/>
                  </a:lnTo>
                  <a:lnTo>
                    <a:pt x="0" y="223900"/>
                  </a:lnTo>
                  <a:lnTo>
                    <a:pt x="0" y="671956"/>
                  </a:lnTo>
                  <a:lnTo>
                    <a:pt x="330200" y="671956"/>
                  </a:lnTo>
                  <a:lnTo>
                    <a:pt x="330200" y="895857"/>
                  </a:lnTo>
                  <a:lnTo>
                    <a:pt x="660400" y="447928"/>
                  </a:lnTo>
                  <a:lnTo>
                    <a:pt x="33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765800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0" y="223900"/>
                  </a:moveTo>
                  <a:lnTo>
                    <a:pt x="330200" y="223900"/>
                  </a:lnTo>
                  <a:lnTo>
                    <a:pt x="330200" y="0"/>
                  </a:lnTo>
                  <a:lnTo>
                    <a:pt x="660400" y="447928"/>
                  </a:lnTo>
                  <a:lnTo>
                    <a:pt x="330200" y="895857"/>
                  </a:lnTo>
                  <a:lnTo>
                    <a:pt x="330200" y="671956"/>
                  </a:lnTo>
                  <a:lnTo>
                    <a:pt x="0" y="671956"/>
                  </a:lnTo>
                  <a:lnTo>
                    <a:pt x="0" y="22390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2" name="object 42"/>
          <p:cNvGrpSpPr/>
          <p:nvPr/>
        </p:nvGrpSpPr>
        <p:grpSpPr>
          <a:xfrm>
            <a:off x="3160014" y="1127378"/>
            <a:ext cx="572770" cy="424815"/>
            <a:chOff x="3160014" y="1127378"/>
            <a:chExt cx="572770" cy="424815"/>
          </a:xfrm>
        </p:grpSpPr>
        <p:sp>
          <p:nvSpPr>
            <p:cNvPr id="43" name="object 43"/>
            <p:cNvSpPr/>
            <p:nvPr/>
          </p:nvSpPr>
          <p:spPr>
            <a:xfrm>
              <a:off x="3172714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216535" y="0"/>
                  </a:moveTo>
                  <a:lnTo>
                    <a:pt x="166871" y="5266"/>
                  </a:lnTo>
                  <a:lnTo>
                    <a:pt x="121288" y="20271"/>
                  </a:lnTo>
                  <a:lnTo>
                    <a:pt x="81084" y="43817"/>
                  </a:lnTo>
                  <a:lnTo>
                    <a:pt x="47556" y="74710"/>
                  </a:lnTo>
                  <a:lnTo>
                    <a:pt x="22000" y="111754"/>
                  </a:lnTo>
                  <a:lnTo>
                    <a:pt x="5716" y="153755"/>
                  </a:lnTo>
                  <a:lnTo>
                    <a:pt x="0" y="199517"/>
                  </a:lnTo>
                  <a:lnTo>
                    <a:pt x="5716" y="245238"/>
                  </a:lnTo>
                  <a:lnTo>
                    <a:pt x="22000" y="287224"/>
                  </a:lnTo>
                  <a:lnTo>
                    <a:pt x="47556" y="324270"/>
                  </a:lnTo>
                  <a:lnTo>
                    <a:pt x="81084" y="355176"/>
                  </a:lnTo>
                  <a:lnTo>
                    <a:pt x="121288" y="378740"/>
                  </a:lnTo>
                  <a:lnTo>
                    <a:pt x="166871" y="393760"/>
                  </a:lnTo>
                  <a:lnTo>
                    <a:pt x="216535" y="399034"/>
                  </a:lnTo>
                  <a:lnTo>
                    <a:pt x="266205" y="393760"/>
                  </a:lnTo>
                  <a:lnTo>
                    <a:pt x="311806" y="378740"/>
                  </a:lnTo>
                  <a:lnTo>
                    <a:pt x="352035" y="355176"/>
                  </a:lnTo>
                  <a:lnTo>
                    <a:pt x="385590" y="324270"/>
                  </a:lnTo>
                  <a:lnTo>
                    <a:pt x="411170" y="287224"/>
                  </a:lnTo>
                  <a:lnTo>
                    <a:pt x="427473" y="245238"/>
                  </a:lnTo>
                  <a:lnTo>
                    <a:pt x="433197" y="199517"/>
                  </a:lnTo>
                  <a:lnTo>
                    <a:pt x="427473" y="153755"/>
                  </a:lnTo>
                  <a:lnTo>
                    <a:pt x="411170" y="111754"/>
                  </a:lnTo>
                  <a:lnTo>
                    <a:pt x="385590" y="74710"/>
                  </a:lnTo>
                  <a:lnTo>
                    <a:pt x="352035" y="43817"/>
                  </a:lnTo>
                  <a:lnTo>
                    <a:pt x="311806" y="20271"/>
                  </a:lnTo>
                  <a:lnTo>
                    <a:pt x="266205" y="5266"/>
                  </a:lnTo>
                  <a:lnTo>
                    <a:pt x="2165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172714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0" y="199517"/>
                  </a:moveTo>
                  <a:lnTo>
                    <a:pt x="5716" y="153755"/>
                  </a:lnTo>
                  <a:lnTo>
                    <a:pt x="22000" y="111754"/>
                  </a:lnTo>
                  <a:lnTo>
                    <a:pt x="47556" y="74710"/>
                  </a:lnTo>
                  <a:lnTo>
                    <a:pt x="81084" y="43817"/>
                  </a:lnTo>
                  <a:lnTo>
                    <a:pt x="121288" y="20271"/>
                  </a:lnTo>
                  <a:lnTo>
                    <a:pt x="166871" y="5266"/>
                  </a:lnTo>
                  <a:lnTo>
                    <a:pt x="216535" y="0"/>
                  </a:lnTo>
                  <a:lnTo>
                    <a:pt x="266205" y="5266"/>
                  </a:lnTo>
                  <a:lnTo>
                    <a:pt x="311806" y="20271"/>
                  </a:lnTo>
                  <a:lnTo>
                    <a:pt x="352035" y="43817"/>
                  </a:lnTo>
                  <a:lnTo>
                    <a:pt x="385590" y="74710"/>
                  </a:lnTo>
                  <a:lnTo>
                    <a:pt x="411170" y="111754"/>
                  </a:lnTo>
                  <a:lnTo>
                    <a:pt x="427473" y="153755"/>
                  </a:lnTo>
                  <a:lnTo>
                    <a:pt x="433197" y="199517"/>
                  </a:lnTo>
                  <a:lnTo>
                    <a:pt x="427473" y="245238"/>
                  </a:lnTo>
                  <a:lnTo>
                    <a:pt x="411170" y="287224"/>
                  </a:lnTo>
                  <a:lnTo>
                    <a:pt x="385590" y="324270"/>
                  </a:lnTo>
                  <a:lnTo>
                    <a:pt x="352035" y="355176"/>
                  </a:lnTo>
                  <a:lnTo>
                    <a:pt x="311806" y="378740"/>
                  </a:lnTo>
                  <a:lnTo>
                    <a:pt x="266205" y="393760"/>
                  </a:lnTo>
                  <a:lnTo>
                    <a:pt x="216535" y="399034"/>
                  </a:lnTo>
                  <a:lnTo>
                    <a:pt x="166871" y="393760"/>
                  </a:lnTo>
                  <a:lnTo>
                    <a:pt x="121288" y="378740"/>
                  </a:lnTo>
                  <a:lnTo>
                    <a:pt x="81084" y="355176"/>
                  </a:lnTo>
                  <a:lnTo>
                    <a:pt x="47556" y="324270"/>
                  </a:lnTo>
                  <a:lnTo>
                    <a:pt x="22000" y="287224"/>
                  </a:lnTo>
                  <a:lnTo>
                    <a:pt x="5716" y="245238"/>
                  </a:lnTo>
                  <a:lnTo>
                    <a:pt x="0" y="199517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3275330" y="1224025"/>
              <a:ext cx="457200" cy="246887"/>
            </a:xfrm>
            <a:prstGeom prst="rect">
              <a:avLst/>
            </a:prstGeom>
          </p:spPr>
        </p:pic>
      </p:grpSp>
      <p:grpSp>
        <p:nvGrpSpPr>
          <p:cNvPr id="46" name="object 46"/>
          <p:cNvGrpSpPr/>
          <p:nvPr/>
        </p:nvGrpSpPr>
        <p:grpSpPr>
          <a:xfrm>
            <a:off x="8975217" y="1159636"/>
            <a:ext cx="573405" cy="424815"/>
            <a:chOff x="8975217" y="1159636"/>
            <a:chExt cx="573405" cy="424815"/>
          </a:xfrm>
        </p:grpSpPr>
        <p:sp>
          <p:nvSpPr>
            <p:cNvPr id="47" name="object 47"/>
            <p:cNvSpPr/>
            <p:nvPr/>
          </p:nvSpPr>
          <p:spPr>
            <a:xfrm>
              <a:off x="8987917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216534" y="0"/>
                  </a:moveTo>
                  <a:lnTo>
                    <a:pt x="166871" y="5266"/>
                  </a:lnTo>
                  <a:lnTo>
                    <a:pt x="121288" y="20271"/>
                  </a:lnTo>
                  <a:lnTo>
                    <a:pt x="81084" y="43817"/>
                  </a:lnTo>
                  <a:lnTo>
                    <a:pt x="47556" y="74710"/>
                  </a:lnTo>
                  <a:lnTo>
                    <a:pt x="22000" y="111754"/>
                  </a:lnTo>
                  <a:lnTo>
                    <a:pt x="5716" y="153755"/>
                  </a:lnTo>
                  <a:lnTo>
                    <a:pt x="0" y="199516"/>
                  </a:lnTo>
                  <a:lnTo>
                    <a:pt x="5716" y="245238"/>
                  </a:lnTo>
                  <a:lnTo>
                    <a:pt x="22000" y="287224"/>
                  </a:lnTo>
                  <a:lnTo>
                    <a:pt x="47556" y="324270"/>
                  </a:lnTo>
                  <a:lnTo>
                    <a:pt x="81084" y="355176"/>
                  </a:lnTo>
                  <a:lnTo>
                    <a:pt x="121288" y="378740"/>
                  </a:lnTo>
                  <a:lnTo>
                    <a:pt x="166871" y="393760"/>
                  </a:lnTo>
                  <a:lnTo>
                    <a:pt x="216534" y="399034"/>
                  </a:lnTo>
                  <a:lnTo>
                    <a:pt x="266205" y="393760"/>
                  </a:lnTo>
                  <a:lnTo>
                    <a:pt x="311806" y="378740"/>
                  </a:lnTo>
                  <a:lnTo>
                    <a:pt x="352035" y="355176"/>
                  </a:lnTo>
                  <a:lnTo>
                    <a:pt x="385590" y="324270"/>
                  </a:lnTo>
                  <a:lnTo>
                    <a:pt x="411170" y="287224"/>
                  </a:lnTo>
                  <a:lnTo>
                    <a:pt x="427473" y="245238"/>
                  </a:lnTo>
                  <a:lnTo>
                    <a:pt x="433197" y="199516"/>
                  </a:lnTo>
                  <a:lnTo>
                    <a:pt x="427473" y="153755"/>
                  </a:lnTo>
                  <a:lnTo>
                    <a:pt x="411170" y="111754"/>
                  </a:lnTo>
                  <a:lnTo>
                    <a:pt x="385590" y="74710"/>
                  </a:lnTo>
                  <a:lnTo>
                    <a:pt x="352035" y="43817"/>
                  </a:lnTo>
                  <a:lnTo>
                    <a:pt x="311806" y="20271"/>
                  </a:lnTo>
                  <a:lnTo>
                    <a:pt x="266205" y="5266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8987917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0" y="199516"/>
                  </a:moveTo>
                  <a:lnTo>
                    <a:pt x="5716" y="153755"/>
                  </a:lnTo>
                  <a:lnTo>
                    <a:pt x="22000" y="111754"/>
                  </a:lnTo>
                  <a:lnTo>
                    <a:pt x="47556" y="74710"/>
                  </a:lnTo>
                  <a:lnTo>
                    <a:pt x="81084" y="43817"/>
                  </a:lnTo>
                  <a:lnTo>
                    <a:pt x="121288" y="20271"/>
                  </a:lnTo>
                  <a:lnTo>
                    <a:pt x="166871" y="5266"/>
                  </a:lnTo>
                  <a:lnTo>
                    <a:pt x="216534" y="0"/>
                  </a:lnTo>
                  <a:lnTo>
                    <a:pt x="266205" y="5266"/>
                  </a:lnTo>
                  <a:lnTo>
                    <a:pt x="311806" y="20271"/>
                  </a:lnTo>
                  <a:lnTo>
                    <a:pt x="352035" y="43817"/>
                  </a:lnTo>
                  <a:lnTo>
                    <a:pt x="385590" y="74710"/>
                  </a:lnTo>
                  <a:lnTo>
                    <a:pt x="411170" y="111754"/>
                  </a:lnTo>
                  <a:lnTo>
                    <a:pt x="427473" y="153755"/>
                  </a:lnTo>
                  <a:lnTo>
                    <a:pt x="433197" y="199516"/>
                  </a:lnTo>
                  <a:lnTo>
                    <a:pt x="427473" y="245238"/>
                  </a:lnTo>
                  <a:lnTo>
                    <a:pt x="411170" y="287224"/>
                  </a:lnTo>
                  <a:lnTo>
                    <a:pt x="385590" y="324270"/>
                  </a:lnTo>
                  <a:lnTo>
                    <a:pt x="352035" y="355176"/>
                  </a:lnTo>
                  <a:lnTo>
                    <a:pt x="311806" y="378740"/>
                  </a:lnTo>
                  <a:lnTo>
                    <a:pt x="266205" y="393760"/>
                  </a:lnTo>
                  <a:lnTo>
                    <a:pt x="216534" y="399034"/>
                  </a:lnTo>
                  <a:lnTo>
                    <a:pt x="166871" y="393760"/>
                  </a:lnTo>
                  <a:lnTo>
                    <a:pt x="121288" y="378740"/>
                  </a:lnTo>
                  <a:lnTo>
                    <a:pt x="81084" y="355176"/>
                  </a:lnTo>
                  <a:lnTo>
                    <a:pt x="47556" y="324270"/>
                  </a:lnTo>
                  <a:lnTo>
                    <a:pt x="22000" y="287224"/>
                  </a:lnTo>
                  <a:lnTo>
                    <a:pt x="5716" y="24523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9" name="object 49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091295" y="1256410"/>
              <a:ext cx="457200" cy="246887"/>
            </a:xfrm>
            <a:prstGeom prst="rect">
              <a:avLst/>
            </a:prstGeom>
          </p:spPr>
        </p:pic>
      </p:grpSp>
      <p:grpSp>
        <p:nvGrpSpPr>
          <p:cNvPr id="50" name="object 50"/>
          <p:cNvGrpSpPr/>
          <p:nvPr/>
        </p:nvGrpSpPr>
        <p:grpSpPr>
          <a:xfrm>
            <a:off x="6171946" y="1159636"/>
            <a:ext cx="573405" cy="424815"/>
            <a:chOff x="6171946" y="1159636"/>
            <a:chExt cx="573405" cy="424815"/>
          </a:xfrm>
        </p:grpSpPr>
        <p:sp>
          <p:nvSpPr>
            <p:cNvPr id="51" name="object 51"/>
            <p:cNvSpPr/>
            <p:nvPr/>
          </p:nvSpPr>
          <p:spPr>
            <a:xfrm>
              <a:off x="6184646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216534" y="0"/>
                  </a:moveTo>
                  <a:lnTo>
                    <a:pt x="166871" y="5266"/>
                  </a:lnTo>
                  <a:lnTo>
                    <a:pt x="121288" y="20271"/>
                  </a:lnTo>
                  <a:lnTo>
                    <a:pt x="81084" y="43817"/>
                  </a:lnTo>
                  <a:lnTo>
                    <a:pt x="47556" y="74710"/>
                  </a:lnTo>
                  <a:lnTo>
                    <a:pt x="22000" y="111754"/>
                  </a:lnTo>
                  <a:lnTo>
                    <a:pt x="5716" y="153755"/>
                  </a:lnTo>
                  <a:lnTo>
                    <a:pt x="0" y="199516"/>
                  </a:lnTo>
                  <a:lnTo>
                    <a:pt x="5716" y="245238"/>
                  </a:lnTo>
                  <a:lnTo>
                    <a:pt x="22000" y="287224"/>
                  </a:lnTo>
                  <a:lnTo>
                    <a:pt x="47556" y="324270"/>
                  </a:lnTo>
                  <a:lnTo>
                    <a:pt x="81084" y="355176"/>
                  </a:lnTo>
                  <a:lnTo>
                    <a:pt x="121288" y="378740"/>
                  </a:lnTo>
                  <a:lnTo>
                    <a:pt x="166871" y="393760"/>
                  </a:lnTo>
                  <a:lnTo>
                    <a:pt x="216534" y="399034"/>
                  </a:lnTo>
                  <a:lnTo>
                    <a:pt x="266205" y="393760"/>
                  </a:lnTo>
                  <a:lnTo>
                    <a:pt x="311806" y="378740"/>
                  </a:lnTo>
                  <a:lnTo>
                    <a:pt x="352035" y="355176"/>
                  </a:lnTo>
                  <a:lnTo>
                    <a:pt x="385590" y="324270"/>
                  </a:lnTo>
                  <a:lnTo>
                    <a:pt x="411170" y="287224"/>
                  </a:lnTo>
                  <a:lnTo>
                    <a:pt x="427473" y="245238"/>
                  </a:lnTo>
                  <a:lnTo>
                    <a:pt x="433197" y="199516"/>
                  </a:lnTo>
                  <a:lnTo>
                    <a:pt x="427473" y="153755"/>
                  </a:lnTo>
                  <a:lnTo>
                    <a:pt x="411170" y="111754"/>
                  </a:lnTo>
                  <a:lnTo>
                    <a:pt x="385590" y="74710"/>
                  </a:lnTo>
                  <a:lnTo>
                    <a:pt x="352035" y="43817"/>
                  </a:lnTo>
                  <a:lnTo>
                    <a:pt x="311806" y="20271"/>
                  </a:lnTo>
                  <a:lnTo>
                    <a:pt x="266205" y="5266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184646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0" y="199516"/>
                  </a:moveTo>
                  <a:lnTo>
                    <a:pt x="5716" y="153755"/>
                  </a:lnTo>
                  <a:lnTo>
                    <a:pt x="22000" y="111754"/>
                  </a:lnTo>
                  <a:lnTo>
                    <a:pt x="47556" y="74710"/>
                  </a:lnTo>
                  <a:lnTo>
                    <a:pt x="81084" y="43817"/>
                  </a:lnTo>
                  <a:lnTo>
                    <a:pt x="121288" y="20271"/>
                  </a:lnTo>
                  <a:lnTo>
                    <a:pt x="166871" y="5266"/>
                  </a:lnTo>
                  <a:lnTo>
                    <a:pt x="216534" y="0"/>
                  </a:lnTo>
                  <a:lnTo>
                    <a:pt x="266205" y="5266"/>
                  </a:lnTo>
                  <a:lnTo>
                    <a:pt x="311806" y="20271"/>
                  </a:lnTo>
                  <a:lnTo>
                    <a:pt x="352035" y="43817"/>
                  </a:lnTo>
                  <a:lnTo>
                    <a:pt x="385590" y="74710"/>
                  </a:lnTo>
                  <a:lnTo>
                    <a:pt x="411170" y="111754"/>
                  </a:lnTo>
                  <a:lnTo>
                    <a:pt x="427473" y="153755"/>
                  </a:lnTo>
                  <a:lnTo>
                    <a:pt x="433197" y="199516"/>
                  </a:lnTo>
                  <a:lnTo>
                    <a:pt x="427473" y="245238"/>
                  </a:lnTo>
                  <a:lnTo>
                    <a:pt x="411170" y="287224"/>
                  </a:lnTo>
                  <a:lnTo>
                    <a:pt x="385590" y="324270"/>
                  </a:lnTo>
                  <a:lnTo>
                    <a:pt x="352035" y="355176"/>
                  </a:lnTo>
                  <a:lnTo>
                    <a:pt x="311806" y="378740"/>
                  </a:lnTo>
                  <a:lnTo>
                    <a:pt x="266205" y="393760"/>
                  </a:lnTo>
                  <a:lnTo>
                    <a:pt x="216534" y="399034"/>
                  </a:lnTo>
                  <a:lnTo>
                    <a:pt x="166871" y="393760"/>
                  </a:lnTo>
                  <a:lnTo>
                    <a:pt x="121288" y="378740"/>
                  </a:lnTo>
                  <a:lnTo>
                    <a:pt x="81084" y="355176"/>
                  </a:lnTo>
                  <a:lnTo>
                    <a:pt x="47556" y="324270"/>
                  </a:lnTo>
                  <a:lnTo>
                    <a:pt x="22000" y="287224"/>
                  </a:lnTo>
                  <a:lnTo>
                    <a:pt x="5716" y="24523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3" name="object 53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6287770" y="1256410"/>
              <a:ext cx="457200" cy="246887"/>
            </a:xfrm>
            <a:prstGeom prst="rect">
              <a:avLst/>
            </a:prstGeom>
          </p:spPr>
        </p:pic>
      </p:grpSp>
      <p:grpSp>
        <p:nvGrpSpPr>
          <p:cNvPr id="54" name="object 54"/>
          <p:cNvGrpSpPr/>
          <p:nvPr/>
        </p:nvGrpSpPr>
        <p:grpSpPr>
          <a:xfrm>
            <a:off x="541921" y="1127378"/>
            <a:ext cx="2256790" cy="561340"/>
            <a:chOff x="541921" y="1127378"/>
            <a:chExt cx="2256790" cy="561340"/>
          </a:xfrm>
        </p:grpSpPr>
        <p:sp>
          <p:nvSpPr>
            <p:cNvPr id="55" name="object 55"/>
            <p:cNvSpPr/>
            <p:nvPr/>
          </p:nvSpPr>
          <p:spPr>
            <a:xfrm>
              <a:off x="554621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5" h="399415">
                  <a:moveTo>
                    <a:pt x="216611" y="0"/>
                  </a:moveTo>
                  <a:lnTo>
                    <a:pt x="166943" y="5266"/>
                  </a:lnTo>
                  <a:lnTo>
                    <a:pt x="121349" y="20271"/>
                  </a:lnTo>
                  <a:lnTo>
                    <a:pt x="81130" y="43817"/>
                  </a:lnTo>
                  <a:lnTo>
                    <a:pt x="47586" y="74710"/>
                  </a:lnTo>
                  <a:lnTo>
                    <a:pt x="22016" y="111754"/>
                  </a:lnTo>
                  <a:lnTo>
                    <a:pt x="5720" y="153755"/>
                  </a:lnTo>
                  <a:lnTo>
                    <a:pt x="0" y="199517"/>
                  </a:lnTo>
                  <a:lnTo>
                    <a:pt x="5720" y="245238"/>
                  </a:lnTo>
                  <a:lnTo>
                    <a:pt x="22016" y="287224"/>
                  </a:lnTo>
                  <a:lnTo>
                    <a:pt x="47586" y="324270"/>
                  </a:lnTo>
                  <a:lnTo>
                    <a:pt x="81130" y="355176"/>
                  </a:lnTo>
                  <a:lnTo>
                    <a:pt x="121349" y="378740"/>
                  </a:lnTo>
                  <a:lnTo>
                    <a:pt x="166943" y="393760"/>
                  </a:lnTo>
                  <a:lnTo>
                    <a:pt x="216611" y="399034"/>
                  </a:lnTo>
                  <a:lnTo>
                    <a:pt x="266279" y="393760"/>
                  </a:lnTo>
                  <a:lnTo>
                    <a:pt x="311872" y="378740"/>
                  </a:lnTo>
                  <a:lnTo>
                    <a:pt x="352091" y="355176"/>
                  </a:lnTo>
                  <a:lnTo>
                    <a:pt x="385636" y="324270"/>
                  </a:lnTo>
                  <a:lnTo>
                    <a:pt x="411206" y="287224"/>
                  </a:lnTo>
                  <a:lnTo>
                    <a:pt x="427501" y="245238"/>
                  </a:lnTo>
                  <a:lnTo>
                    <a:pt x="433222" y="199517"/>
                  </a:lnTo>
                  <a:lnTo>
                    <a:pt x="427501" y="153755"/>
                  </a:lnTo>
                  <a:lnTo>
                    <a:pt x="411206" y="111754"/>
                  </a:lnTo>
                  <a:lnTo>
                    <a:pt x="385636" y="74710"/>
                  </a:lnTo>
                  <a:lnTo>
                    <a:pt x="352091" y="43817"/>
                  </a:lnTo>
                  <a:lnTo>
                    <a:pt x="311872" y="20271"/>
                  </a:lnTo>
                  <a:lnTo>
                    <a:pt x="266279" y="5266"/>
                  </a:lnTo>
                  <a:lnTo>
                    <a:pt x="21661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54621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5" h="399415">
                  <a:moveTo>
                    <a:pt x="0" y="199517"/>
                  </a:moveTo>
                  <a:lnTo>
                    <a:pt x="5720" y="153755"/>
                  </a:lnTo>
                  <a:lnTo>
                    <a:pt x="22016" y="111754"/>
                  </a:lnTo>
                  <a:lnTo>
                    <a:pt x="47586" y="74710"/>
                  </a:lnTo>
                  <a:lnTo>
                    <a:pt x="81130" y="43817"/>
                  </a:lnTo>
                  <a:lnTo>
                    <a:pt x="121349" y="20271"/>
                  </a:lnTo>
                  <a:lnTo>
                    <a:pt x="166943" y="5266"/>
                  </a:lnTo>
                  <a:lnTo>
                    <a:pt x="216611" y="0"/>
                  </a:lnTo>
                  <a:lnTo>
                    <a:pt x="266279" y="5266"/>
                  </a:lnTo>
                  <a:lnTo>
                    <a:pt x="311872" y="20271"/>
                  </a:lnTo>
                  <a:lnTo>
                    <a:pt x="352091" y="43817"/>
                  </a:lnTo>
                  <a:lnTo>
                    <a:pt x="385636" y="74710"/>
                  </a:lnTo>
                  <a:lnTo>
                    <a:pt x="411206" y="111754"/>
                  </a:lnTo>
                  <a:lnTo>
                    <a:pt x="427501" y="153755"/>
                  </a:lnTo>
                  <a:lnTo>
                    <a:pt x="433222" y="199517"/>
                  </a:lnTo>
                  <a:lnTo>
                    <a:pt x="427501" y="245238"/>
                  </a:lnTo>
                  <a:lnTo>
                    <a:pt x="411206" y="287224"/>
                  </a:lnTo>
                  <a:lnTo>
                    <a:pt x="385636" y="324270"/>
                  </a:lnTo>
                  <a:lnTo>
                    <a:pt x="352091" y="355176"/>
                  </a:lnTo>
                  <a:lnTo>
                    <a:pt x="311872" y="378740"/>
                  </a:lnTo>
                  <a:lnTo>
                    <a:pt x="266279" y="393760"/>
                  </a:lnTo>
                  <a:lnTo>
                    <a:pt x="216611" y="399034"/>
                  </a:lnTo>
                  <a:lnTo>
                    <a:pt x="166943" y="393760"/>
                  </a:lnTo>
                  <a:lnTo>
                    <a:pt x="121349" y="378740"/>
                  </a:lnTo>
                  <a:lnTo>
                    <a:pt x="81130" y="355176"/>
                  </a:lnTo>
                  <a:lnTo>
                    <a:pt x="47586" y="324270"/>
                  </a:lnTo>
                  <a:lnTo>
                    <a:pt x="22016" y="287224"/>
                  </a:lnTo>
                  <a:lnTo>
                    <a:pt x="5720" y="245238"/>
                  </a:lnTo>
                  <a:lnTo>
                    <a:pt x="0" y="199517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7" name="object 57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657148" y="1224025"/>
              <a:ext cx="457200" cy="246887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1051560" y="1144473"/>
              <a:ext cx="1661160" cy="457250"/>
            </a:xfrm>
            <a:prstGeom prst="rect">
              <a:avLst/>
            </a:prstGeom>
          </p:spPr>
        </p:pic>
        <p:pic>
          <p:nvPicPr>
            <p:cNvPr id="59" name="object 59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1018031" y="1127747"/>
              <a:ext cx="1726692" cy="560844"/>
            </a:xfrm>
            <a:prstGeom prst="rect">
              <a:avLst/>
            </a:prstGeom>
          </p:spPr>
        </p:pic>
        <p:pic>
          <p:nvPicPr>
            <p:cNvPr id="60" name="object 60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1099121" y="1172400"/>
              <a:ext cx="1570228" cy="366712"/>
            </a:xfrm>
            <a:prstGeom prst="rect">
              <a:avLst/>
            </a:prstGeom>
          </p:spPr>
        </p:pic>
        <p:sp>
          <p:nvSpPr>
            <p:cNvPr id="61" name="object 61"/>
            <p:cNvSpPr/>
            <p:nvPr/>
          </p:nvSpPr>
          <p:spPr>
            <a:xfrm>
              <a:off x="1099121" y="1172400"/>
              <a:ext cx="1570355" cy="367030"/>
            </a:xfrm>
            <a:custGeom>
              <a:avLst/>
              <a:gdLst/>
              <a:ahLst/>
              <a:cxnLst/>
              <a:rect l="l" t="t" r="r" b="b"/>
              <a:pathLst>
                <a:path w="1570355" h="367030">
                  <a:moveTo>
                    <a:pt x="0" y="366712"/>
                  </a:moveTo>
                  <a:lnTo>
                    <a:pt x="1570228" y="366712"/>
                  </a:lnTo>
                  <a:lnTo>
                    <a:pt x="1570228" y="0"/>
                  </a:lnTo>
                  <a:lnTo>
                    <a:pt x="0" y="0"/>
                  </a:lnTo>
                  <a:lnTo>
                    <a:pt x="0" y="36671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2" name="object 62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1197559" y="1240281"/>
              <a:ext cx="1600581" cy="246887"/>
            </a:xfrm>
            <a:prstGeom prst="rect">
              <a:avLst/>
            </a:prstGeom>
          </p:spPr>
        </p:pic>
      </p:grpSp>
      <p:grpSp>
        <p:nvGrpSpPr>
          <p:cNvPr id="63" name="object 63"/>
          <p:cNvGrpSpPr/>
          <p:nvPr/>
        </p:nvGrpSpPr>
        <p:grpSpPr>
          <a:xfrm>
            <a:off x="3630167" y="1094219"/>
            <a:ext cx="2237740" cy="561340"/>
            <a:chOff x="3630167" y="1094219"/>
            <a:chExt cx="2237740" cy="561340"/>
          </a:xfrm>
        </p:grpSpPr>
        <p:pic>
          <p:nvPicPr>
            <p:cNvPr id="64" name="object 64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3671315" y="1112507"/>
              <a:ext cx="2162556" cy="460260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3630167" y="1094219"/>
              <a:ext cx="2183891" cy="560844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3718051" y="1140066"/>
              <a:ext cx="2072767" cy="369328"/>
            </a:xfrm>
            <a:prstGeom prst="rect">
              <a:avLst/>
            </a:prstGeom>
          </p:spPr>
        </p:pic>
        <p:sp>
          <p:nvSpPr>
            <p:cNvPr id="67" name="object 67"/>
            <p:cNvSpPr/>
            <p:nvPr/>
          </p:nvSpPr>
          <p:spPr>
            <a:xfrm>
              <a:off x="3718051" y="1140066"/>
              <a:ext cx="2073275" cy="369570"/>
            </a:xfrm>
            <a:custGeom>
              <a:avLst/>
              <a:gdLst/>
              <a:ahLst/>
              <a:cxnLst/>
              <a:rect l="l" t="t" r="r" b="b"/>
              <a:pathLst>
                <a:path w="2073275" h="369569">
                  <a:moveTo>
                    <a:pt x="0" y="369328"/>
                  </a:moveTo>
                  <a:lnTo>
                    <a:pt x="2072767" y="369328"/>
                  </a:lnTo>
                  <a:lnTo>
                    <a:pt x="2072767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8" name="object 68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3809999" y="1206957"/>
              <a:ext cx="2057780" cy="247192"/>
            </a:xfrm>
            <a:prstGeom prst="rect">
              <a:avLst/>
            </a:prstGeom>
          </p:spPr>
        </p:pic>
      </p:grpSp>
      <p:grpSp>
        <p:nvGrpSpPr>
          <p:cNvPr id="69" name="object 69"/>
          <p:cNvGrpSpPr/>
          <p:nvPr/>
        </p:nvGrpSpPr>
        <p:grpSpPr>
          <a:xfrm>
            <a:off x="6755892" y="1138415"/>
            <a:ext cx="1562100" cy="561340"/>
            <a:chOff x="6755892" y="1138415"/>
            <a:chExt cx="1562100" cy="561340"/>
          </a:xfrm>
        </p:grpSpPr>
        <p:pic>
          <p:nvPicPr>
            <p:cNvPr id="70" name="object 70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6797040" y="1156690"/>
              <a:ext cx="1520952" cy="458749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6755892" y="1138415"/>
              <a:ext cx="1498092" cy="560844"/>
            </a:xfrm>
            <a:prstGeom prst="rect">
              <a:avLst/>
            </a:prstGeom>
          </p:spPr>
        </p:pic>
        <p:pic>
          <p:nvPicPr>
            <p:cNvPr id="72" name="object 72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6844157" y="1183500"/>
              <a:ext cx="1431162" cy="369328"/>
            </a:xfrm>
            <a:prstGeom prst="rect">
              <a:avLst/>
            </a:prstGeom>
          </p:spPr>
        </p:pic>
        <p:sp>
          <p:nvSpPr>
            <p:cNvPr id="73" name="object 73"/>
            <p:cNvSpPr/>
            <p:nvPr/>
          </p:nvSpPr>
          <p:spPr>
            <a:xfrm>
              <a:off x="6844157" y="1183500"/>
              <a:ext cx="1431290" cy="369570"/>
            </a:xfrm>
            <a:custGeom>
              <a:avLst/>
              <a:gdLst/>
              <a:ahLst/>
              <a:cxnLst/>
              <a:rect l="l" t="t" r="r" b="b"/>
              <a:pathLst>
                <a:path w="1431290" h="369569">
                  <a:moveTo>
                    <a:pt x="0" y="369328"/>
                  </a:moveTo>
                  <a:lnTo>
                    <a:pt x="1431162" y="369328"/>
                  </a:lnTo>
                  <a:lnTo>
                    <a:pt x="1431162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4" name="object 74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6936359" y="1250950"/>
              <a:ext cx="1371980" cy="246887"/>
            </a:xfrm>
            <a:prstGeom prst="rect">
              <a:avLst/>
            </a:prstGeom>
          </p:spPr>
        </p:pic>
      </p:grpSp>
      <p:grpSp>
        <p:nvGrpSpPr>
          <p:cNvPr id="75" name="object 75"/>
          <p:cNvGrpSpPr/>
          <p:nvPr/>
        </p:nvGrpSpPr>
        <p:grpSpPr>
          <a:xfrm>
            <a:off x="9572243" y="1071359"/>
            <a:ext cx="1586865" cy="561340"/>
            <a:chOff x="9572243" y="1071359"/>
            <a:chExt cx="1586865" cy="561340"/>
          </a:xfrm>
        </p:grpSpPr>
        <p:pic>
          <p:nvPicPr>
            <p:cNvPr id="76" name="object 76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9572243" y="1088123"/>
              <a:ext cx="1586483" cy="460260"/>
            </a:xfrm>
            <a:prstGeom prst="rect">
              <a:avLst/>
            </a:prstGeom>
          </p:spPr>
        </p:pic>
        <p:pic>
          <p:nvPicPr>
            <p:cNvPr id="77" name="object 77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9845039" y="1071359"/>
              <a:ext cx="1040879" cy="560844"/>
            </a:xfrm>
            <a:prstGeom prst="rect">
              <a:avLst/>
            </a:prstGeom>
          </p:spPr>
        </p:pic>
        <p:pic>
          <p:nvPicPr>
            <p:cNvPr id="78" name="object 78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9620376" y="1115428"/>
              <a:ext cx="1496313" cy="369328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9620376" y="1115428"/>
              <a:ext cx="1496695" cy="369570"/>
            </a:xfrm>
            <a:custGeom>
              <a:avLst/>
              <a:gdLst/>
              <a:ahLst/>
              <a:cxnLst/>
              <a:rect l="l" t="t" r="r" b="b"/>
              <a:pathLst>
                <a:path w="1496695" h="369569">
                  <a:moveTo>
                    <a:pt x="0" y="369328"/>
                  </a:moveTo>
                  <a:lnTo>
                    <a:pt x="1496313" y="369328"/>
                  </a:lnTo>
                  <a:lnTo>
                    <a:pt x="1496313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0" name="object 80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10025760" y="1184783"/>
              <a:ext cx="914400" cy="246887"/>
            </a:xfrm>
            <a:prstGeom prst="rect">
              <a:avLst/>
            </a:prstGeom>
          </p:spPr>
        </p:pic>
      </p:grpSp>
      <p:grpSp>
        <p:nvGrpSpPr>
          <p:cNvPr id="81" name="object 81"/>
          <p:cNvGrpSpPr/>
          <p:nvPr/>
        </p:nvGrpSpPr>
        <p:grpSpPr>
          <a:xfrm>
            <a:off x="5148071" y="4167885"/>
            <a:ext cx="1873250" cy="2541270"/>
            <a:chOff x="5148071" y="4167885"/>
            <a:chExt cx="1873250" cy="2541270"/>
          </a:xfrm>
        </p:grpSpPr>
        <p:sp>
          <p:nvSpPr>
            <p:cNvPr id="82" name="object 82"/>
            <p:cNvSpPr/>
            <p:nvPr/>
          </p:nvSpPr>
          <p:spPr>
            <a:xfrm>
              <a:off x="5160771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1539494" y="0"/>
                  </a:moveTo>
                  <a:lnTo>
                    <a:pt x="307975" y="0"/>
                  </a:lnTo>
                  <a:lnTo>
                    <a:pt x="262473" y="3340"/>
                  </a:lnTo>
                  <a:lnTo>
                    <a:pt x="219041" y="13042"/>
                  </a:lnTo>
                  <a:lnTo>
                    <a:pt x="178156" y="28629"/>
                  </a:lnTo>
                  <a:lnTo>
                    <a:pt x="140295" y="49625"/>
                  </a:lnTo>
                  <a:lnTo>
                    <a:pt x="105935" y="75553"/>
                  </a:lnTo>
                  <a:lnTo>
                    <a:pt x="75553" y="105935"/>
                  </a:lnTo>
                  <a:lnTo>
                    <a:pt x="49625" y="140295"/>
                  </a:lnTo>
                  <a:lnTo>
                    <a:pt x="28629" y="178156"/>
                  </a:lnTo>
                  <a:lnTo>
                    <a:pt x="13042" y="219041"/>
                  </a:lnTo>
                  <a:lnTo>
                    <a:pt x="3340" y="262473"/>
                  </a:lnTo>
                  <a:lnTo>
                    <a:pt x="0" y="307975"/>
                  </a:lnTo>
                  <a:lnTo>
                    <a:pt x="0" y="2207895"/>
                  </a:lnTo>
                  <a:lnTo>
                    <a:pt x="3340" y="2253392"/>
                  </a:lnTo>
                  <a:lnTo>
                    <a:pt x="13042" y="2296816"/>
                  </a:lnTo>
                  <a:lnTo>
                    <a:pt x="28629" y="2337691"/>
                  </a:lnTo>
                  <a:lnTo>
                    <a:pt x="49625" y="2375541"/>
                  </a:lnTo>
                  <a:lnTo>
                    <a:pt x="75553" y="2409890"/>
                  </a:lnTo>
                  <a:lnTo>
                    <a:pt x="105935" y="2440261"/>
                  </a:lnTo>
                  <a:lnTo>
                    <a:pt x="140295" y="2466178"/>
                  </a:lnTo>
                  <a:lnTo>
                    <a:pt x="178156" y="2487165"/>
                  </a:lnTo>
                  <a:lnTo>
                    <a:pt x="219041" y="2502745"/>
                  </a:lnTo>
                  <a:lnTo>
                    <a:pt x="262473" y="2512442"/>
                  </a:lnTo>
                  <a:lnTo>
                    <a:pt x="307975" y="2515781"/>
                  </a:lnTo>
                  <a:lnTo>
                    <a:pt x="1539494" y="2515781"/>
                  </a:lnTo>
                  <a:lnTo>
                    <a:pt x="1584964" y="2512442"/>
                  </a:lnTo>
                  <a:lnTo>
                    <a:pt x="1628370" y="2502745"/>
                  </a:lnTo>
                  <a:lnTo>
                    <a:pt x="1669234" y="2487165"/>
                  </a:lnTo>
                  <a:lnTo>
                    <a:pt x="1707079" y="2466178"/>
                  </a:lnTo>
                  <a:lnTo>
                    <a:pt x="1741426" y="2440261"/>
                  </a:lnTo>
                  <a:lnTo>
                    <a:pt x="1771800" y="2409890"/>
                  </a:lnTo>
                  <a:lnTo>
                    <a:pt x="1797722" y="2375541"/>
                  </a:lnTo>
                  <a:lnTo>
                    <a:pt x="1818714" y="2337691"/>
                  </a:lnTo>
                  <a:lnTo>
                    <a:pt x="1834300" y="2296816"/>
                  </a:lnTo>
                  <a:lnTo>
                    <a:pt x="1844002" y="2253392"/>
                  </a:lnTo>
                  <a:lnTo>
                    <a:pt x="1847342" y="2207895"/>
                  </a:lnTo>
                  <a:lnTo>
                    <a:pt x="1847342" y="307975"/>
                  </a:lnTo>
                  <a:lnTo>
                    <a:pt x="1844002" y="262473"/>
                  </a:lnTo>
                  <a:lnTo>
                    <a:pt x="1834300" y="219041"/>
                  </a:lnTo>
                  <a:lnTo>
                    <a:pt x="1818714" y="178156"/>
                  </a:lnTo>
                  <a:lnTo>
                    <a:pt x="1797722" y="140295"/>
                  </a:lnTo>
                  <a:lnTo>
                    <a:pt x="1771800" y="105935"/>
                  </a:lnTo>
                  <a:lnTo>
                    <a:pt x="1741426" y="75553"/>
                  </a:lnTo>
                  <a:lnTo>
                    <a:pt x="1707079" y="49625"/>
                  </a:lnTo>
                  <a:lnTo>
                    <a:pt x="1669234" y="28629"/>
                  </a:lnTo>
                  <a:lnTo>
                    <a:pt x="1628370" y="13042"/>
                  </a:lnTo>
                  <a:lnTo>
                    <a:pt x="1584964" y="3340"/>
                  </a:lnTo>
                  <a:lnTo>
                    <a:pt x="153949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5160771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0" y="307975"/>
                  </a:moveTo>
                  <a:lnTo>
                    <a:pt x="3340" y="262473"/>
                  </a:lnTo>
                  <a:lnTo>
                    <a:pt x="13042" y="219041"/>
                  </a:lnTo>
                  <a:lnTo>
                    <a:pt x="28629" y="178156"/>
                  </a:lnTo>
                  <a:lnTo>
                    <a:pt x="49625" y="140295"/>
                  </a:lnTo>
                  <a:lnTo>
                    <a:pt x="75553" y="105935"/>
                  </a:lnTo>
                  <a:lnTo>
                    <a:pt x="105935" y="75553"/>
                  </a:lnTo>
                  <a:lnTo>
                    <a:pt x="140295" y="49625"/>
                  </a:lnTo>
                  <a:lnTo>
                    <a:pt x="178156" y="28629"/>
                  </a:lnTo>
                  <a:lnTo>
                    <a:pt x="219041" y="13042"/>
                  </a:lnTo>
                  <a:lnTo>
                    <a:pt x="262473" y="3340"/>
                  </a:lnTo>
                  <a:lnTo>
                    <a:pt x="307975" y="0"/>
                  </a:lnTo>
                  <a:lnTo>
                    <a:pt x="1539494" y="0"/>
                  </a:lnTo>
                  <a:lnTo>
                    <a:pt x="1584964" y="3340"/>
                  </a:lnTo>
                  <a:lnTo>
                    <a:pt x="1628370" y="13042"/>
                  </a:lnTo>
                  <a:lnTo>
                    <a:pt x="1669234" y="28629"/>
                  </a:lnTo>
                  <a:lnTo>
                    <a:pt x="1707079" y="49625"/>
                  </a:lnTo>
                  <a:lnTo>
                    <a:pt x="1741426" y="75553"/>
                  </a:lnTo>
                  <a:lnTo>
                    <a:pt x="1771800" y="105935"/>
                  </a:lnTo>
                  <a:lnTo>
                    <a:pt x="1797722" y="140295"/>
                  </a:lnTo>
                  <a:lnTo>
                    <a:pt x="1818714" y="178156"/>
                  </a:lnTo>
                  <a:lnTo>
                    <a:pt x="1834300" y="219041"/>
                  </a:lnTo>
                  <a:lnTo>
                    <a:pt x="1844002" y="262473"/>
                  </a:lnTo>
                  <a:lnTo>
                    <a:pt x="1847342" y="307975"/>
                  </a:lnTo>
                  <a:lnTo>
                    <a:pt x="1847342" y="2207895"/>
                  </a:lnTo>
                  <a:lnTo>
                    <a:pt x="1844002" y="2253392"/>
                  </a:lnTo>
                  <a:lnTo>
                    <a:pt x="1834300" y="2296816"/>
                  </a:lnTo>
                  <a:lnTo>
                    <a:pt x="1818714" y="2337691"/>
                  </a:lnTo>
                  <a:lnTo>
                    <a:pt x="1797722" y="2375541"/>
                  </a:lnTo>
                  <a:lnTo>
                    <a:pt x="1771800" y="2409890"/>
                  </a:lnTo>
                  <a:lnTo>
                    <a:pt x="1741426" y="2440261"/>
                  </a:lnTo>
                  <a:lnTo>
                    <a:pt x="1707079" y="2466178"/>
                  </a:lnTo>
                  <a:lnTo>
                    <a:pt x="1669234" y="2487165"/>
                  </a:lnTo>
                  <a:lnTo>
                    <a:pt x="1628370" y="2502745"/>
                  </a:lnTo>
                  <a:lnTo>
                    <a:pt x="1584964" y="2512442"/>
                  </a:lnTo>
                  <a:lnTo>
                    <a:pt x="1539494" y="2515781"/>
                  </a:lnTo>
                  <a:lnTo>
                    <a:pt x="307975" y="2515781"/>
                  </a:lnTo>
                  <a:lnTo>
                    <a:pt x="262473" y="2512442"/>
                  </a:lnTo>
                  <a:lnTo>
                    <a:pt x="219041" y="2502745"/>
                  </a:lnTo>
                  <a:lnTo>
                    <a:pt x="178156" y="2487165"/>
                  </a:lnTo>
                  <a:lnTo>
                    <a:pt x="140295" y="2466178"/>
                  </a:lnTo>
                  <a:lnTo>
                    <a:pt x="105935" y="2440261"/>
                  </a:lnTo>
                  <a:lnTo>
                    <a:pt x="75553" y="2409890"/>
                  </a:lnTo>
                  <a:lnTo>
                    <a:pt x="49625" y="2375541"/>
                  </a:lnTo>
                  <a:lnTo>
                    <a:pt x="28629" y="2337691"/>
                  </a:lnTo>
                  <a:lnTo>
                    <a:pt x="13042" y="2296816"/>
                  </a:lnTo>
                  <a:lnTo>
                    <a:pt x="3340" y="2253392"/>
                  </a:lnTo>
                  <a:lnTo>
                    <a:pt x="0" y="2207895"/>
                  </a:lnTo>
                  <a:lnTo>
                    <a:pt x="0" y="307975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4" name="object 84"/>
          <p:cNvGrpSpPr/>
          <p:nvPr/>
        </p:nvGrpSpPr>
        <p:grpSpPr>
          <a:xfrm>
            <a:off x="9429115" y="4167885"/>
            <a:ext cx="1873250" cy="2541270"/>
            <a:chOff x="9429115" y="4167885"/>
            <a:chExt cx="1873250" cy="2541270"/>
          </a:xfrm>
        </p:grpSpPr>
        <p:sp>
          <p:nvSpPr>
            <p:cNvPr id="85" name="object 85"/>
            <p:cNvSpPr/>
            <p:nvPr/>
          </p:nvSpPr>
          <p:spPr>
            <a:xfrm>
              <a:off x="9441815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1539493" y="0"/>
                  </a:moveTo>
                  <a:lnTo>
                    <a:pt x="307975" y="0"/>
                  </a:lnTo>
                  <a:lnTo>
                    <a:pt x="262473" y="3340"/>
                  </a:lnTo>
                  <a:lnTo>
                    <a:pt x="219041" y="13042"/>
                  </a:lnTo>
                  <a:lnTo>
                    <a:pt x="178156" y="28629"/>
                  </a:lnTo>
                  <a:lnTo>
                    <a:pt x="140295" y="49625"/>
                  </a:lnTo>
                  <a:lnTo>
                    <a:pt x="105935" y="75553"/>
                  </a:lnTo>
                  <a:lnTo>
                    <a:pt x="75553" y="105935"/>
                  </a:lnTo>
                  <a:lnTo>
                    <a:pt x="49625" y="140295"/>
                  </a:lnTo>
                  <a:lnTo>
                    <a:pt x="28629" y="178156"/>
                  </a:lnTo>
                  <a:lnTo>
                    <a:pt x="13042" y="219041"/>
                  </a:lnTo>
                  <a:lnTo>
                    <a:pt x="3340" y="262473"/>
                  </a:lnTo>
                  <a:lnTo>
                    <a:pt x="0" y="307975"/>
                  </a:lnTo>
                  <a:lnTo>
                    <a:pt x="0" y="2207895"/>
                  </a:lnTo>
                  <a:lnTo>
                    <a:pt x="3340" y="2253392"/>
                  </a:lnTo>
                  <a:lnTo>
                    <a:pt x="13042" y="2296816"/>
                  </a:lnTo>
                  <a:lnTo>
                    <a:pt x="28629" y="2337691"/>
                  </a:lnTo>
                  <a:lnTo>
                    <a:pt x="49625" y="2375541"/>
                  </a:lnTo>
                  <a:lnTo>
                    <a:pt x="75553" y="2409890"/>
                  </a:lnTo>
                  <a:lnTo>
                    <a:pt x="105935" y="2440261"/>
                  </a:lnTo>
                  <a:lnTo>
                    <a:pt x="140295" y="2466178"/>
                  </a:lnTo>
                  <a:lnTo>
                    <a:pt x="178156" y="2487165"/>
                  </a:lnTo>
                  <a:lnTo>
                    <a:pt x="219041" y="2502745"/>
                  </a:lnTo>
                  <a:lnTo>
                    <a:pt x="262473" y="2512442"/>
                  </a:lnTo>
                  <a:lnTo>
                    <a:pt x="307975" y="2515781"/>
                  </a:lnTo>
                  <a:lnTo>
                    <a:pt x="1539493" y="2515781"/>
                  </a:lnTo>
                  <a:lnTo>
                    <a:pt x="1584993" y="2512442"/>
                  </a:lnTo>
                  <a:lnTo>
                    <a:pt x="1628416" y="2502745"/>
                  </a:lnTo>
                  <a:lnTo>
                    <a:pt x="1669289" y="2487165"/>
                  </a:lnTo>
                  <a:lnTo>
                    <a:pt x="1707135" y="2466178"/>
                  </a:lnTo>
                  <a:lnTo>
                    <a:pt x="1741478" y="2440261"/>
                  </a:lnTo>
                  <a:lnTo>
                    <a:pt x="1771843" y="2409890"/>
                  </a:lnTo>
                  <a:lnTo>
                    <a:pt x="1797754" y="2375541"/>
                  </a:lnTo>
                  <a:lnTo>
                    <a:pt x="1818735" y="2337691"/>
                  </a:lnTo>
                  <a:lnTo>
                    <a:pt x="1834310" y="2296816"/>
                  </a:lnTo>
                  <a:lnTo>
                    <a:pt x="1844004" y="2253392"/>
                  </a:lnTo>
                  <a:lnTo>
                    <a:pt x="1847341" y="2207895"/>
                  </a:lnTo>
                  <a:lnTo>
                    <a:pt x="1847341" y="307975"/>
                  </a:lnTo>
                  <a:lnTo>
                    <a:pt x="1844004" y="262473"/>
                  </a:lnTo>
                  <a:lnTo>
                    <a:pt x="1834310" y="219041"/>
                  </a:lnTo>
                  <a:lnTo>
                    <a:pt x="1818735" y="178156"/>
                  </a:lnTo>
                  <a:lnTo>
                    <a:pt x="1797754" y="140295"/>
                  </a:lnTo>
                  <a:lnTo>
                    <a:pt x="1771843" y="105935"/>
                  </a:lnTo>
                  <a:lnTo>
                    <a:pt x="1741478" y="75553"/>
                  </a:lnTo>
                  <a:lnTo>
                    <a:pt x="1707135" y="49625"/>
                  </a:lnTo>
                  <a:lnTo>
                    <a:pt x="1669289" y="28629"/>
                  </a:lnTo>
                  <a:lnTo>
                    <a:pt x="1628416" y="13042"/>
                  </a:lnTo>
                  <a:lnTo>
                    <a:pt x="1584993" y="3340"/>
                  </a:lnTo>
                  <a:lnTo>
                    <a:pt x="153949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9441815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0" y="307975"/>
                  </a:moveTo>
                  <a:lnTo>
                    <a:pt x="3340" y="262473"/>
                  </a:lnTo>
                  <a:lnTo>
                    <a:pt x="13042" y="219041"/>
                  </a:lnTo>
                  <a:lnTo>
                    <a:pt x="28629" y="178156"/>
                  </a:lnTo>
                  <a:lnTo>
                    <a:pt x="49625" y="140295"/>
                  </a:lnTo>
                  <a:lnTo>
                    <a:pt x="75553" y="105935"/>
                  </a:lnTo>
                  <a:lnTo>
                    <a:pt x="105935" y="75553"/>
                  </a:lnTo>
                  <a:lnTo>
                    <a:pt x="140295" y="49625"/>
                  </a:lnTo>
                  <a:lnTo>
                    <a:pt x="178156" y="28629"/>
                  </a:lnTo>
                  <a:lnTo>
                    <a:pt x="219041" y="13042"/>
                  </a:lnTo>
                  <a:lnTo>
                    <a:pt x="262473" y="3340"/>
                  </a:lnTo>
                  <a:lnTo>
                    <a:pt x="307975" y="0"/>
                  </a:lnTo>
                  <a:lnTo>
                    <a:pt x="1539493" y="0"/>
                  </a:lnTo>
                  <a:lnTo>
                    <a:pt x="1584993" y="3340"/>
                  </a:lnTo>
                  <a:lnTo>
                    <a:pt x="1628416" y="13042"/>
                  </a:lnTo>
                  <a:lnTo>
                    <a:pt x="1669289" y="28629"/>
                  </a:lnTo>
                  <a:lnTo>
                    <a:pt x="1707135" y="49625"/>
                  </a:lnTo>
                  <a:lnTo>
                    <a:pt x="1741478" y="75553"/>
                  </a:lnTo>
                  <a:lnTo>
                    <a:pt x="1771843" y="105935"/>
                  </a:lnTo>
                  <a:lnTo>
                    <a:pt x="1797754" y="140295"/>
                  </a:lnTo>
                  <a:lnTo>
                    <a:pt x="1818735" y="178156"/>
                  </a:lnTo>
                  <a:lnTo>
                    <a:pt x="1834310" y="219041"/>
                  </a:lnTo>
                  <a:lnTo>
                    <a:pt x="1844004" y="262473"/>
                  </a:lnTo>
                  <a:lnTo>
                    <a:pt x="1847341" y="307975"/>
                  </a:lnTo>
                  <a:lnTo>
                    <a:pt x="1847341" y="2207895"/>
                  </a:lnTo>
                  <a:lnTo>
                    <a:pt x="1844004" y="2253392"/>
                  </a:lnTo>
                  <a:lnTo>
                    <a:pt x="1834310" y="2296816"/>
                  </a:lnTo>
                  <a:lnTo>
                    <a:pt x="1818735" y="2337691"/>
                  </a:lnTo>
                  <a:lnTo>
                    <a:pt x="1797754" y="2375541"/>
                  </a:lnTo>
                  <a:lnTo>
                    <a:pt x="1771843" y="2409890"/>
                  </a:lnTo>
                  <a:lnTo>
                    <a:pt x="1741478" y="2440261"/>
                  </a:lnTo>
                  <a:lnTo>
                    <a:pt x="1707135" y="2466178"/>
                  </a:lnTo>
                  <a:lnTo>
                    <a:pt x="1669289" y="2487165"/>
                  </a:lnTo>
                  <a:lnTo>
                    <a:pt x="1628416" y="2502745"/>
                  </a:lnTo>
                  <a:lnTo>
                    <a:pt x="1584993" y="2512442"/>
                  </a:lnTo>
                  <a:lnTo>
                    <a:pt x="1539493" y="2515781"/>
                  </a:lnTo>
                  <a:lnTo>
                    <a:pt x="307975" y="2515781"/>
                  </a:lnTo>
                  <a:lnTo>
                    <a:pt x="262473" y="2512442"/>
                  </a:lnTo>
                  <a:lnTo>
                    <a:pt x="219041" y="2502745"/>
                  </a:lnTo>
                  <a:lnTo>
                    <a:pt x="178156" y="2487165"/>
                  </a:lnTo>
                  <a:lnTo>
                    <a:pt x="140295" y="2466178"/>
                  </a:lnTo>
                  <a:lnTo>
                    <a:pt x="105935" y="2440261"/>
                  </a:lnTo>
                  <a:lnTo>
                    <a:pt x="75553" y="2409890"/>
                  </a:lnTo>
                  <a:lnTo>
                    <a:pt x="49625" y="2375541"/>
                  </a:lnTo>
                  <a:lnTo>
                    <a:pt x="28629" y="2337691"/>
                  </a:lnTo>
                  <a:lnTo>
                    <a:pt x="13042" y="2296816"/>
                  </a:lnTo>
                  <a:lnTo>
                    <a:pt x="3340" y="2253392"/>
                  </a:lnTo>
                  <a:lnTo>
                    <a:pt x="0" y="2207895"/>
                  </a:lnTo>
                  <a:lnTo>
                    <a:pt x="0" y="307975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7" name="object 87"/>
          <p:cNvGrpSpPr/>
          <p:nvPr/>
        </p:nvGrpSpPr>
        <p:grpSpPr>
          <a:xfrm>
            <a:off x="7288656" y="4167885"/>
            <a:ext cx="1872614" cy="2541270"/>
            <a:chOff x="7288656" y="4167885"/>
            <a:chExt cx="1872614" cy="2541270"/>
          </a:xfrm>
        </p:grpSpPr>
        <p:sp>
          <p:nvSpPr>
            <p:cNvPr id="88" name="object 88"/>
            <p:cNvSpPr/>
            <p:nvPr/>
          </p:nvSpPr>
          <p:spPr>
            <a:xfrm>
              <a:off x="7301356" y="4180585"/>
              <a:ext cx="1847214" cy="2515870"/>
            </a:xfrm>
            <a:custGeom>
              <a:avLst/>
              <a:gdLst/>
              <a:ahLst/>
              <a:cxnLst/>
              <a:rect l="l" t="t" r="r" b="b"/>
              <a:pathLst>
                <a:path w="1847215" h="2515870">
                  <a:moveTo>
                    <a:pt x="1539367" y="0"/>
                  </a:moveTo>
                  <a:lnTo>
                    <a:pt x="307848" y="0"/>
                  </a:lnTo>
                  <a:lnTo>
                    <a:pt x="262348" y="3340"/>
                  </a:lnTo>
                  <a:lnTo>
                    <a:pt x="218925" y="13042"/>
                  </a:lnTo>
                  <a:lnTo>
                    <a:pt x="178052" y="28629"/>
                  </a:lnTo>
                  <a:lnTo>
                    <a:pt x="140206" y="49625"/>
                  </a:lnTo>
                  <a:lnTo>
                    <a:pt x="105863" y="75553"/>
                  </a:lnTo>
                  <a:lnTo>
                    <a:pt x="75498" y="105935"/>
                  </a:lnTo>
                  <a:lnTo>
                    <a:pt x="49587" y="140295"/>
                  </a:lnTo>
                  <a:lnTo>
                    <a:pt x="28606" y="178156"/>
                  </a:lnTo>
                  <a:lnTo>
                    <a:pt x="13031" y="219041"/>
                  </a:lnTo>
                  <a:lnTo>
                    <a:pt x="3337" y="262473"/>
                  </a:lnTo>
                  <a:lnTo>
                    <a:pt x="0" y="307975"/>
                  </a:lnTo>
                  <a:lnTo>
                    <a:pt x="0" y="2207895"/>
                  </a:lnTo>
                  <a:lnTo>
                    <a:pt x="3337" y="2253392"/>
                  </a:lnTo>
                  <a:lnTo>
                    <a:pt x="13031" y="2296816"/>
                  </a:lnTo>
                  <a:lnTo>
                    <a:pt x="28606" y="2337691"/>
                  </a:lnTo>
                  <a:lnTo>
                    <a:pt x="49587" y="2375541"/>
                  </a:lnTo>
                  <a:lnTo>
                    <a:pt x="75498" y="2409890"/>
                  </a:lnTo>
                  <a:lnTo>
                    <a:pt x="105863" y="2440261"/>
                  </a:lnTo>
                  <a:lnTo>
                    <a:pt x="140206" y="2466178"/>
                  </a:lnTo>
                  <a:lnTo>
                    <a:pt x="178052" y="2487165"/>
                  </a:lnTo>
                  <a:lnTo>
                    <a:pt x="218925" y="2502745"/>
                  </a:lnTo>
                  <a:lnTo>
                    <a:pt x="262348" y="2512442"/>
                  </a:lnTo>
                  <a:lnTo>
                    <a:pt x="307848" y="2515781"/>
                  </a:lnTo>
                  <a:lnTo>
                    <a:pt x="1539367" y="2515781"/>
                  </a:lnTo>
                  <a:lnTo>
                    <a:pt x="1584866" y="2512442"/>
                  </a:lnTo>
                  <a:lnTo>
                    <a:pt x="1628289" y="2502745"/>
                  </a:lnTo>
                  <a:lnTo>
                    <a:pt x="1669162" y="2487165"/>
                  </a:lnTo>
                  <a:lnTo>
                    <a:pt x="1707008" y="2466178"/>
                  </a:lnTo>
                  <a:lnTo>
                    <a:pt x="1741351" y="2440261"/>
                  </a:lnTo>
                  <a:lnTo>
                    <a:pt x="1771716" y="2409890"/>
                  </a:lnTo>
                  <a:lnTo>
                    <a:pt x="1797627" y="2375541"/>
                  </a:lnTo>
                  <a:lnTo>
                    <a:pt x="1818608" y="2337691"/>
                  </a:lnTo>
                  <a:lnTo>
                    <a:pt x="1834183" y="2296816"/>
                  </a:lnTo>
                  <a:lnTo>
                    <a:pt x="1843877" y="2253392"/>
                  </a:lnTo>
                  <a:lnTo>
                    <a:pt x="1847215" y="2207895"/>
                  </a:lnTo>
                  <a:lnTo>
                    <a:pt x="1847215" y="307975"/>
                  </a:lnTo>
                  <a:lnTo>
                    <a:pt x="1843877" y="262473"/>
                  </a:lnTo>
                  <a:lnTo>
                    <a:pt x="1834183" y="219041"/>
                  </a:lnTo>
                  <a:lnTo>
                    <a:pt x="1818608" y="178156"/>
                  </a:lnTo>
                  <a:lnTo>
                    <a:pt x="1797627" y="140295"/>
                  </a:lnTo>
                  <a:lnTo>
                    <a:pt x="1771716" y="105935"/>
                  </a:lnTo>
                  <a:lnTo>
                    <a:pt x="1741351" y="75553"/>
                  </a:lnTo>
                  <a:lnTo>
                    <a:pt x="1707008" y="49625"/>
                  </a:lnTo>
                  <a:lnTo>
                    <a:pt x="1669162" y="28629"/>
                  </a:lnTo>
                  <a:lnTo>
                    <a:pt x="1628289" y="13042"/>
                  </a:lnTo>
                  <a:lnTo>
                    <a:pt x="1584866" y="3340"/>
                  </a:lnTo>
                  <a:lnTo>
                    <a:pt x="15393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7301356" y="4180585"/>
              <a:ext cx="1847214" cy="2515870"/>
            </a:xfrm>
            <a:custGeom>
              <a:avLst/>
              <a:gdLst/>
              <a:ahLst/>
              <a:cxnLst/>
              <a:rect l="l" t="t" r="r" b="b"/>
              <a:pathLst>
                <a:path w="1847215" h="2515870">
                  <a:moveTo>
                    <a:pt x="0" y="307975"/>
                  </a:moveTo>
                  <a:lnTo>
                    <a:pt x="3337" y="262473"/>
                  </a:lnTo>
                  <a:lnTo>
                    <a:pt x="13031" y="219041"/>
                  </a:lnTo>
                  <a:lnTo>
                    <a:pt x="28606" y="178156"/>
                  </a:lnTo>
                  <a:lnTo>
                    <a:pt x="49587" y="140295"/>
                  </a:lnTo>
                  <a:lnTo>
                    <a:pt x="75498" y="105935"/>
                  </a:lnTo>
                  <a:lnTo>
                    <a:pt x="105863" y="75553"/>
                  </a:lnTo>
                  <a:lnTo>
                    <a:pt x="140206" y="49625"/>
                  </a:lnTo>
                  <a:lnTo>
                    <a:pt x="178052" y="28629"/>
                  </a:lnTo>
                  <a:lnTo>
                    <a:pt x="218925" y="13042"/>
                  </a:lnTo>
                  <a:lnTo>
                    <a:pt x="262348" y="3340"/>
                  </a:lnTo>
                  <a:lnTo>
                    <a:pt x="307848" y="0"/>
                  </a:lnTo>
                  <a:lnTo>
                    <a:pt x="1539367" y="0"/>
                  </a:lnTo>
                  <a:lnTo>
                    <a:pt x="1584866" y="3340"/>
                  </a:lnTo>
                  <a:lnTo>
                    <a:pt x="1628289" y="13042"/>
                  </a:lnTo>
                  <a:lnTo>
                    <a:pt x="1669162" y="28629"/>
                  </a:lnTo>
                  <a:lnTo>
                    <a:pt x="1707008" y="49625"/>
                  </a:lnTo>
                  <a:lnTo>
                    <a:pt x="1741351" y="75553"/>
                  </a:lnTo>
                  <a:lnTo>
                    <a:pt x="1771716" y="105935"/>
                  </a:lnTo>
                  <a:lnTo>
                    <a:pt x="1797627" y="140295"/>
                  </a:lnTo>
                  <a:lnTo>
                    <a:pt x="1818608" y="178156"/>
                  </a:lnTo>
                  <a:lnTo>
                    <a:pt x="1834183" y="219041"/>
                  </a:lnTo>
                  <a:lnTo>
                    <a:pt x="1843877" y="262473"/>
                  </a:lnTo>
                  <a:lnTo>
                    <a:pt x="1847215" y="307975"/>
                  </a:lnTo>
                  <a:lnTo>
                    <a:pt x="1847215" y="2207895"/>
                  </a:lnTo>
                  <a:lnTo>
                    <a:pt x="1843877" y="2253392"/>
                  </a:lnTo>
                  <a:lnTo>
                    <a:pt x="1834183" y="2296816"/>
                  </a:lnTo>
                  <a:lnTo>
                    <a:pt x="1818608" y="2337691"/>
                  </a:lnTo>
                  <a:lnTo>
                    <a:pt x="1797627" y="2375541"/>
                  </a:lnTo>
                  <a:lnTo>
                    <a:pt x="1771716" y="2409890"/>
                  </a:lnTo>
                  <a:lnTo>
                    <a:pt x="1741351" y="2440261"/>
                  </a:lnTo>
                  <a:lnTo>
                    <a:pt x="1707008" y="2466178"/>
                  </a:lnTo>
                  <a:lnTo>
                    <a:pt x="1669162" y="2487165"/>
                  </a:lnTo>
                  <a:lnTo>
                    <a:pt x="1628289" y="2502745"/>
                  </a:lnTo>
                  <a:lnTo>
                    <a:pt x="1584866" y="2512442"/>
                  </a:lnTo>
                  <a:lnTo>
                    <a:pt x="1539367" y="2515781"/>
                  </a:lnTo>
                  <a:lnTo>
                    <a:pt x="307848" y="2515781"/>
                  </a:lnTo>
                  <a:lnTo>
                    <a:pt x="262348" y="2512442"/>
                  </a:lnTo>
                  <a:lnTo>
                    <a:pt x="218925" y="2502745"/>
                  </a:lnTo>
                  <a:lnTo>
                    <a:pt x="178052" y="2487165"/>
                  </a:lnTo>
                  <a:lnTo>
                    <a:pt x="140206" y="2466178"/>
                  </a:lnTo>
                  <a:lnTo>
                    <a:pt x="105863" y="2440261"/>
                  </a:lnTo>
                  <a:lnTo>
                    <a:pt x="75498" y="2409890"/>
                  </a:lnTo>
                  <a:lnTo>
                    <a:pt x="49587" y="2375541"/>
                  </a:lnTo>
                  <a:lnTo>
                    <a:pt x="28606" y="2337691"/>
                  </a:lnTo>
                  <a:lnTo>
                    <a:pt x="13031" y="2296816"/>
                  </a:lnTo>
                  <a:lnTo>
                    <a:pt x="3337" y="2253392"/>
                  </a:lnTo>
                  <a:lnTo>
                    <a:pt x="0" y="2207895"/>
                  </a:lnTo>
                  <a:lnTo>
                    <a:pt x="0" y="307975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0" name="object 90"/>
          <p:cNvGrpSpPr/>
          <p:nvPr/>
        </p:nvGrpSpPr>
        <p:grpSpPr>
          <a:xfrm>
            <a:off x="5615685" y="4315714"/>
            <a:ext cx="1144270" cy="247015"/>
            <a:chOff x="5615685" y="4315714"/>
            <a:chExt cx="1144270" cy="247015"/>
          </a:xfrm>
        </p:grpSpPr>
        <p:pic>
          <p:nvPicPr>
            <p:cNvPr id="91" name="object 91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5616193" y="4315714"/>
              <a:ext cx="1143380" cy="246887"/>
            </a:xfrm>
            <a:prstGeom prst="rect">
              <a:avLst/>
            </a:prstGeom>
          </p:spPr>
        </p:pic>
        <p:sp>
          <p:nvSpPr>
            <p:cNvPr id="92" name="object 92"/>
            <p:cNvSpPr/>
            <p:nvPr/>
          </p:nvSpPr>
          <p:spPr>
            <a:xfrm>
              <a:off x="5615685" y="4534027"/>
              <a:ext cx="914400" cy="12700"/>
            </a:xfrm>
            <a:custGeom>
              <a:avLst/>
              <a:gdLst/>
              <a:ahLst/>
              <a:cxnLst/>
              <a:rect l="l" t="t" r="r" b="b"/>
              <a:pathLst>
                <a:path w="914400" h="12700">
                  <a:moveTo>
                    <a:pt x="914399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914399" y="12192"/>
                  </a:lnTo>
                  <a:lnTo>
                    <a:pt x="9143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3" name="object 93"/>
          <p:cNvGrpSpPr/>
          <p:nvPr/>
        </p:nvGrpSpPr>
        <p:grpSpPr>
          <a:xfrm>
            <a:off x="7844028" y="4315714"/>
            <a:ext cx="916305" cy="247015"/>
            <a:chOff x="7844028" y="4315714"/>
            <a:chExt cx="916305" cy="247015"/>
          </a:xfrm>
        </p:grpSpPr>
        <p:pic>
          <p:nvPicPr>
            <p:cNvPr id="94" name="object 94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7844917" y="4315714"/>
              <a:ext cx="914806" cy="246887"/>
            </a:xfrm>
            <a:prstGeom prst="rect">
              <a:avLst/>
            </a:prstGeom>
          </p:spPr>
        </p:pic>
        <p:sp>
          <p:nvSpPr>
            <p:cNvPr id="95" name="object 95"/>
            <p:cNvSpPr/>
            <p:nvPr/>
          </p:nvSpPr>
          <p:spPr>
            <a:xfrm>
              <a:off x="7844028" y="4534027"/>
              <a:ext cx="685800" cy="12700"/>
            </a:xfrm>
            <a:custGeom>
              <a:avLst/>
              <a:gdLst/>
              <a:ahLst/>
              <a:cxnLst/>
              <a:rect l="l" t="t" r="r" b="b"/>
              <a:pathLst>
                <a:path w="685800" h="12700">
                  <a:moveTo>
                    <a:pt x="6858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685800" y="12192"/>
                  </a:lnTo>
                  <a:lnTo>
                    <a:pt x="6858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6" name="object 96"/>
          <p:cNvGrpSpPr/>
          <p:nvPr/>
        </p:nvGrpSpPr>
        <p:grpSpPr>
          <a:xfrm>
            <a:off x="10030968" y="4315714"/>
            <a:ext cx="915669" cy="247015"/>
            <a:chOff x="10030968" y="4315714"/>
            <a:chExt cx="915669" cy="247015"/>
          </a:xfrm>
        </p:grpSpPr>
        <p:pic>
          <p:nvPicPr>
            <p:cNvPr id="97" name="object 97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10032238" y="4315714"/>
              <a:ext cx="914400" cy="246887"/>
            </a:xfrm>
            <a:prstGeom prst="rect">
              <a:avLst/>
            </a:prstGeom>
          </p:spPr>
        </p:pic>
        <p:sp>
          <p:nvSpPr>
            <p:cNvPr id="98" name="object 98"/>
            <p:cNvSpPr/>
            <p:nvPr/>
          </p:nvSpPr>
          <p:spPr>
            <a:xfrm>
              <a:off x="10030968" y="4534027"/>
              <a:ext cx="685800" cy="12700"/>
            </a:xfrm>
            <a:custGeom>
              <a:avLst/>
              <a:gdLst/>
              <a:ahLst/>
              <a:cxnLst/>
              <a:rect l="l" t="t" r="r" b="b"/>
              <a:pathLst>
                <a:path w="685800" h="12700">
                  <a:moveTo>
                    <a:pt x="6858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685800" y="12192"/>
                  </a:lnTo>
                  <a:lnTo>
                    <a:pt x="6858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99" name="object 99"/>
          <p:cNvPicPr/>
          <p:nvPr/>
        </p:nvPicPr>
        <p:blipFill>
          <a:blip r:embed="rId42" cstate="print"/>
          <a:stretch>
            <a:fillRect/>
          </a:stretch>
        </p:blipFill>
        <p:spPr>
          <a:xfrm>
            <a:off x="700811" y="1636001"/>
            <a:ext cx="1955927" cy="1231912"/>
          </a:xfrm>
          <a:prstGeom prst="rect">
            <a:avLst/>
          </a:prstGeom>
        </p:spPr>
      </p:pic>
      <p:pic>
        <p:nvPicPr>
          <p:cNvPr id="100" name="object 100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3678428" y="1592580"/>
            <a:ext cx="2072767" cy="1373886"/>
          </a:xfrm>
          <a:prstGeom prst="rect">
            <a:avLst/>
          </a:prstGeom>
        </p:spPr>
      </p:pic>
      <p:pic>
        <p:nvPicPr>
          <p:cNvPr id="101" name="object 101"/>
          <p:cNvPicPr/>
          <p:nvPr/>
        </p:nvPicPr>
        <p:blipFill>
          <a:blip r:embed="rId44" cstate="print"/>
          <a:stretch>
            <a:fillRect/>
          </a:stretch>
        </p:blipFill>
        <p:spPr>
          <a:xfrm>
            <a:off x="6654800" y="1552828"/>
            <a:ext cx="1847215" cy="1373886"/>
          </a:xfrm>
          <a:prstGeom prst="rect">
            <a:avLst/>
          </a:prstGeom>
        </p:spPr>
      </p:pic>
      <p:pic>
        <p:nvPicPr>
          <p:cNvPr id="102" name="object 102"/>
          <p:cNvPicPr/>
          <p:nvPr/>
        </p:nvPicPr>
        <p:blipFill>
          <a:blip r:embed="rId45" cstate="print"/>
          <a:stretch>
            <a:fillRect/>
          </a:stretch>
        </p:blipFill>
        <p:spPr>
          <a:xfrm>
            <a:off x="9527920" y="1570100"/>
            <a:ext cx="1799971" cy="1301114"/>
          </a:xfrm>
          <a:prstGeom prst="rect">
            <a:avLst/>
          </a:prstGeom>
        </p:spPr>
      </p:pic>
      <p:pic>
        <p:nvPicPr>
          <p:cNvPr id="103" name="object 103"/>
          <p:cNvPicPr/>
          <p:nvPr/>
        </p:nvPicPr>
        <p:blipFill>
          <a:blip r:embed="rId46" cstate="print"/>
          <a:stretch>
            <a:fillRect/>
          </a:stretch>
        </p:blipFill>
        <p:spPr>
          <a:xfrm>
            <a:off x="660831" y="4180649"/>
            <a:ext cx="1847214" cy="1116520"/>
          </a:xfrm>
          <a:prstGeom prst="rect">
            <a:avLst/>
          </a:prstGeom>
        </p:spPr>
      </p:pic>
      <p:pic>
        <p:nvPicPr>
          <p:cNvPr id="104" name="object 104"/>
          <p:cNvPicPr/>
          <p:nvPr/>
        </p:nvPicPr>
        <p:blipFill>
          <a:blip r:embed="rId47" cstate="print"/>
          <a:stretch>
            <a:fillRect/>
          </a:stretch>
        </p:blipFill>
        <p:spPr>
          <a:xfrm>
            <a:off x="5351398" y="4591583"/>
            <a:ext cx="1516887" cy="846937"/>
          </a:xfrm>
          <a:prstGeom prst="rect">
            <a:avLst/>
          </a:prstGeom>
        </p:spPr>
      </p:pic>
      <p:pic>
        <p:nvPicPr>
          <p:cNvPr id="105" name="object 105"/>
          <p:cNvPicPr/>
          <p:nvPr/>
        </p:nvPicPr>
        <p:blipFill>
          <a:blip r:embed="rId48" cstate="print"/>
          <a:stretch>
            <a:fillRect/>
          </a:stretch>
        </p:blipFill>
        <p:spPr>
          <a:xfrm>
            <a:off x="7497191" y="4591596"/>
            <a:ext cx="1490599" cy="915885"/>
          </a:xfrm>
          <a:prstGeom prst="rect">
            <a:avLst/>
          </a:prstGeom>
        </p:spPr>
      </p:pic>
      <p:pic>
        <p:nvPicPr>
          <p:cNvPr id="106" name="object 106"/>
          <p:cNvPicPr/>
          <p:nvPr/>
        </p:nvPicPr>
        <p:blipFill>
          <a:blip r:embed="rId49" cstate="print"/>
          <a:stretch>
            <a:fillRect/>
          </a:stretch>
        </p:blipFill>
        <p:spPr>
          <a:xfrm>
            <a:off x="9646284" y="4616907"/>
            <a:ext cx="1570863" cy="838377"/>
          </a:xfrm>
          <a:prstGeom prst="rect">
            <a:avLst/>
          </a:prstGeom>
        </p:spPr>
      </p:pic>
      <p:pic>
        <p:nvPicPr>
          <p:cNvPr id="107" name="object 107"/>
          <p:cNvPicPr/>
          <p:nvPr/>
        </p:nvPicPr>
        <p:blipFill>
          <a:blip r:embed="rId50" cstate="print"/>
          <a:stretch>
            <a:fillRect/>
          </a:stretch>
        </p:blipFill>
        <p:spPr>
          <a:xfrm>
            <a:off x="660400" y="5460695"/>
            <a:ext cx="1847723" cy="1176108"/>
          </a:xfrm>
          <a:prstGeom prst="rect">
            <a:avLst/>
          </a:prstGeom>
        </p:spPr>
      </p:pic>
      <p:grpSp>
        <p:nvGrpSpPr>
          <p:cNvPr id="108" name="object 108"/>
          <p:cNvGrpSpPr/>
          <p:nvPr/>
        </p:nvGrpSpPr>
        <p:grpSpPr>
          <a:xfrm>
            <a:off x="2636266" y="4034028"/>
            <a:ext cx="1829435" cy="1344930"/>
            <a:chOff x="2636266" y="4034028"/>
            <a:chExt cx="1829435" cy="1344930"/>
          </a:xfrm>
        </p:grpSpPr>
        <p:pic>
          <p:nvPicPr>
            <p:cNvPr id="109" name="object 109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2636266" y="4034028"/>
              <a:ext cx="1829181" cy="246887"/>
            </a:xfrm>
            <a:prstGeom prst="rect">
              <a:avLst/>
            </a:prstGeom>
          </p:spPr>
        </p:pic>
        <p:pic>
          <p:nvPicPr>
            <p:cNvPr id="110" name="object 110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2636266" y="4308348"/>
              <a:ext cx="1600581" cy="246887"/>
            </a:xfrm>
            <a:prstGeom prst="rect">
              <a:avLst/>
            </a:prstGeom>
          </p:spPr>
        </p:pic>
        <p:pic>
          <p:nvPicPr>
            <p:cNvPr id="111" name="object 111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2636266" y="4582617"/>
              <a:ext cx="1829181" cy="247192"/>
            </a:xfrm>
            <a:prstGeom prst="rect">
              <a:avLst/>
            </a:prstGeom>
          </p:spPr>
        </p:pic>
        <p:pic>
          <p:nvPicPr>
            <p:cNvPr id="112" name="object 112"/>
            <p:cNvPicPr/>
            <p:nvPr/>
          </p:nvPicPr>
          <p:blipFill>
            <a:blip r:embed="rId54" cstate="print"/>
            <a:stretch>
              <a:fillRect/>
            </a:stretch>
          </p:blipFill>
          <p:spPr>
            <a:xfrm>
              <a:off x="2636266" y="4857242"/>
              <a:ext cx="1829181" cy="246887"/>
            </a:xfrm>
            <a:prstGeom prst="rect">
              <a:avLst/>
            </a:prstGeom>
          </p:spPr>
        </p:pic>
        <p:pic>
          <p:nvPicPr>
            <p:cNvPr id="113" name="object 113"/>
            <p:cNvPicPr/>
            <p:nvPr/>
          </p:nvPicPr>
          <p:blipFill>
            <a:blip r:embed="rId55" cstate="print"/>
            <a:stretch>
              <a:fillRect/>
            </a:stretch>
          </p:blipFill>
          <p:spPr>
            <a:xfrm>
              <a:off x="2636266" y="5131562"/>
              <a:ext cx="914806" cy="246887"/>
            </a:xfrm>
            <a:prstGeom prst="rect">
              <a:avLst/>
            </a:prstGeom>
          </p:spPr>
        </p:pic>
      </p:grpSp>
      <p:grpSp>
        <p:nvGrpSpPr>
          <p:cNvPr id="114" name="object 114"/>
          <p:cNvGrpSpPr/>
          <p:nvPr/>
        </p:nvGrpSpPr>
        <p:grpSpPr>
          <a:xfrm>
            <a:off x="2674366" y="5504383"/>
            <a:ext cx="1828800" cy="1070610"/>
            <a:chOff x="2674366" y="5504383"/>
            <a:chExt cx="1828800" cy="1070610"/>
          </a:xfrm>
        </p:grpSpPr>
        <p:pic>
          <p:nvPicPr>
            <p:cNvPr id="115" name="object 115"/>
            <p:cNvPicPr/>
            <p:nvPr/>
          </p:nvPicPr>
          <p:blipFill>
            <a:blip r:embed="rId56" cstate="print"/>
            <a:stretch>
              <a:fillRect/>
            </a:stretch>
          </p:blipFill>
          <p:spPr>
            <a:xfrm>
              <a:off x="2674366" y="5504383"/>
              <a:ext cx="1828800" cy="247192"/>
            </a:xfrm>
            <a:prstGeom prst="rect">
              <a:avLst/>
            </a:prstGeom>
          </p:spPr>
        </p:pic>
        <p:pic>
          <p:nvPicPr>
            <p:cNvPr id="116" name="object 116"/>
            <p:cNvPicPr/>
            <p:nvPr/>
          </p:nvPicPr>
          <p:blipFill>
            <a:blip r:embed="rId57" cstate="print"/>
            <a:stretch>
              <a:fillRect/>
            </a:stretch>
          </p:blipFill>
          <p:spPr>
            <a:xfrm>
              <a:off x="2674366" y="5779312"/>
              <a:ext cx="1828800" cy="246887"/>
            </a:xfrm>
            <a:prstGeom prst="rect">
              <a:avLst/>
            </a:prstGeom>
          </p:spPr>
        </p:pic>
        <p:pic>
          <p:nvPicPr>
            <p:cNvPr id="117" name="object 117"/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2674366" y="6053632"/>
              <a:ext cx="1828800" cy="246887"/>
            </a:xfrm>
            <a:prstGeom prst="rect">
              <a:avLst/>
            </a:prstGeom>
          </p:spPr>
        </p:pic>
        <p:pic>
          <p:nvPicPr>
            <p:cNvPr id="118" name="object 118"/>
            <p:cNvPicPr/>
            <p:nvPr/>
          </p:nvPicPr>
          <p:blipFill>
            <a:blip r:embed="rId59" cstate="print"/>
            <a:stretch>
              <a:fillRect/>
            </a:stretch>
          </p:blipFill>
          <p:spPr>
            <a:xfrm>
              <a:off x="2674366" y="6327952"/>
              <a:ext cx="1371600" cy="246888"/>
            </a:xfrm>
            <a:prstGeom prst="rect">
              <a:avLst/>
            </a:prstGeom>
          </p:spPr>
        </p:pic>
      </p:grpSp>
      <p:grpSp>
        <p:nvGrpSpPr>
          <p:cNvPr id="119" name="object 119"/>
          <p:cNvGrpSpPr/>
          <p:nvPr/>
        </p:nvGrpSpPr>
        <p:grpSpPr>
          <a:xfrm>
            <a:off x="5532373" y="5662574"/>
            <a:ext cx="1216660" cy="708025"/>
            <a:chOff x="5532373" y="5662574"/>
            <a:chExt cx="1216660" cy="708025"/>
          </a:xfrm>
        </p:grpSpPr>
        <p:pic>
          <p:nvPicPr>
            <p:cNvPr id="120" name="object 120"/>
            <p:cNvPicPr/>
            <p:nvPr/>
          </p:nvPicPr>
          <p:blipFill>
            <a:blip r:embed="rId60" cstate="print"/>
            <a:stretch>
              <a:fillRect/>
            </a:stretch>
          </p:blipFill>
          <p:spPr>
            <a:xfrm>
              <a:off x="5532373" y="5662574"/>
              <a:ext cx="1216152" cy="219456"/>
            </a:xfrm>
            <a:prstGeom prst="rect">
              <a:avLst/>
            </a:prstGeom>
          </p:spPr>
        </p:pic>
        <p:pic>
          <p:nvPicPr>
            <p:cNvPr id="121" name="object 121"/>
            <p:cNvPicPr/>
            <p:nvPr/>
          </p:nvPicPr>
          <p:blipFill>
            <a:blip r:embed="rId61" cstate="print"/>
            <a:stretch>
              <a:fillRect/>
            </a:stretch>
          </p:blipFill>
          <p:spPr>
            <a:xfrm>
              <a:off x="5532373" y="5906414"/>
              <a:ext cx="1216152" cy="219455"/>
            </a:xfrm>
            <a:prstGeom prst="rect">
              <a:avLst/>
            </a:prstGeom>
          </p:spPr>
        </p:pic>
        <p:pic>
          <p:nvPicPr>
            <p:cNvPr id="122" name="object 122"/>
            <p:cNvPicPr/>
            <p:nvPr/>
          </p:nvPicPr>
          <p:blipFill>
            <a:blip r:embed="rId62" cstate="print"/>
            <a:stretch>
              <a:fillRect/>
            </a:stretch>
          </p:blipFill>
          <p:spPr>
            <a:xfrm>
              <a:off x="5532373" y="6150254"/>
              <a:ext cx="1013459" cy="219760"/>
            </a:xfrm>
            <a:prstGeom prst="rect">
              <a:avLst/>
            </a:prstGeom>
          </p:spPr>
        </p:pic>
      </p:grpSp>
      <p:grpSp>
        <p:nvGrpSpPr>
          <p:cNvPr id="123" name="object 123"/>
          <p:cNvGrpSpPr/>
          <p:nvPr/>
        </p:nvGrpSpPr>
        <p:grpSpPr>
          <a:xfrm>
            <a:off x="7515732" y="5572658"/>
            <a:ext cx="1605280" cy="1063625"/>
            <a:chOff x="7515732" y="5572658"/>
            <a:chExt cx="1605280" cy="1063625"/>
          </a:xfrm>
        </p:grpSpPr>
        <p:pic>
          <p:nvPicPr>
            <p:cNvPr id="124" name="object 124"/>
            <p:cNvPicPr/>
            <p:nvPr/>
          </p:nvPicPr>
          <p:blipFill>
            <a:blip r:embed="rId63" cstate="print"/>
            <a:stretch>
              <a:fillRect/>
            </a:stretch>
          </p:blipFill>
          <p:spPr>
            <a:xfrm>
              <a:off x="7515732" y="5572658"/>
              <a:ext cx="1604772" cy="192024"/>
            </a:xfrm>
            <a:prstGeom prst="rect">
              <a:avLst/>
            </a:prstGeom>
          </p:spPr>
        </p:pic>
        <p:pic>
          <p:nvPicPr>
            <p:cNvPr id="125" name="object 125"/>
            <p:cNvPicPr/>
            <p:nvPr/>
          </p:nvPicPr>
          <p:blipFill>
            <a:blip r:embed="rId64" cstate="print"/>
            <a:stretch>
              <a:fillRect/>
            </a:stretch>
          </p:blipFill>
          <p:spPr>
            <a:xfrm>
              <a:off x="7515732" y="5785713"/>
              <a:ext cx="1604772" cy="192328"/>
            </a:xfrm>
            <a:prstGeom prst="rect">
              <a:avLst/>
            </a:prstGeom>
          </p:spPr>
        </p:pic>
        <p:pic>
          <p:nvPicPr>
            <p:cNvPr id="126" name="object 126"/>
            <p:cNvPicPr/>
            <p:nvPr/>
          </p:nvPicPr>
          <p:blipFill>
            <a:blip r:embed="rId65" cstate="print"/>
            <a:stretch>
              <a:fillRect/>
            </a:stretch>
          </p:blipFill>
          <p:spPr>
            <a:xfrm>
              <a:off x="7515732" y="5999683"/>
              <a:ext cx="1426463" cy="192024"/>
            </a:xfrm>
            <a:prstGeom prst="rect">
              <a:avLst/>
            </a:prstGeom>
          </p:spPr>
        </p:pic>
        <p:pic>
          <p:nvPicPr>
            <p:cNvPr id="127" name="object 127"/>
            <p:cNvPicPr/>
            <p:nvPr/>
          </p:nvPicPr>
          <p:blipFill>
            <a:blip r:embed="rId66" cstate="print"/>
            <a:stretch>
              <a:fillRect/>
            </a:stretch>
          </p:blipFill>
          <p:spPr>
            <a:xfrm>
              <a:off x="7540497" y="6230721"/>
              <a:ext cx="1426845" cy="192023"/>
            </a:xfrm>
            <a:prstGeom prst="rect">
              <a:avLst/>
            </a:prstGeom>
          </p:spPr>
        </p:pic>
        <p:pic>
          <p:nvPicPr>
            <p:cNvPr id="128" name="object 128"/>
            <p:cNvPicPr/>
            <p:nvPr/>
          </p:nvPicPr>
          <p:blipFill>
            <a:blip r:embed="rId67" cstate="print"/>
            <a:stretch>
              <a:fillRect/>
            </a:stretch>
          </p:blipFill>
          <p:spPr>
            <a:xfrm>
              <a:off x="7540497" y="6444081"/>
              <a:ext cx="1248155" cy="192023"/>
            </a:xfrm>
            <a:prstGeom prst="rect">
              <a:avLst/>
            </a:prstGeom>
          </p:spPr>
        </p:pic>
      </p:grpSp>
      <p:grpSp>
        <p:nvGrpSpPr>
          <p:cNvPr id="129" name="object 129"/>
          <p:cNvGrpSpPr/>
          <p:nvPr/>
        </p:nvGrpSpPr>
        <p:grpSpPr>
          <a:xfrm>
            <a:off x="9771253" y="5601004"/>
            <a:ext cx="1426845" cy="832485"/>
            <a:chOff x="9771253" y="5601004"/>
            <a:chExt cx="1426845" cy="832485"/>
          </a:xfrm>
        </p:grpSpPr>
        <p:pic>
          <p:nvPicPr>
            <p:cNvPr id="130" name="object 130"/>
            <p:cNvPicPr/>
            <p:nvPr/>
          </p:nvPicPr>
          <p:blipFill>
            <a:blip r:embed="rId68" cstate="print"/>
            <a:stretch>
              <a:fillRect/>
            </a:stretch>
          </p:blipFill>
          <p:spPr>
            <a:xfrm>
              <a:off x="9771253" y="5601004"/>
              <a:ext cx="1426464" cy="192024"/>
            </a:xfrm>
            <a:prstGeom prst="rect">
              <a:avLst/>
            </a:prstGeom>
          </p:spPr>
        </p:pic>
        <p:pic>
          <p:nvPicPr>
            <p:cNvPr id="131" name="object 131"/>
            <p:cNvPicPr/>
            <p:nvPr/>
          </p:nvPicPr>
          <p:blipFill>
            <a:blip r:embed="rId69" cstate="print"/>
            <a:stretch>
              <a:fillRect/>
            </a:stretch>
          </p:blipFill>
          <p:spPr>
            <a:xfrm>
              <a:off x="9771253" y="5814364"/>
              <a:ext cx="1426464" cy="192024"/>
            </a:xfrm>
            <a:prstGeom prst="rect">
              <a:avLst/>
            </a:prstGeom>
          </p:spPr>
        </p:pic>
        <p:pic>
          <p:nvPicPr>
            <p:cNvPr id="132" name="object 132"/>
            <p:cNvPicPr/>
            <p:nvPr/>
          </p:nvPicPr>
          <p:blipFill>
            <a:blip r:embed="rId70" cstate="print"/>
            <a:stretch>
              <a:fillRect/>
            </a:stretch>
          </p:blipFill>
          <p:spPr>
            <a:xfrm>
              <a:off x="9771253" y="6027724"/>
              <a:ext cx="1426464" cy="192024"/>
            </a:xfrm>
            <a:prstGeom prst="rect">
              <a:avLst/>
            </a:prstGeom>
          </p:spPr>
        </p:pic>
        <p:pic>
          <p:nvPicPr>
            <p:cNvPr id="133" name="object 133"/>
            <p:cNvPicPr/>
            <p:nvPr/>
          </p:nvPicPr>
          <p:blipFill>
            <a:blip r:embed="rId71" cstate="print"/>
            <a:stretch>
              <a:fillRect/>
            </a:stretch>
          </p:blipFill>
          <p:spPr>
            <a:xfrm>
              <a:off x="9771253" y="6240779"/>
              <a:ext cx="1248155" cy="192328"/>
            </a:xfrm>
            <a:prstGeom prst="rect">
              <a:avLst/>
            </a:prstGeom>
          </p:spPr>
        </p:pic>
      </p:grpSp>
      <p:pic>
        <p:nvPicPr>
          <p:cNvPr id="134" name="object 134"/>
          <p:cNvPicPr/>
          <p:nvPr/>
        </p:nvPicPr>
        <p:blipFill>
          <a:blip r:embed="rId72" cstate="print"/>
          <a:stretch>
            <a:fillRect/>
          </a:stretch>
        </p:blipFill>
        <p:spPr>
          <a:xfrm>
            <a:off x="6906768" y="1488947"/>
            <a:ext cx="1306829" cy="1067562"/>
          </a:xfrm>
          <a:prstGeom prst="rect">
            <a:avLst/>
          </a:prstGeom>
        </p:spPr>
      </p:pic>
      <p:sp>
        <p:nvSpPr>
          <p:cNvPr id="135" name="スライド番号プレースホルダー 134">
            <a:extLst>
              <a:ext uri="{FF2B5EF4-FFF2-40B4-BE49-F238E27FC236}">
                <a16:creationId xmlns:a16="http://schemas.microsoft.com/office/drawing/2014/main" id="{74A4A34D-5B72-4980-AB70-F14B782633D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altLang="ja-JP" smtClean="0"/>
              <a:t>9</a:t>
            </a:fld>
            <a:endParaRPr lang="ja-JP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58057"/>
            <a:ext cx="12197080" cy="6800215"/>
            <a:chOff x="0" y="58057"/>
            <a:chExt cx="12197080" cy="680021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58057"/>
              <a:ext cx="3251200" cy="6799942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20695" y="166128"/>
              <a:ext cx="4172711" cy="74674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91383" y="88404"/>
              <a:ext cx="3829812" cy="10408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567685" y="193928"/>
              <a:ext cx="4082541" cy="65582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567685" y="193928"/>
              <a:ext cx="4083050" cy="655955"/>
            </a:xfrm>
            <a:custGeom>
              <a:avLst/>
              <a:gdLst/>
              <a:ahLst/>
              <a:cxnLst/>
              <a:rect l="l" t="t" r="r" b="b"/>
              <a:pathLst>
                <a:path w="4083050" h="655955">
                  <a:moveTo>
                    <a:pt x="0" y="109347"/>
                  </a:moveTo>
                  <a:lnTo>
                    <a:pt x="8584" y="66811"/>
                  </a:lnTo>
                  <a:lnTo>
                    <a:pt x="32004" y="32051"/>
                  </a:lnTo>
                  <a:lnTo>
                    <a:pt x="66758" y="8602"/>
                  </a:lnTo>
                  <a:lnTo>
                    <a:pt x="109346" y="0"/>
                  </a:lnTo>
                  <a:lnTo>
                    <a:pt x="3973194" y="0"/>
                  </a:lnTo>
                  <a:lnTo>
                    <a:pt x="4015730" y="8602"/>
                  </a:lnTo>
                  <a:lnTo>
                    <a:pt x="4050490" y="32051"/>
                  </a:lnTo>
                  <a:lnTo>
                    <a:pt x="4073939" y="66811"/>
                  </a:lnTo>
                  <a:lnTo>
                    <a:pt x="4082541" y="109347"/>
                  </a:lnTo>
                  <a:lnTo>
                    <a:pt x="4082541" y="546481"/>
                  </a:lnTo>
                  <a:lnTo>
                    <a:pt x="4073939" y="589069"/>
                  </a:lnTo>
                  <a:lnTo>
                    <a:pt x="4050490" y="623824"/>
                  </a:lnTo>
                  <a:lnTo>
                    <a:pt x="4015730" y="647243"/>
                  </a:lnTo>
                  <a:lnTo>
                    <a:pt x="3973194" y="655828"/>
                  </a:lnTo>
                  <a:lnTo>
                    <a:pt x="109346" y="655828"/>
                  </a:lnTo>
                  <a:lnTo>
                    <a:pt x="66758" y="647243"/>
                  </a:lnTo>
                  <a:lnTo>
                    <a:pt x="32004" y="623824"/>
                  </a:lnTo>
                  <a:lnTo>
                    <a:pt x="8584" y="589069"/>
                  </a:lnTo>
                  <a:lnTo>
                    <a:pt x="0" y="546481"/>
                  </a:lnTo>
                  <a:lnTo>
                    <a:pt x="0" y="10934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008629" y="291972"/>
              <a:ext cx="3657980" cy="49377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567685" y="1200911"/>
              <a:ext cx="6983095" cy="4623435"/>
            </a:xfrm>
            <a:custGeom>
              <a:avLst/>
              <a:gdLst/>
              <a:ahLst/>
              <a:cxnLst/>
              <a:rect l="l" t="t" r="r" b="b"/>
              <a:pathLst>
                <a:path w="6983095" h="4623435">
                  <a:moveTo>
                    <a:pt x="6212205" y="0"/>
                  </a:moveTo>
                  <a:lnTo>
                    <a:pt x="770509" y="0"/>
                  </a:lnTo>
                  <a:lnTo>
                    <a:pt x="721776" y="1515"/>
                  </a:lnTo>
                  <a:lnTo>
                    <a:pt x="673850" y="6002"/>
                  </a:lnTo>
                  <a:lnTo>
                    <a:pt x="626820" y="13370"/>
                  </a:lnTo>
                  <a:lnTo>
                    <a:pt x="580777" y="23529"/>
                  </a:lnTo>
                  <a:lnTo>
                    <a:pt x="535810" y="36389"/>
                  </a:lnTo>
                  <a:lnTo>
                    <a:pt x="492010" y="51859"/>
                  </a:lnTo>
                  <a:lnTo>
                    <a:pt x="449468" y="69849"/>
                  </a:lnTo>
                  <a:lnTo>
                    <a:pt x="408272" y="90270"/>
                  </a:lnTo>
                  <a:lnTo>
                    <a:pt x="368514" y="113029"/>
                  </a:lnTo>
                  <a:lnTo>
                    <a:pt x="330284" y="138039"/>
                  </a:lnTo>
                  <a:lnTo>
                    <a:pt x="293672" y="165208"/>
                  </a:lnTo>
                  <a:lnTo>
                    <a:pt x="258768" y="194446"/>
                  </a:lnTo>
                  <a:lnTo>
                    <a:pt x="225663" y="225663"/>
                  </a:lnTo>
                  <a:lnTo>
                    <a:pt x="194446" y="258768"/>
                  </a:lnTo>
                  <a:lnTo>
                    <a:pt x="165208" y="293672"/>
                  </a:lnTo>
                  <a:lnTo>
                    <a:pt x="138039" y="330284"/>
                  </a:lnTo>
                  <a:lnTo>
                    <a:pt x="113029" y="368514"/>
                  </a:lnTo>
                  <a:lnTo>
                    <a:pt x="90270" y="408272"/>
                  </a:lnTo>
                  <a:lnTo>
                    <a:pt x="69849" y="449468"/>
                  </a:lnTo>
                  <a:lnTo>
                    <a:pt x="51859" y="492010"/>
                  </a:lnTo>
                  <a:lnTo>
                    <a:pt x="36389" y="535810"/>
                  </a:lnTo>
                  <a:lnTo>
                    <a:pt x="23529" y="580777"/>
                  </a:lnTo>
                  <a:lnTo>
                    <a:pt x="13370" y="626820"/>
                  </a:lnTo>
                  <a:lnTo>
                    <a:pt x="6002" y="673850"/>
                  </a:lnTo>
                  <a:lnTo>
                    <a:pt x="1515" y="721776"/>
                  </a:lnTo>
                  <a:lnTo>
                    <a:pt x="0" y="770509"/>
                  </a:lnTo>
                  <a:lnTo>
                    <a:pt x="0" y="3852291"/>
                  </a:lnTo>
                  <a:lnTo>
                    <a:pt x="1515" y="3901023"/>
                  </a:lnTo>
                  <a:lnTo>
                    <a:pt x="6002" y="3948949"/>
                  </a:lnTo>
                  <a:lnTo>
                    <a:pt x="13370" y="3995980"/>
                  </a:lnTo>
                  <a:lnTo>
                    <a:pt x="23529" y="4042024"/>
                  </a:lnTo>
                  <a:lnTo>
                    <a:pt x="36389" y="4086991"/>
                  </a:lnTo>
                  <a:lnTo>
                    <a:pt x="51859" y="4130792"/>
                  </a:lnTo>
                  <a:lnTo>
                    <a:pt x="69849" y="4173336"/>
                  </a:lnTo>
                  <a:lnTo>
                    <a:pt x="90270" y="4214533"/>
                  </a:lnTo>
                  <a:lnTo>
                    <a:pt x="113029" y="4254292"/>
                  </a:lnTo>
                  <a:lnTo>
                    <a:pt x="138039" y="4292523"/>
                  </a:lnTo>
                  <a:lnTo>
                    <a:pt x="165208" y="4329137"/>
                  </a:lnTo>
                  <a:lnTo>
                    <a:pt x="194446" y="4364042"/>
                  </a:lnTo>
                  <a:lnTo>
                    <a:pt x="225663" y="4397149"/>
                  </a:lnTo>
                  <a:lnTo>
                    <a:pt x="258768" y="4428367"/>
                  </a:lnTo>
                  <a:lnTo>
                    <a:pt x="293672" y="4457607"/>
                  </a:lnTo>
                  <a:lnTo>
                    <a:pt x="330284" y="4484777"/>
                  </a:lnTo>
                  <a:lnTo>
                    <a:pt x="368514" y="4509788"/>
                  </a:lnTo>
                  <a:lnTo>
                    <a:pt x="408272" y="4532549"/>
                  </a:lnTo>
                  <a:lnTo>
                    <a:pt x="449468" y="4552971"/>
                  </a:lnTo>
                  <a:lnTo>
                    <a:pt x="492010" y="4570962"/>
                  </a:lnTo>
                  <a:lnTo>
                    <a:pt x="535810" y="4586433"/>
                  </a:lnTo>
                  <a:lnTo>
                    <a:pt x="580777" y="4599293"/>
                  </a:lnTo>
                  <a:lnTo>
                    <a:pt x="626820" y="4609453"/>
                  </a:lnTo>
                  <a:lnTo>
                    <a:pt x="673850" y="4616822"/>
                  </a:lnTo>
                  <a:lnTo>
                    <a:pt x="721776" y="4621309"/>
                  </a:lnTo>
                  <a:lnTo>
                    <a:pt x="770509" y="4622825"/>
                  </a:lnTo>
                  <a:lnTo>
                    <a:pt x="6212205" y="4622825"/>
                  </a:lnTo>
                  <a:lnTo>
                    <a:pt x="6260937" y="4621309"/>
                  </a:lnTo>
                  <a:lnTo>
                    <a:pt x="6308863" y="4616822"/>
                  </a:lnTo>
                  <a:lnTo>
                    <a:pt x="6355893" y="4609453"/>
                  </a:lnTo>
                  <a:lnTo>
                    <a:pt x="6401936" y="4599293"/>
                  </a:lnTo>
                  <a:lnTo>
                    <a:pt x="6446903" y="4586433"/>
                  </a:lnTo>
                  <a:lnTo>
                    <a:pt x="6490703" y="4570962"/>
                  </a:lnTo>
                  <a:lnTo>
                    <a:pt x="6533245" y="4552971"/>
                  </a:lnTo>
                  <a:lnTo>
                    <a:pt x="6574441" y="4532549"/>
                  </a:lnTo>
                  <a:lnTo>
                    <a:pt x="6614199" y="4509788"/>
                  </a:lnTo>
                  <a:lnTo>
                    <a:pt x="6652429" y="4484777"/>
                  </a:lnTo>
                  <a:lnTo>
                    <a:pt x="6689041" y="4457607"/>
                  </a:lnTo>
                  <a:lnTo>
                    <a:pt x="6723945" y="4428367"/>
                  </a:lnTo>
                  <a:lnTo>
                    <a:pt x="6757050" y="4397149"/>
                  </a:lnTo>
                  <a:lnTo>
                    <a:pt x="6788267" y="4364042"/>
                  </a:lnTo>
                  <a:lnTo>
                    <a:pt x="6817505" y="4329137"/>
                  </a:lnTo>
                  <a:lnTo>
                    <a:pt x="6844674" y="4292523"/>
                  </a:lnTo>
                  <a:lnTo>
                    <a:pt x="6869684" y="4254292"/>
                  </a:lnTo>
                  <a:lnTo>
                    <a:pt x="6892443" y="4214533"/>
                  </a:lnTo>
                  <a:lnTo>
                    <a:pt x="6912864" y="4173336"/>
                  </a:lnTo>
                  <a:lnTo>
                    <a:pt x="6930854" y="4130792"/>
                  </a:lnTo>
                  <a:lnTo>
                    <a:pt x="6946324" y="4086991"/>
                  </a:lnTo>
                  <a:lnTo>
                    <a:pt x="6959184" y="4042024"/>
                  </a:lnTo>
                  <a:lnTo>
                    <a:pt x="6969343" y="3995980"/>
                  </a:lnTo>
                  <a:lnTo>
                    <a:pt x="6976711" y="3948949"/>
                  </a:lnTo>
                  <a:lnTo>
                    <a:pt x="6981198" y="3901023"/>
                  </a:lnTo>
                  <a:lnTo>
                    <a:pt x="6982713" y="3852291"/>
                  </a:lnTo>
                  <a:lnTo>
                    <a:pt x="6982713" y="770509"/>
                  </a:lnTo>
                  <a:lnTo>
                    <a:pt x="6981198" y="721776"/>
                  </a:lnTo>
                  <a:lnTo>
                    <a:pt x="6976711" y="673850"/>
                  </a:lnTo>
                  <a:lnTo>
                    <a:pt x="6969343" y="626820"/>
                  </a:lnTo>
                  <a:lnTo>
                    <a:pt x="6959184" y="580777"/>
                  </a:lnTo>
                  <a:lnTo>
                    <a:pt x="6946324" y="535810"/>
                  </a:lnTo>
                  <a:lnTo>
                    <a:pt x="6930854" y="492010"/>
                  </a:lnTo>
                  <a:lnTo>
                    <a:pt x="6912864" y="449468"/>
                  </a:lnTo>
                  <a:lnTo>
                    <a:pt x="6892443" y="408272"/>
                  </a:lnTo>
                  <a:lnTo>
                    <a:pt x="6869684" y="368514"/>
                  </a:lnTo>
                  <a:lnTo>
                    <a:pt x="6844674" y="330284"/>
                  </a:lnTo>
                  <a:lnTo>
                    <a:pt x="6817505" y="293672"/>
                  </a:lnTo>
                  <a:lnTo>
                    <a:pt x="6788267" y="258768"/>
                  </a:lnTo>
                  <a:lnTo>
                    <a:pt x="6757050" y="225663"/>
                  </a:lnTo>
                  <a:lnTo>
                    <a:pt x="6723945" y="194446"/>
                  </a:lnTo>
                  <a:lnTo>
                    <a:pt x="6689041" y="165208"/>
                  </a:lnTo>
                  <a:lnTo>
                    <a:pt x="6652429" y="138039"/>
                  </a:lnTo>
                  <a:lnTo>
                    <a:pt x="6614199" y="113029"/>
                  </a:lnTo>
                  <a:lnTo>
                    <a:pt x="6574441" y="90270"/>
                  </a:lnTo>
                  <a:lnTo>
                    <a:pt x="6533245" y="69849"/>
                  </a:lnTo>
                  <a:lnTo>
                    <a:pt x="6490703" y="51859"/>
                  </a:lnTo>
                  <a:lnTo>
                    <a:pt x="6446903" y="36389"/>
                  </a:lnTo>
                  <a:lnTo>
                    <a:pt x="6401936" y="23529"/>
                  </a:lnTo>
                  <a:lnTo>
                    <a:pt x="6355893" y="13370"/>
                  </a:lnTo>
                  <a:lnTo>
                    <a:pt x="6308863" y="6002"/>
                  </a:lnTo>
                  <a:lnTo>
                    <a:pt x="6260937" y="1515"/>
                  </a:lnTo>
                  <a:lnTo>
                    <a:pt x="62122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567685" y="1200911"/>
              <a:ext cx="6983095" cy="4623435"/>
            </a:xfrm>
            <a:custGeom>
              <a:avLst/>
              <a:gdLst/>
              <a:ahLst/>
              <a:cxnLst/>
              <a:rect l="l" t="t" r="r" b="b"/>
              <a:pathLst>
                <a:path w="6983095" h="4623435">
                  <a:moveTo>
                    <a:pt x="0" y="770509"/>
                  </a:moveTo>
                  <a:lnTo>
                    <a:pt x="1515" y="721776"/>
                  </a:lnTo>
                  <a:lnTo>
                    <a:pt x="6002" y="673850"/>
                  </a:lnTo>
                  <a:lnTo>
                    <a:pt x="13370" y="626820"/>
                  </a:lnTo>
                  <a:lnTo>
                    <a:pt x="23529" y="580777"/>
                  </a:lnTo>
                  <a:lnTo>
                    <a:pt x="36389" y="535810"/>
                  </a:lnTo>
                  <a:lnTo>
                    <a:pt x="51859" y="492010"/>
                  </a:lnTo>
                  <a:lnTo>
                    <a:pt x="69849" y="449468"/>
                  </a:lnTo>
                  <a:lnTo>
                    <a:pt x="90270" y="408272"/>
                  </a:lnTo>
                  <a:lnTo>
                    <a:pt x="113029" y="368514"/>
                  </a:lnTo>
                  <a:lnTo>
                    <a:pt x="138039" y="330284"/>
                  </a:lnTo>
                  <a:lnTo>
                    <a:pt x="165208" y="293672"/>
                  </a:lnTo>
                  <a:lnTo>
                    <a:pt x="194446" y="258768"/>
                  </a:lnTo>
                  <a:lnTo>
                    <a:pt x="225663" y="225663"/>
                  </a:lnTo>
                  <a:lnTo>
                    <a:pt x="258768" y="194446"/>
                  </a:lnTo>
                  <a:lnTo>
                    <a:pt x="293672" y="165208"/>
                  </a:lnTo>
                  <a:lnTo>
                    <a:pt x="330284" y="138039"/>
                  </a:lnTo>
                  <a:lnTo>
                    <a:pt x="368514" y="113029"/>
                  </a:lnTo>
                  <a:lnTo>
                    <a:pt x="408272" y="90270"/>
                  </a:lnTo>
                  <a:lnTo>
                    <a:pt x="449468" y="69849"/>
                  </a:lnTo>
                  <a:lnTo>
                    <a:pt x="492010" y="51859"/>
                  </a:lnTo>
                  <a:lnTo>
                    <a:pt x="535810" y="36389"/>
                  </a:lnTo>
                  <a:lnTo>
                    <a:pt x="580777" y="23529"/>
                  </a:lnTo>
                  <a:lnTo>
                    <a:pt x="626820" y="13370"/>
                  </a:lnTo>
                  <a:lnTo>
                    <a:pt x="673850" y="6002"/>
                  </a:lnTo>
                  <a:lnTo>
                    <a:pt x="721776" y="1515"/>
                  </a:lnTo>
                  <a:lnTo>
                    <a:pt x="770509" y="0"/>
                  </a:lnTo>
                  <a:lnTo>
                    <a:pt x="6212205" y="0"/>
                  </a:lnTo>
                  <a:lnTo>
                    <a:pt x="6260937" y="1515"/>
                  </a:lnTo>
                  <a:lnTo>
                    <a:pt x="6308863" y="6002"/>
                  </a:lnTo>
                  <a:lnTo>
                    <a:pt x="6355893" y="13370"/>
                  </a:lnTo>
                  <a:lnTo>
                    <a:pt x="6401936" y="23529"/>
                  </a:lnTo>
                  <a:lnTo>
                    <a:pt x="6446903" y="36389"/>
                  </a:lnTo>
                  <a:lnTo>
                    <a:pt x="6490703" y="51859"/>
                  </a:lnTo>
                  <a:lnTo>
                    <a:pt x="6533245" y="69849"/>
                  </a:lnTo>
                  <a:lnTo>
                    <a:pt x="6574441" y="90270"/>
                  </a:lnTo>
                  <a:lnTo>
                    <a:pt x="6614199" y="113029"/>
                  </a:lnTo>
                  <a:lnTo>
                    <a:pt x="6652429" y="138039"/>
                  </a:lnTo>
                  <a:lnTo>
                    <a:pt x="6689041" y="165208"/>
                  </a:lnTo>
                  <a:lnTo>
                    <a:pt x="6723945" y="194446"/>
                  </a:lnTo>
                  <a:lnTo>
                    <a:pt x="6757050" y="225663"/>
                  </a:lnTo>
                  <a:lnTo>
                    <a:pt x="6788267" y="258768"/>
                  </a:lnTo>
                  <a:lnTo>
                    <a:pt x="6817505" y="293672"/>
                  </a:lnTo>
                  <a:lnTo>
                    <a:pt x="6844674" y="330284"/>
                  </a:lnTo>
                  <a:lnTo>
                    <a:pt x="6869684" y="368514"/>
                  </a:lnTo>
                  <a:lnTo>
                    <a:pt x="6892443" y="408272"/>
                  </a:lnTo>
                  <a:lnTo>
                    <a:pt x="6912864" y="449468"/>
                  </a:lnTo>
                  <a:lnTo>
                    <a:pt x="6930854" y="492010"/>
                  </a:lnTo>
                  <a:lnTo>
                    <a:pt x="6946324" y="535810"/>
                  </a:lnTo>
                  <a:lnTo>
                    <a:pt x="6959184" y="580777"/>
                  </a:lnTo>
                  <a:lnTo>
                    <a:pt x="6969343" y="626820"/>
                  </a:lnTo>
                  <a:lnTo>
                    <a:pt x="6976711" y="673850"/>
                  </a:lnTo>
                  <a:lnTo>
                    <a:pt x="6981198" y="721776"/>
                  </a:lnTo>
                  <a:lnTo>
                    <a:pt x="6982713" y="770509"/>
                  </a:lnTo>
                  <a:lnTo>
                    <a:pt x="6982713" y="3852291"/>
                  </a:lnTo>
                  <a:lnTo>
                    <a:pt x="6981198" y="3901023"/>
                  </a:lnTo>
                  <a:lnTo>
                    <a:pt x="6976711" y="3948949"/>
                  </a:lnTo>
                  <a:lnTo>
                    <a:pt x="6969343" y="3995980"/>
                  </a:lnTo>
                  <a:lnTo>
                    <a:pt x="6959184" y="4042024"/>
                  </a:lnTo>
                  <a:lnTo>
                    <a:pt x="6946324" y="4086991"/>
                  </a:lnTo>
                  <a:lnTo>
                    <a:pt x="6930854" y="4130792"/>
                  </a:lnTo>
                  <a:lnTo>
                    <a:pt x="6912864" y="4173336"/>
                  </a:lnTo>
                  <a:lnTo>
                    <a:pt x="6892443" y="4214533"/>
                  </a:lnTo>
                  <a:lnTo>
                    <a:pt x="6869684" y="4254292"/>
                  </a:lnTo>
                  <a:lnTo>
                    <a:pt x="6844674" y="4292523"/>
                  </a:lnTo>
                  <a:lnTo>
                    <a:pt x="6817505" y="4329137"/>
                  </a:lnTo>
                  <a:lnTo>
                    <a:pt x="6788267" y="4364042"/>
                  </a:lnTo>
                  <a:lnTo>
                    <a:pt x="6757050" y="4397149"/>
                  </a:lnTo>
                  <a:lnTo>
                    <a:pt x="6723945" y="4428367"/>
                  </a:lnTo>
                  <a:lnTo>
                    <a:pt x="6689041" y="4457607"/>
                  </a:lnTo>
                  <a:lnTo>
                    <a:pt x="6652429" y="4484777"/>
                  </a:lnTo>
                  <a:lnTo>
                    <a:pt x="6614199" y="4509788"/>
                  </a:lnTo>
                  <a:lnTo>
                    <a:pt x="6574441" y="4532549"/>
                  </a:lnTo>
                  <a:lnTo>
                    <a:pt x="6533245" y="4552971"/>
                  </a:lnTo>
                  <a:lnTo>
                    <a:pt x="6490703" y="4570962"/>
                  </a:lnTo>
                  <a:lnTo>
                    <a:pt x="6446903" y="4586433"/>
                  </a:lnTo>
                  <a:lnTo>
                    <a:pt x="6401936" y="4599293"/>
                  </a:lnTo>
                  <a:lnTo>
                    <a:pt x="6355893" y="4609453"/>
                  </a:lnTo>
                  <a:lnTo>
                    <a:pt x="6308863" y="4616822"/>
                  </a:lnTo>
                  <a:lnTo>
                    <a:pt x="6260937" y="4621309"/>
                  </a:lnTo>
                  <a:lnTo>
                    <a:pt x="6212205" y="4622825"/>
                  </a:lnTo>
                  <a:lnTo>
                    <a:pt x="770509" y="4622825"/>
                  </a:lnTo>
                  <a:lnTo>
                    <a:pt x="721776" y="4621309"/>
                  </a:lnTo>
                  <a:lnTo>
                    <a:pt x="673850" y="4616822"/>
                  </a:lnTo>
                  <a:lnTo>
                    <a:pt x="626820" y="4609453"/>
                  </a:lnTo>
                  <a:lnTo>
                    <a:pt x="580777" y="4599293"/>
                  </a:lnTo>
                  <a:lnTo>
                    <a:pt x="535810" y="4586433"/>
                  </a:lnTo>
                  <a:lnTo>
                    <a:pt x="492010" y="4570962"/>
                  </a:lnTo>
                  <a:lnTo>
                    <a:pt x="449468" y="4552971"/>
                  </a:lnTo>
                  <a:lnTo>
                    <a:pt x="408272" y="4532549"/>
                  </a:lnTo>
                  <a:lnTo>
                    <a:pt x="368514" y="4509788"/>
                  </a:lnTo>
                  <a:lnTo>
                    <a:pt x="330284" y="4484777"/>
                  </a:lnTo>
                  <a:lnTo>
                    <a:pt x="293672" y="4457607"/>
                  </a:lnTo>
                  <a:lnTo>
                    <a:pt x="258768" y="4428367"/>
                  </a:lnTo>
                  <a:lnTo>
                    <a:pt x="225663" y="4397149"/>
                  </a:lnTo>
                  <a:lnTo>
                    <a:pt x="194446" y="4364042"/>
                  </a:lnTo>
                  <a:lnTo>
                    <a:pt x="165208" y="4329137"/>
                  </a:lnTo>
                  <a:lnTo>
                    <a:pt x="138039" y="4292523"/>
                  </a:lnTo>
                  <a:lnTo>
                    <a:pt x="113029" y="4254292"/>
                  </a:lnTo>
                  <a:lnTo>
                    <a:pt x="90270" y="4214533"/>
                  </a:lnTo>
                  <a:lnTo>
                    <a:pt x="69849" y="4173336"/>
                  </a:lnTo>
                  <a:lnTo>
                    <a:pt x="51859" y="4130792"/>
                  </a:lnTo>
                  <a:lnTo>
                    <a:pt x="36389" y="4086991"/>
                  </a:lnTo>
                  <a:lnTo>
                    <a:pt x="23529" y="4042024"/>
                  </a:lnTo>
                  <a:lnTo>
                    <a:pt x="13370" y="3995980"/>
                  </a:lnTo>
                  <a:lnTo>
                    <a:pt x="6002" y="3948949"/>
                  </a:lnTo>
                  <a:lnTo>
                    <a:pt x="1515" y="3901023"/>
                  </a:lnTo>
                  <a:lnTo>
                    <a:pt x="0" y="3852291"/>
                  </a:lnTo>
                  <a:lnTo>
                    <a:pt x="0" y="77050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94577" y="1552447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3" y="0"/>
                  </a:moveTo>
                  <a:lnTo>
                    <a:pt x="313308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9"/>
                  </a:lnTo>
                  <a:lnTo>
                    <a:pt x="0" y="1566544"/>
                  </a:lnTo>
                  <a:lnTo>
                    <a:pt x="3395" y="1612858"/>
                  </a:lnTo>
                  <a:lnTo>
                    <a:pt x="13259" y="1657056"/>
                  </a:lnTo>
                  <a:lnTo>
                    <a:pt x="29109" y="1698656"/>
                  </a:lnTo>
                  <a:lnTo>
                    <a:pt x="50459" y="1737173"/>
                  </a:lnTo>
                  <a:lnTo>
                    <a:pt x="76827" y="1772125"/>
                  </a:lnTo>
                  <a:lnTo>
                    <a:pt x="107728" y="1803026"/>
                  </a:lnTo>
                  <a:lnTo>
                    <a:pt x="142680" y="1829394"/>
                  </a:lnTo>
                  <a:lnTo>
                    <a:pt x="181197" y="1850744"/>
                  </a:lnTo>
                  <a:lnTo>
                    <a:pt x="222797" y="1866594"/>
                  </a:lnTo>
                  <a:lnTo>
                    <a:pt x="266995" y="1876458"/>
                  </a:lnTo>
                  <a:lnTo>
                    <a:pt x="313308" y="1879853"/>
                  </a:lnTo>
                  <a:lnTo>
                    <a:pt x="2470023" y="1879853"/>
                  </a:lnTo>
                  <a:lnTo>
                    <a:pt x="2516336" y="1876458"/>
                  </a:lnTo>
                  <a:lnTo>
                    <a:pt x="2560534" y="1866594"/>
                  </a:lnTo>
                  <a:lnTo>
                    <a:pt x="2602134" y="1850744"/>
                  </a:lnTo>
                  <a:lnTo>
                    <a:pt x="2640651" y="1829394"/>
                  </a:lnTo>
                  <a:lnTo>
                    <a:pt x="2675603" y="1803026"/>
                  </a:lnTo>
                  <a:lnTo>
                    <a:pt x="2706504" y="1772125"/>
                  </a:lnTo>
                  <a:lnTo>
                    <a:pt x="2732872" y="1737173"/>
                  </a:lnTo>
                  <a:lnTo>
                    <a:pt x="2754222" y="1698656"/>
                  </a:lnTo>
                  <a:lnTo>
                    <a:pt x="2770072" y="1657056"/>
                  </a:lnTo>
                  <a:lnTo>
                    <a:pt x="2779936" y="1612858"/>
                  </a:lnTo>
                  <a:lnTo>
                    <a:pt x="2783331" y="1566544"/>
                  </a:lnTo>
                  <a:lnTo>
                    <a:pt x="2783331" y="313309"/>
                  </a:lnTo>
                  <a:lnTo>
                    <a:pt x="2779936" y="267024"/>
                  </a:lnTo>
                  <a:lnTo>
                    <a:pt x="2770072" y="222843"/>
                  </a:lnTo>
                  <a:lnTo>
                    <a:pt x="2754222" y="181252"/>
                  </a:lnTo>
                  <a:lnTo>
                    <a:pt x="2732872" y="142736"/>
                  </a:lnTo>
                  <a:lnTo>
                    <a:pt x="2706504" y="107780"/>
                  </a:lnTo>
                  <a:lnTo>
                    <a:pt x="2675603" y="76870"/>
                  </a:lnTo>
                  <a:lnTo>
                    <a:pt x="2640651" y="50491"/>
                  </a:lnTo>
                  <a:lnTo>
                    <a:pt x="2602134" y="29129"/>
                  </a:lnTo>
                  <a:lnTo>
                    <a:pt x="2560534" y="13270"/>
                  </a:lnTo>
                  <a:lnTo>
                    <a:pt x="2516336" y="3398"/>
                  </a:lnTo>
                  <a:lnTo>
                    <a:pt x="247002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94577" y="1552447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9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8" y="0"/>
                  </a:lnTo>
                  <a:lnTo>
                    <a:pt x="2470023" y="0"/>
                  </a:lnTo>
                  <a:lnTo>
                    <a:pt x="2516336" y="3398"/>
                  </a:lnTo>
                  <a:lnTo>
                    <a:pt x="2560534" y="13270"/>
                  </a:lnTo>
                  <a:lnTo>
                    <a:pt x="2602134" y="29129"/>
                  </a:lnTo>
                  <a:lnTo>
                    <a:pt x="2640651" y="50491"/>
                  </a:lnTo>
                  <a:lnTo>
                    <a:pt x="2675603" y="76870"/>
                  </a:lnTo>
                  <a:lnTo>
                    <a:pt x="2706504" y="107780"/>
                  </a:lnTo>
                  <a:lnTo>
                    <a:pt x="2732872" y="142736"/>
                  </a:lnTo>
                  <a:lnTo>
                    <a:pt x="2754222" y="181252"/>
                  </a:lnTo>
                  <a:lnTo>
                    <a:pt x="2770072" y="222843"/>
                  </a:lnTo>
                  <a:lnTo>
                    <a:pt x="2779936" y="267024"/>
                  </a:lnTo>
                  <a:lnTo>
                    <a:pt x="2783331" y="313309"/>
                  </a:lnTo>
                  <a:lnTo>
                    <a:pt x="2783331" y="1566544"/>
                  </a:lnTo>
                  <a:lnTo>
                    <a:pt x="2779936" y="1612858"/>
                  </a:lnTo>
                  <a:lnTo>
                    <a:pt x="2770072" y="1657056"/>
                  </a:lnTo>
                  <a:lnTo>
                    <a:pt x="2754222" y="1698656"/>
                  </a:lnTo>
                  <a:lnTo>
                    <a:pt x="2732872" y="1737173"/>
                  </a:lnTo>
                  <a:lnTo>
                    <a:pt x="2706504" y="1772125"/>
                  </a:lnTo>
                  <a:lnTo>
                    <a:pt x="2675603" y="1803026"/>
                  </a:lnTo>
                  <a:lnTo>
                    <a:pt x="2640651" y="1829394"/>
                  </a:lnTo>
                  <a:lnTo>
                    <a:pt x="2602134" y="1850744"/>
                  </a:lnTo>
                  <a:lnTo>
                    <a:pt x="2560534" y="1866594"/>
                  </a:lnTo>
                  <a:lnTo>
                    <a:pt x="2516336" y="1876458"/>
                  </a:lnTo>
                  <a:lnTo>
                    <a:pt x="2470023" y="1879853"/>
                  </a:lnTo>
                  <a:lnTo>
                    <a:pt x="313308" y="1879853"/>
                  </a:lnTo>
                  <a:lnTo>
                    <a:pt x="266995" y="1876458"/>
                  </a:lnTo>
                  <a:lnTo>
                    <a:pt x="222797" y="1866594"/>
                  </a:lnTo>
                  <a:lnTo>
                    <a:pt x="181197" y="1850744"/>
                  </a:lnTo>
                  <a:lnTo>
                    <a:pt x="142680" y="1829394"/>
                  </a:lnTo>
                  <a:lnTo>
                    <a:pt x="107728" y="1803026"/>
                  </a:lnTo>
                  <a:lnTo>
                    <a:pt x="76827" y="1772125"/>
                  </a:lnTo>
                  <a:lnTo>
                    <a:pt x="50459" y="1737173"/>
                  </a:lnTo>
                  <a:lnTo>
                    <a:pt x="29109" y="1698656"/>
                  </a:lnTo>
                  <a:lnTo>
                    <a:pt x="13259" y="1657056"/>
                  </a:lnTo>
                  <a:lnTo>
                    <a:pt x="3395" y="1612858"/>
                  </a:lnTo>
                  <a:lnTo>
                    <a:pt x="0" y="1566544"/>
                  </a:lnTo>
                  <a:lnTo>
                    <a:pt x="0" y="31330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54579" y="5911589"/>
              <a:ext cx="9837420" cy="944892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401442" y="5938859"/>
              <a:ext cx="9790557" cy="854367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401442" y="5938859"/>
              <a:ext cx="9791065" cy="854710"/>
            </a:xfrm>
            <a:custGeom>
              <a:avLst/>
              <a:gdLst/>
              <a:ahLst/>
              <a:cxnLst/>
              <a:rect l="l" t="t" r="r" b="b"/>
              <a:pathLst>
                <a:path w="9791065" h="854709">
                  <a:moveTo>
                    <a:pt x="0" y="854367"/>
                  </a:moveTo>
                  <a:lnTo>
                    <a:pt x="9790557" y="854367"/>
                  </a:lnTo>
                  <a:lnTo>
                    <a:pt x="9790557" y="0"/>
                  </a:lnTo>
                  <a:lnTo>
                    <a:pt x="0" y="0"/>
                  </a:lnTo>
                  <a:lnTo>
                    <a:pt x="0" y="85436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971926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3" y="0"/>
                  </a:moveTo>
                  <a:lnTo>
                    <a:pt x="313309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8"/>
                  </a:lnTo>
                  <a:lnTo>
                    <a:pt x="0" y="1566544"/>
                  </a:lnTo>
                  <a:lnTo>
                    <a:pt x="3395" y="1612858"/>
                  </a:lnTo>
                  <a:lnTo>
                    <a:pt x="13259" y="1657057"/>
                  </a:lnTo>
                  <a:lnTo>
                    <a:pt x="29109" y="1698658"/>
                  </a:lnTo>
                  <a:lnTo>
                    <a:pt x="50459" y="1737177"/>
                  </a:lnTo>
                  <a:lnTo>
                    <a:pt x="76827" y="1772130"/>
                  </a:lnTo>
                  <a:lnTo>
                    <a:pt x="107728" y="1803033"/>
                  </a:lnTo>
                  <a:lnTo>
                    <a:pt x="142680" y="1829403"/>
                  </a:lnTo>
                  <a:lnTo>
                    <a:pt x="181197" y="1850755"/>
                  </a:lnTo>
                  <a:lnTo>
                    <a:pt x="222797" y="1866605"/>
                  </a:lnTo>
                  <a:lnTo>
                    <a:pt x="266995" y="1876470"/>
                  </a:lnTo>
                  <a:lnTo>
                    <a:pt x="313309" y="1879866"/>
                  </a:lnTo>
                  <a:lnTo>
                    <a:pt x="2470023" y="1879866"/>
                  </a:lnTo>
                  <a:lnTo>
                    <a:pt x="2516307" y="1876470"/>
                  </a:lnTo>
                  <a:lnTo>
                    <a:pt x="2560488" y="1866605"/>
                  </a:lnTo>
                  <a:lnTo>
                    <a:pt x="2602079" y="1850755"/>
                  </a:lnTo>
                  <a:lnTo>
                    <a:pt x="2640595" y="1829403"/>
                  </a:lnTo>
                  <a:lnTo>
                    <a:pt x="2675551" y="1803033"/>
                  </a:lnTo>
                  <a:lnTo>
                    <a:pt x="2706461" y="1772130"/>
                  </a:lnTo>
                  <a:lnTo>
                    <a:pt x="2732840" y="1737177"/>
                  </a:lnTo>
                  <a:lnTo>
                    <a:pt x="2754202" y="1698658"/>
                  </a:lnTo>
                  <a:lnTo>
                    <a:pt x="2770061" y="1657057"/>
                  </a:lnTo>
                  <a:lnTo>
                    <a:pt x="2779933" y="1612858"/>
                  </a:lnTo>
                  <a:lnTo>
                    <a:pt x="2783332" y="1566544"/>
                  </a:lnTo>
                  <a:lnTo>
                    <a:pt x="2783332" y="313308"/>
                  </a:lnTo>
                  <a:lnTo>
                    <a:pt x="2779933" y="267024"/>
                  </a:lnTo>
                  <a:lnTo>
                    <a:pt x="2770061" y="222843"/>
                  </a:lnTo>
                  <a:lnTo>
                    <a:pt x="2754202" y="181252"/>
                  </a:lnTo>
                  <a:lnTo>
                    <a:pt x="2732840" y="142736"/>
                  </a:lnTo>
                  <a:lnTo>
                    <a:pt x="2706461" y="107780"/>
                  </a:lnTo>
                  <a:lnTo>
                    <a:pt x="2675551" y="76870"/>
                  </a:lnTo>
                  <a:lnTo>
                    <a:pt x="2640595" y="50491"/>
                  </a:lnTo>
                  <a:lnTo>
                    <a:pt x="2602079" y="29129"/>
                  </a:lnTo>
                  <a:lnTo>
                    <a:pt x="2560488" y="13270"/>
                  </a:lnTo>
                  <a:lnTo>
                    <a:pt x="2516307" y="3398"/>
                  </a:lnTo>
                  <a:lnTo>
                    <a:pt x="247002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971926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8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9" y="0"/>
                  </a:lnTo>
                  <a:lnTo>
                    <a:pt x="2470023" y="0"/>
                  </a:lnTo>
                  <a:lnTo>
                    <a:pt x="2516307" y="3398"/>
                  </a:lnTo>
                  <a:lnTo>
                    <a:pt x="2560488" y="13270"/>
                  </a:lnTo>
                  <a:lnTo>
                    <a:pt x="2602079" y="29129"/>
                  </a:lnTo>
                  <a:lnTo>
                    <a:pt x="2640595" y="50491"/>
                  </a:lnTo>
                  <a:lnTo>
                    <a:pt x="2675551" y="76870"/>
                  </a:lnTo>
                  <a:lnTo>
                    <a:pt x="2706461" y="107780"/>
                  </a:lnTo>
                  <a:lnTo>
                    <a:pt x="2732840" y="142736"/>
                  </a:lnTo>
                  <a:lnTo>
                    <a:pt x="2754202" y="181252"/>
                  </a:lnTo>
                  <a:lnTo>
                    <a:pt x="2770061" y="222843"/>
                  </a:lnTo>
                  <a:lnTo>
                    <a:pt x="2779933" y="267024"/>
                  </a:lnTo>
                  <a:lnTo>
                    <a:pt x="2783332" y="313308"/>
                  </a:lnTo>
                  <a:lnTo>
                    <a:pt x="2783332" y="1566544"/>
                  </a:lnTo>
                  <a:lnTo>
                    <a:pt x="2779933" y="1612858"/>
                  </a:lnTo>
                  <a:lnTo>
                    <a:pt x="2770061" y="1657057"/>
                  </a:lnTo>
                  <a:lnTo>
                    <a:pt x="2754202" y="1698658"/>
                  </a:lnTo>
                  <a:lnTo>
                    <a:pt x="2732840" y="1737177"/>
                  </a:lnTo>
                  <a:lnTo>
                    <a:pt x="2706461" y="1772130"/>
                  </a:lnTo>
                  <a:lnTo>
                    <a:pt x="2675551" y="1803033"/>
                  </a:lnTo>
                  <a:lnTo>
                    <a:pt x="2640595" y="1829403"/>
                  </a:lnTo>
                  <a:lnTo>
                    <a:pt x="2602079" y="1850755"/>
                  </a:lnTo>
                  <a:lnTo>
                    <a:pt x="2560488" y="1866605"/>
                  </a:lnTo>
                  <a:lnTo>
                    <a:pt x="2516307" y="1876470"/>
                  </a:lnTo>
                  <a:lnTo>
                    <a:pt x="2470023" y="1879866"/>
                  </a:lnTo>
                  <a:lnTo>
                    <a:pt x="313309" y="1879866"/>
                  </a:lnTo>
                  <a:lnTo>
                    <a:pt x="266995" y="1876470"/>
                  </a:lnTo>
                  <a:lnTo>
                    <a:pt x="222797" y="1866605"/>
                  </a:lnTo>
                  <a:lnTo>
                    <a:pt x="181197" y="1850755"/>
                  </a:lnTo>
                  <a:lnTo>
                    <a:pt x="142680" y="1829403"/>
                  </a:lnTo>
                  <a:lnTo>
                    <a:pt x="107728" y="1803033"/>
                  </a:lnTo>
                  <a:lnTo>
                    <a:pt x="76827" y="1772130"/>
                  </a:lnTo>
                  <a:lnTo>
                    <a:pt x="50459" y="1737177"/>
                  </a:lnTo>
                  <a:lnTo>
                    <a:pt x="29109" y="1698658"/>
                  </a:lnTo>
                  <a:lnTo>
                    <a:pt x="13259" y="1657057"/>
                  </a:lnTo>
                  <a:lnTo>
                    <a:pt x="3395" y="1612858"/>
                  </a:lnTo>
                  <a:lnTo>
                    <a:pt x="0" y="1566544"/>
                  </a:lnTo>
                  <a:lnTo>
                    <a:pt x="0" y="31330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394577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3" y="0"/>
                  </a:moveTo>
                  <a:lnTo>
                    <a:pt x="313308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8"/>
                  </a:lnTo>
                  <a:lnTo>
                    <a:pt x="0" y="1566544"/>
                  </a:lnTo>
                  <a:lnTo>
                    <a:pt x="3395" y="1612858"/>
                  </a:lnTo>
                  <a:lnTo>
                    <a:pt x="13259" y="1657057"/>
                  </a:lnTo>
                  <a:lnTo>
                    <a:pt x="29109" y="1698658"/>
                  </a:lnTo>
                  <a:lnTo>
                    <a:pt x="50459" y="1737177"/>
                  </a:lnTo>
                  <a:lnTo>
                    <a:pt x="76827" y="1772130"/>
                  </a:lnTo>
                  <a:lnTo>
                    <a:pt x="107728" y="1803033"/>
                  </a:lnTo>
                  <a:lnTo>
                    <a:pt x="142680" y="1829403"/>
                  </a:lnTo>
                  <a:lnTo>
                    <a:pt x="181197" y="1850755"/>
                  </a:lnTo>
                  <a:lnTo>
                    <a:pt x="222797" y="1866605"/>
                  </a:lnTo>
                  <a:lnTo>
                    <a:pt x="266995" y="1876470"/>
                  </a:lnTo>
                  <a:lnTo>
                    <a:pt x="313308" y="1879866"/>
                  </a:lnTo>
                  <a:lnTo>
                    <a:pt x="2470023" y="1879866"/>
                  </a:lnTo>
                  <a:lnTo>
                    <a:pt x="2516336" y="1876470"/>
                  </a:lnTo>
                  <a:lnTo>
                    <a:pt x="2560534" y="1866605"/>
                  </a:lnTo>
                  <a:lnTo>
                    <a:pt x="2602134" y="1850755"/>
                  </a:lnTo>
                  <a:lnTo>
                    <a:pt x="2640651" y="1829403"/>
                  </a:lnTo>
                  <a:lnTo>
                    <a:pt x="2675603" y="1803033"/>
                  </a:lnTo>
                  <a:lnTo>
                    <a:pt x="2706504" y="1772130"/>
                  </a:lnTo>
                  <a:lnTo>
                    <a:pt x="2732872" y="1737177"/>
                  </a:lnTo>
                  <a:lnTo>
                    <a:pt x="2754222" y="1698658"/>
                  </a:lnTo>
                  <a:lnTo>
                    <a:pt x="2770072" y="1657057"/>
                  </a:lnTo>
                  <a:lnTo>
                    <a:pt x="2779936" y="1612858"/>
                  </a:lnTo>
                  <a:lnTo>
                    <a:pt x="2783331" y="1566544"/>
                  </a:lnTo>
                  <a:lnTo>
                    <a:pt x="2783331" y="313308"/>
                  </a:lnTo>
                  <a:lnTo>
                    <a:pt x="2779936" y="267024"/>
                  </a:lnTo>
                  <a:lnTo>
                    <a:pt x="2770072" y="222843"/>
                  </a:lnTo>
                  <a:lnTo>
                    <a:pt x="2754222" y="181252"/>
                  </a:lnTo>
                  <a:lnTo>
                    <a:pt x="2732872" y="142736"/>
                  </a:lnTo>
                  <a:lnTo>
                    <a:pt x="2706504" y="107780"/>
                  </a:lnTo>
                  <a:lnTo>
                    <a:pt x="2675603" y="76870"/>
                  </a:lnTo>
                  <a:lnTo>
                    <a:pt x="2640651" y="50491"/>
                  </a:lnTo>
                  <a:lnTo>
                    <a:pt x="2602134" y="29129"/>
                  </a:lnTo>
                  <a:lnTo>
                    <a:pt x="2560534" y="13270"/>
                  </a:lnTo>
                  <a:lnTo>
                    <a:pt x="2516336" y="3398"/>
                  </a:lnTo>
                  <a:lnTo>
                    <a:pt x="247002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6394577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8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8" y="0"/>
                  </a:lnTo>
                  <a:lnTo>
                    <a:pt x="2470023" y="0"/>
                  </a:lnTo>
                  <a:lnTo>
                    <a:pt x="2516336" y="3398"/>
                  </a:lnTo>
                  <a:lnTo>
                    <a:pt x="2560534" y="13270"/>
                  </a:lnTo>
                  <a:lnTo>
                    <a:pt x="2602134" y="29129"/>
                  </a:lnTo>
                  <a:lnTo>
                    <a:pt x="2640651" y="50491"/>
                  </a:lnTo>
                  <a:lnTo>
                    <a:pt x="2675603" y="76870"/>
                  </a:lnTo>
                  <a:lnTo>
                    <a:pt x="2706504" y="107780"/>
                  </a:lnTo>
                  <a:lnTo>
                    <a:pt x="2732872" y="142736"/>
                  </a:lnTo>
                  <a:lnTo>
                    <a:pt x="2754222" y="181252"/>
                  </a:lnTo>
                  <a:lnTo>
                    <a:pt x="2770072" y="222843"/>
                  </a:lnTo>
                  <a:lnTo>
                    <a:pt x="2779936" y="267024"/>
                  </a:lnTo>
                  <a:lnTo>
                    <a:pt x="2783331" y="313308"/>
                  </a:lnTo>
                  <a:lnTo>
                    <a:pt x="2783331" y="1566544"/>
                  </a:lnTo>
                  <a:lnTo>
                    <a:pt x="2779936" y="1612858"/>
                  </a:lnTo>
                  <a:lnTo>
                    <a:pt x="2770072" y="1657057"/>
                  </a:lnTo>
                  <a:lnTo>
                    <a:pt x="2754222" y="1698658"/>
                  </a:lnTo>
                  <a:lnTo>
                    <a:pt x="2732872" y="1737177"/>
                  </a:lnTo>
                  <a:lnTo>
                    <a:pt x="2706504" y="1772130"/>
                  </a:lnTo>
                  <a:lnTo>
                    <a:pt x="2675603" y="1803033"/>
                  </a:lnTo>
                  <a:lnTo>
                    <a:pt x="2640651" y="1829403"/>
                  </a:lnTo>
                  <a:lnTo>
                    <a:pt x="2602134" y="1850755"/>
                  </a:lnTo>
                  <a:lnTo>
                    <a:pt x="2560534" y="1866605"/>
                  </a:lnTo>
                  <a:lnTo>
                    <a:pt x="2516336" y="1876470"/>
                  </a:lnTo>
                  <a:lnTo>
                    <a:pt x="2470023" y="1879866"/>
                  </a:lnTo>
                  <a:lnTo>
                    <a:pt x="313308" y="1879866"/>
                  </a:lnTo>
                  <a:lnTo>
                    <a:pt x="266995" y="1876470"/>
                  </a:lnTo>
                  <a:lnTo>
                    <a:pt x="222797" y="1866605"/>
                  </a:lnTo>
                  <a:lnTo>
                    <a:pt x="181197" y="1850755"/>
                  </a:lnTo>
                  <a:lnTo>
                    <a:pt x="142680" y="1829403"/>
                  </a:lnTo>
                  <a:lnTo>
                    <a:pt x="107728" y="1803033"/>
                  </a:lnTo>
                  <a:lnTo>
                    <a:pt x="76827" y="1772130"/>
                  </a:lnTo>
                  <a:lnTo>
                    <a:pt x="50459" y="1737177"/>
                  </a:lnTo>
                  <a:lnTo>
                    <a:pt x="29109" y="1698658"/>
                  </a:lnTo>
                  <a:lnTo>
                    <a:pt x="13259" y="1657057"/>
                  </a:lnTo>
                  <a:lnTo>
                    <a:pt x="3395" y="1612858"/>
                  </a:lnTo>
                  <a:lnTo>
                    <a:pt x="0" y="1566544"/>
                  </a:lnTo>
                  <a:lnTo>
                    <a:pt x="0" y="31330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007232" y="1528953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2" y="0"/>
                  </a:moveTo>
                  <a:lnTo>
                    <a:pt x="313308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9"/>
                  </a:lnTo>
                  <a:lnTo>
                    <a:pt x="0" y="1566545"/>
                  </a:lnTo>
                  <a:lnTo>
                    <a:pt x="3395" y="1612829"/>
                  </a:lnTo>
                  <a:lnTo>
                    <a:pt x="13259" y="1657010"/>
                  </a:lnTo>
                  <a:lnTo>
                    <a:pt x="29109" y="1698601"/>
                  </a:lnTo>
                  <a:lnTo>
                    <a:pt x="50459" y="1737117"/>
                  </a:lnTo>
                  <a:lnTo>
                    <a:pt x="76827" y="1772073"/>
                  </a:lnTo>
                  <a:lnTo>
                    <a:pt x="107728" y="1802983"/>
                  </a:lnTo>
                  <a:lnTo>
                    <a:pt x="142680" y="1829362"/>
                  </a:lnTo>
                  <a:lnTo>
                    <a:pt x="181197" y="1850724"/>
                  </a:lnTo>
                  <a:lnTo>
                    <a:pt x="222797" y="1866583"/>
                  </a:lnTo>
                  <a:lnTo>
                    <a:pt x="266995" y="1876455"/>
                  </a:lnTo>
                  <a:lnTo>
                    <a:pt x="313308" y="1879854"/>
                  </a:lnTo>
                  <a:lnTo>
                    <a:pt x="2470022" y="1879854"/>
                  </a:lnTo>
                  <a:lnTo>
                    <a:pt x="2516336" y="1876455"/>
                  </a:lnTo>
                  <a:lnTo>
                    <a:pt x="2560534" y="1866583"/>
                  </a:lnTo>
                  <a:lnTo>
                    <a:pt x="2602134" y="1850724"/>
                  </a:lnTo>
                  <a:lnTo>
                    <a:pt x="2640651" y="1829362"/>
                  </a:lnTo>
                  <a:lnTo>
                    <a:pt x="2675603" y="1802983"/>
                  </a:lnTo>
                  <a:lnTo>
                    <a:pt x="2706504" y="1772073"/>
                  </a:lnTo>
                  <a:lnTo>
                    <a:pt x="2732872" y="1737117"/>
                  </a:lnTo>
                  <a:lnTo>
                    <a:pt x="2754222" y="1698601"/>
                  </a:lnTo>
                  <a:lnTo>
                    <a:pt x="2770072" y="1657010"/>
                  </a:lnTo>
                  <a:lnTo>
                    <a:pt x="2779936" y="1612829"/>
                  </a:lnTo>
                  <a:lnTo>
                    <a:pt x="2783332" y="1566545"/>
                  </a:lnTo>
                  <a:lnTo>
                    <a:pt x="2783332" y="313309"/>
                  </a:lnTo>
                  <a:lnTo>
                    <a:pt x="2779936" y="267024"/>
                  </a:lnTo>
                  <a:lnTo>
                    <a:pt x="2770072" y="222843"/>
                  </a:lnTo>
                  <a:lnTo>
                    <a:pt x="2754222" y="181252"/>
                  </a:lnTo>
                  <a:lnTo>
                    <a:pt x="2732872" y="142736"/>
                  </a:lnTo>
                  <a:lnTo>
                    <a:pt x="2706504" y="107780"/>
                  </a:lnTo>
                  <a:lnTo>
                    <a:pt x="2675603" y="76870"/>
                  </a:lnTo>
                  <a:lnTo>
                    <a:pt x="2640651" y="50491"/>
                  </a:lnTo>
                  <a:lnTo>
                    <a:pt x="2602134" y="29129"/>
                  </a:lnTo>
                  <a:lnTo>
                    <a:pt x="2560534" y="13270"/>
                  </a:lnTo>
                  <a:lnTo>
                    <a:pt x="2516336" y="3398"/>
                  </a:lnTo>
                  <a:lnTo>
                    <a:pt x="247002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007232" y="1528953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9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8" y="0"/>
                  </a:lnTo>
                  <a:lnTo>
                    <a:pt x="2470022" y="0"/>
                  </a:lnTo>
                  <a:lnTo>
                    <a:pt x="2516336" y="3398"/>
                  </a:lnTo>
                  <a:lnTo>
                    <a:pt x="2560534" y="13270"/>
                  </a:lnTo>
                  <a:lnTo>
                    <a:pt x="2602134" y="29129"/>
                  </a:lnTo>
                  <a:lnTo>
                    <a:pt x="2640651" y="50491"/>
                  </a:lnTo>
                  <a:lnTo>
                    <a:pt x="2675603" y="76870"/>
                  </a:lnTo>
                  <a:lnTo>
                    <a:pt x="2706504" y="107780"/>
                  </a:lnTo>
                  <a:lnTo>
                    <a:pt x="2732872" y="142736"/>
                  </a:lnTo>
                  <a:lnTo>
                    <a:pt x="2754222" y="181252"/>
                  </a:lnTo>
                  <a:lnTo>
                    <a:pt x="2770072" y="222843"/>
                  </a:lnTo>
                  <a:lnTo>
                    <a:pt x="2779936" y="267024"/>
                  </a:lnTo>
                  <a:lnTo>
                    <a:pt x="2783332" y="313309"/>
                  </a:lnTo>
                  <a:lnTo>
                    <a:pt x="2783332" y="1566545"/>
                  </a:lnTo>
                  <a:lnTo>
                    <a:pt x="2779936" y="1612829"/>
                  </a:lnTo>
                  <a:lnTo>
                    <a:pt x="2770072" y="1657010"/>
                  </a:lnTo>
                  <a:lnTo>
                    <a:pt x="2754222" y="1698601"/>
                  </a:lnTo>
                  <a:lnTo>
                    <a:pt x="2732872" y="1737117"/>
                  </a:lnTo>
                  <a:lnTo>
                    <a:pt x="2706504" y="1772073"/>
                  </a:lnTo>
                  <a:lnTo>
                    <a:pt x="2675603" y="1802983"/>
                  </a:lnTo>
                  <a:lnTo>
                    <a:pt x="2640651" y="1829362"/>
                  </a:lnTo>
                  <a:lnTo>
                    <a:pt x="2602134" y="1850724"/>
                  </a:lnTo>
                  <a:lnTo>
                    <a:pt x="2560534" y="1866583"/>
                  </a:lnTo>
                  <a:lnTo>
                    <a:pt x="2516336" y="1876455"/>
                  </a:lnTo>
                  <a:lnTo>
                    <a:pt x="2470022" y="1879854"/>
                  </a:lnTo>
                  <a:lnTo>
                    <a:pt x="313308" y="1879854"/>
                  </a:lnTo>
                  <a:lnTo>
                    <a:pt x="266995" y="1876455"/>
                  </a:lnTo>
                  <a:lnTo>
                    <a:pt x="222797" y="1866583"/>
                  </a:lnTo>
                  <a:lnTo>
                    <a:pt x="181197" y="1850724"/>
                  </a:lnTo>
                  <a:lnTo>
                    <a:pt x="142680" y="1829362"/>
                  </a:lnTo>
                  <a:lnTo>
                    <a:pt x="107728" y="1802983"/>
                  </a:lnTo>
                  <a:lnTo>
                    <a:pt x="76827" y="1772073"/>
                  </a:lnTo>
                  <a:lnTo>
                    <a:pt x="50459" y="1737117"/>
                  </a:lnTo>
                  <a:lnTo>
                    <a:pt x="29109" y="1698601"/>
                  </a:lnTo>
                  <a:lnTo>
                    <a:pt x="13259" y="1657010"/>
                  </a:lnTo>
                  <a:lnTo>
                    <a:pt x="3395" y="1612829"/>
                  </a:lnTo>
                  <a:lnTo>
                    <a:pt x="0" y="1566545"/>
                  </a:lnTo>
                  <a:lnTo>
                    <a:pt x="0" y="313309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210051" y="135305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662" y="0"/>
                  </a:moveTo>
                  <a:lnTo>
                    <a:pt x="166991" y="5266"/>
                  </a:lnTo>
                  <a:lnTo>
                    <a:pt x="121390" y="20268"/>
                  </a:lnTo>
                  <a:lnTo>
                    <a:pt x="81161" y="43807"/>
                  </a:lnTo>
                  <a:lnTo>
                    <a:pt x="47606" y="74686"/>
                  </a:lnTo>
                  <a:lnTo>
                    <a:pt x="22026" y="111708"/>
                  </a:lnTo>
                  <a:lnTo>
                    <a:pt x="5723" y="153675"/>
                  </a:lnTo>
                  <a:lnTo>
                    <a:pt x="0" y="199389"/>
                  </a:lnTo>
                  <a:lnTo>
                    <a:pt x="5723" y="245151"/>
                  </a:lnTo>
                  <a:lnTo>
                    <a:pt x="22026" y="287152"/>
                  </a:lnTo>
                  <a:lnTo>
                    <a:pt x="47606" y="324196"/>
                  </a:lnTo>
                  <a:lnTo>
                    <a:pt x="81161" y="355089"/>
                  </a:lnTo>
                  <a:lnTo>
                    <a:pt x="121390" y="378635"/>
                  </a:lnTo>
                  <a:lnTo>
                    <a:pt x="166991" y="393640"/>
                  </a:lnTo>
                  <a:lnTo>
                    <a:pt x="216662" y="398906"/>
                  </a:lnTo>
                  <a:lnTo>
                    <a:pt x="266325" y="393640"/>
                  </a:lnTo>
                  <a:lnTo>
                    <a:pt x="311908" y="378635"/>
                  </a:lnTo>
                  <a:lnTo>
                    <a:pt x="352112" y="355089"/>
                  </a:lnTo>
                  <a:lnTo>
                    <a:pt x="385640" y="324196"/>
                  </a:lnTo>
                  <a:lnTo>
                    <a:pt x="411196" y="287152"/>
                  </a:lnTo>
                  <a:lnTo>
                    <a:pt x="427480" y="245151"/>
                  </a:lnTo>
                  <a:lnTo>
                    <a:pt x="433197" y="199389"/>
                  </a:lnTo>
                  <a:lnTo>
                    <a:pt x="427480" y="153675"/>
                  </a:lnTo>
                  <a:lnTo>
                    <a:pt x="411196" y="111708"/>
                  </a:lnTo>
                  <a:lnTo>
                    <a:pt x="385640" y="74686"/>
                  </a:lnTo>
                  <a:lnTo>
                    <a:pt x="352112" y="43807"/>
                  </a:lnTo>
                  <a:lnTo>
                    <a:pt x="311908" y="20268"/>
                  </a:lnTo>
                  <a:lnTo>
                    <a:pt x="266325" y="5266"/>
                  </a:lnTo>
                  <a:lnTo>
                    <a:pt x="21666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210051" y="135305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389"/>
                  </a:moveTo>
                  <a:lnTo>
                    <a:pt x="5723" y="153675"/>
                  </a:lnTo>
                  <a:lnTo>
                    <a:pt x="22026" y="111708"/>
                  </a:lnTo>
                  <a:lnTo>
                    <a:pt x="47606" y="74686"/>
                  </a:lnTo>
                  <a:lnTo>
                    <a:pt x="81161" y="43807"/>
                  </a:lnTo>
                  <a:lnTo>
                    <a:pt x="121390" y="20268"/>
                  </a:lnTo>
                  <a:lnTo>
                    <a:pt x="166991" y="5266"/>
                  </a:lnTo>
                  <a:lnTo>
                    <a:pt x="216662" y="0"/>
                  </a:lnTo>
                  <a:lnTo>
                    <a:pt x="266325" y="5266"/>
                  </a:lnTo>
                  <a:lnTo>
                    <a:pt x="311908" y="20268"/>
                  </a:lnTo>
                  <a:lnTo>
                    <a:pt x="352112" y="43807"/>
                  </a:lnTo>
                  <a:lnTo>
                    <a:pt x="385640" y="74686"/>
                  </a:lnTo>
                  <a:lnTo>
                    <a:pt x="411196" y="111708"/>
                  </a:lnTo>
                  <a:lnTo>
                    <a:pt x="427480" y="153675"/>
                  </a:lnTo>
                  <a:lnTo>
                    <a:pt x="433197" y="199389"/>
                  </a:lnTo>
                  <a:lnTo>
                    <a:pt x="427480" y="245151"/>
                  </a:lnTo>
                  <a:lnTo>
                    <a:pt x="411196" y="287152"/>
                  </a:lnTo>
                  <a:lnTo>
                    <a:pt x="385640" y="324196"/>
                  </a:lnTo>
                  <a:lnTo>
                    <a:pt x="352112" y="355089"/>
                  </a:lnTo>
                  <a:lnTo>
                    <a:pt x="311908" y="378635"/>
                  </a:lnTo>
                  <a:lnTo>
                    <a:pt x="266325" y="393640"/>
                  </a:lnTo>
                  <a:lnTo>
                    <a:pt x="216662" y="398906"/>
                  </a:lnTo>
                  <a:lnTo>
                    <a:pt x="166991" y="393640"/>
                  </a:lnTo>
                  <a:lnTo>
                    <a:pt x="121390" y="378635"/>
                  </a:lnTo>
                  <a:lnTo>
                    <a:pt x="81161" y="355089"/>
                  </a:lnTo>
                  <a:lnTo>
                    <a:pt x="47606" y="324196"/>
                  </a:lnTo>
                  <a:lnTo>
                    <a:pt x="22026" y="287152"/>
                  </a:lnTo>
                  <a:lnTo>
                    <a:pt x="5723" y="245151"/>
                  </a:lnTo>
                  <a:lnTo>
                    <a:pt x="0" y="19938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312921" y="1437131"/>
              <a:ext cx="457200" cy="246887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6617716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534" y="0"/>
                  </a:moveTo>
                  <a:lnTo>
                    <a:pt x="166871" y="5273"/>
                  </a:lnTo>
                  <a:lnTo>
                    <a:pt x="121288" y="20293"/>
                  </a:lnTo>
                  <a:lnTo>
                    <a:pt x="81084" y="43857"/>
                  </a:lnTo>
                  <a:lnTo>
                    <a:pt x="47556" y="74763"/>
                  </a:lnTo>
                  <a:lnTo>
                    <a:pt x="22000" y="111809"/>
                  </a:lnTo>
                  <a:lnTo>
                    <a:pt x="5716" y="153795"/>
                  </a:lnTo>
                  <a:lnTo>
                    <a:pt x="0" y="199516"/>
                  </a:lnTo>
                  <a:lnTo>
                    <a:pt x="5716" y="245278"/>
                  </a:lnTo>
                  <a:lnTo>
                    <a:pt x="22000" y="287279"/>
                  </a:lnTo>
                  <a:lnTo>
                    <a:pt x="47556" y="324323"/>
                  </a:lnTo>
                  <a:lnTo>
                    <a:pt x="81084" y="355216"/>
                  </a:lnTo>
                  <a:lnTo>
                    <a:pt x="121288" y="378762"/>
                  </a:lnTo>
                  <a:lnTo>
                    <a:pt x="166871" y="393767"/>
                  </a:lnTo>
                  <a:lnTo>
                    <a:pt x="216534" y="399033"/>
                  </a:lnTo>
                  <a:lnTo>
                    <a:pt x="266205" y="393767"/>
                  </a:lnTo>
                  <a:lnTo>
                    <a:pt x="311806" y="378762"/>
                  </a:lnTo>
                  <a:lnTo>
                    <a:pt x="352035" y="355216"/>
                  </a:lnTo>
                  <a:lnTo>
                    <a:pt x="385590" y="324323"/>
                  </a:lnTo>
                  <a:lnTo>
                    <a:pt x="411170" y="287279"/>
                  </a:lnTo>
                  <a:lnTo>
                    <a:pt x="427473" y="245278"/>
                  </a:lnTo>
                  <a:lnTo>
                    <a:pt x="433197" y="199516"/>
                  </a:lnTo>
                  <a:lnTo>
                    <a:pt x="427473" y="153795"/>
                  </a:lnTo>
                  <a:lnTo>
                    <a:pt x="411170" y="111809"/>
                  </a:lnTo>
                  <a:lnTo>
                    <a:pt x="385590" y="74763"/>
                  </a:lnTo>
                  <a:lnTo>
                    <a:pt x="352035" y="43857"/>
                  </a:lnTo>
                  <a:lnTo>
                    <a:pt x="311806" y="20293"/>
                  </a:lnTo>
                  <a:lnTo>
                    <a:pt x="266205" y="5273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617716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516"/>
                  </a:moveTo>
                  <a:lnTo>
                    <a:pt x="5716" y="153795"/>
                  </a:lnTo>
                  <a:lnTo>
                    <a:pt x="22000" y="111809"/>
                  </a:lnTo>
                  <a:lnTo>
                    <a:pt x="47556" y="74763"/>
                  </a:lnTo>
                  <a:lnTo>
                    <a:pt x="81084" y="43857"/>
                  </a:lnTo>
                  <a:lnTo>
                    <a:pt x="121288" y="20293"/>
                  </a:lnTo>
                  <a:lnTo>
                    <a:pt x="166871" y="5273"/>
                  </a:lnTo>
                  <a:lnTo>
                    <a:pt x="216534" y="0"/>
                  </a:lnTo>
                  <a:lnTo>
                    <a:pt x="266205" y="5273"/>
                  </a:lnTo>
                  <a:lnTo>
                    <a:pt x="311806" y="20293"/>
                  </a:lnTo>
                  <a:lnTo>
                    <a:pt x="352035" y="43857"/>
                  </a:lnTo>
                  <a:lnTo>
                    <a:pt x="385590" y="74763"/>
                  </a:lnTo>
                  <a:lnTo>
                    <a:pt x="411170" y="111809"/>
                  </a:lnTo>
                  <a:lnTo>
                    <a:pt x="427473" y="153795"/>
                  </a:lnTo>
                  <a:lnTo>
                    <a:pt x="433197" y="199516"/>
                  </a:lnTo>
                  <a:lnTo>
                    <a:pt x="427473" y="245278"/>
                  </a:lnTo>
                  <a:lnTo>
                    <a:pt x="411170" y="287279"/>
                  </a:lnTo>
                  <a:lnTo>
                    <a:pt x="385590" y="324323"/>
                  </a:lnTo>
                  <a:lnTo>
                    <a:pt x="352035" y="355216"/>
                  </a:lnTo>
                  <a:lnTo>
                    <a:pt x="311806" y="378762"/>
                  </a:lnTo>
                  <a:lnTo>
                    <a:pt x="266205" y="393767"/>
                  </a:lnTo>
                  <a:lnTo>
                    <a:pt x="216534" y="399033"/>
                  </a:lnTo>
                  <a:lnTo>
                    <a:pt x="166871" y="393767"/>
                  </a:lnTo>
                  <a:lnTo>
                    <a:pt x="121288" y="378762"/>
                  </a:lnTo>
                  <a:lnTo>
                    <a:pt x="81084" y="355216"/>
                  </a:lnTo>
                  <a:lnTo>
                    <a:pt x="47556" y="324323"/>
                  </a:lnTo>
                  <a:lnTo>
                    <a:pt x="22000" y="287279"/>
                  </a:lnTo>
                  <a:lnTo>
                    <a:pt x="5716" y="24527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720840" y="3668903"/>
              <a:ext cx="457200" cy="246887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191891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534" y="0"/>
                  </a:moveTo>
                  <a:lnTo>
                    <a:pt x="166871" y="5273"/>
                  </a:lnTo>
                  <a:lnTo>
                    <a:pt x="121288" y="20293"/>
                  </a:lnTo>
                  <a:lnTo>
                    <a:pt x="81084" y="43857"/>
                  </a:lnTo>
                  <a:lnTo>
                    <a:pt x="47556" y="74763"/>
                  </a:lnTo>
                  <a:lnTo>
                    <a:pt x="22000" y="111809"/>
                  </a:lnTo>
                  <a:lnTo>
                    <a:pt x="5716" y="153795"/>
                  </a:lnTo>
                  <a:lnTo>
                    <a:pt x="0" y="199516"/>
                  </a:lnTo>
                  <a:lnTo>
                    <a:pt x="5716" y="245278"/>
                  </a:lnTo>
                  <a:lnTo>
                    <a:pt x="22000" y="287279"/>
                  </a:lnTo>
                  <a:lnTo>
                    <a:pt x="47556" y="324323"/>
                  </a:lnTo>
                  <a:lnTo>
                    <a:pt x="81084" y="355216"/>
                  </a:lnTo>
                  <a:lnTo>
                    <a:pt x="121288" y="378762"/>
                  </a:lnTo>
                  <a:lnTo>
                    <a:pt x="166871" y="393767"/>
                  </a:lnTo>
                  <a:lnTo>
                    <a:pt x="216534" y="399033"/>
                  </a:lnTo>
                  <a:lnTo>
                    <a:pt x="266205" y="393767"/>
                  </a:lnTo>
                  <a:lnTo>
                    <a:pt x="311806" y="378762"/>
                  </a:lnTo>
                  <a:lnTo>
                    <a:pt x="352035" y="355216"/>
                  </a:lnTo>
                  <a:lnTo>
                    <a:pt x="385590" y="324323"/>
                  </a:lnTo>
                  <a:lnTo>
                    <a:pt x="411170" y="287279"/>
                  </a:lnTo>
                  <a:lnTo>
                    <a:pt x="427473" y="245278"/>
                  </a:lnTo>
                  <a:lnTo>
                    <a:pt x="433196" y="199516"/>
                  </a:lnTo>
                  <a:lnTo>
                    <a:pt x="427473" y="153795"/>
                  </a:lnTo>
                  <a:lnTo>
                    <a:pt x="411170" y="111809"/>
                  </a:lnTo>
                  <a:lnTo>
                    <a:pt x="385590" y="74763"/>
                  </a:lnTo>
                  <a:lnTo>
                    <a:pt x="352035" y="43857"/>
                  </a:lnTo>
                  <a:lnTo>
                    <a:pt x="311806" y="20293"/>
                  </a:lnTo>
                  <a:lnTo>
                    <a:pt x="266205" y="5273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191891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516"/>
                  </a:moveTo>
                  <a:lnTo>
                    <a:pt x="5716" y="153795"/>
                  </a:lnTo>
                  <a:lnTo>
                    <a:pt x="22000" y="111809"/>
                  </a:lnTo>
                  <a:lnTo>
                    <a:pt x="47556" y="74763"/>
                  </a:lnTo>
                  <a:lnTo>
                    <a:pt x="81084" y="43857"/>
                  </a:lnTo>
                  <a:lnTo>
                    <a:pt x="121288" y="20293"/>
                  </a:lnTo>
                  <a:lnTo>
                    <a:pt x="166871" y="5273"/>
                  </a:lnTo>
                  <a:lnTo>
                    <a:pt x="216534" y="0"/>
                  </a:lnTo>
                  <a:lnTo>
                    <a:pt x="266205" y="5273"/>
                  </a:lnTo>
                  <a:lnTo>
                    <a:pt x="311806" y="20293"/>
                  </a:lnTo>
                  <a:lnTo>
                    <a:pt x="352035" y="43857"/>
                  </a:lnTo>
                  <a:lnTo>
                    <a:pt x="385590" y="74763"/>
                  </a:lnTo>
                  <a:lnTo>
                    <a:pt x="411170" y="111809"/>
                  </a:lnTo>
                  <a:lnTo>
                    <a:pt x="427473" y="153795"/>
                  </a:lnTo>
                  <a:lnTo>
                    <a:pt x="433196" y="199516"/>
                  </a:lnTo>
                  <a:lnTo>
                    <a:pt x="427473" y="245278"/>
                  </a:lnTo>
                  <a:lnTo>
                    <a:pt x="411170" y="287279"/>
                  </a:lnTo>
                  <a:lnTo>
                    <a:pt x="385590" y="324323"/>
                  </a:lnTo>
                  <a:lnTo>
                    <a:pt x="352035" y="355216"/>
                  </a:lnTo>
                  <a:lnTo>
                    <a:pt x="311806" y="378762"/>
                  </a:lnTo>
                  <a:lnTo>
                    <a:pt x="266205" y="393767"/>
                  </a:lnTo>
                  <a:lnTo>
                    <a:pt x="216534" y="399033"/>
                  </a:lnTo>
                  <a:lnTo>
                    <a:pt x="166871" y="393767"/>
                  </a:lnTo>
                  <a:lnTo>
                    <a:pt x="121288" y="378762"/>
                  </a:lnTo>
                  <a:lnTo>
                    <a:pt x="81084" y="355216"/>
                  </a:lnTo>
                  <a:lnTo>
                    <a:pt x="47556" y="324323"/>
                  </a:lnTo>
                  <a:lnTo>
                    <a:pt x="22000" y="287279"/>
                  </a:lnTo>
                  <a:lnTo>
                    <a:pt x="5716" y="245278"/>
                  </a:lnTo>
                  <a:lnTo>
                    <a:pt x="0" y="199516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294634" y="3668903"/>
              <a:ext cx="457200" cy="246887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6617716" y="1345311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534" y="0"/>
                  </a:moveTo>
                  <a:lnTo>
                    <a:pt x="166871" y="5273"/>
                  </a:lnTo>
                  <a:lnTo>
                    <a:pt x="121288" y="20293"/>
                  </a:lnTo>
                  <a:lnTo>
                    <a:pt x="81084" y="43857"/>
                  </a:lnTo>
                  <a:lnTo>
                    <a:pt x="47556" y="74763"/>
                  </a:lnTo>
                  <a:lnTo>
                    <a:pt x="22000" y="111809"/>
                  </a:lnTo>
                  <a:lnTo>
                    <a:pt x="5716" y="153795"/>
                  </a:lnTo>
                  <a:lnTo>
                    <a:pt x="0" y="199516"/>
                  </a:lnTo>
                  <a:lnTo>
                    <a:pt x="5716" y="245278"/>
                  </a:lnTo>
                  <a:lnTo>
                    <a:pt x="22000" y="287279"/>
                  </a:lnTo>
                  <a:lnTo>
                    <a:pt x="47556" y="324323"/>
                  </a:lnTo>
                  <a:lnTo>
                    <a:pt x="81084" y="355216"/>
                  </a:lnTo>
                  <a:lnTo>
                    <a:pt x="121288" y="378762"/>
                  </a:lnTo>
                  <a:lnTo>
                    <a:pt x="166871" y="393767"/>
                  </a:lnTo>
                  <a:lnTo>
                    <a:pt x="216534" y="399034"/>
                  </a:lnTo>
                  <a:lnTo>
                    <a:pt x="266205" y="393767"/>
                  </a:lnTo>
                  <a:lnTo>
                    <a:pt x="311806" y="378762"/>
                  </a:lnTo>
                  <a:lnTo>
                    <a:pt x="352035" y="355216"/>
                  </a:lnTo>
                  <a:lnTo>
                    <a:pt x="385590" y="324323"/>
                  </a:lnTo>
                  <a:lnTo>
                    <a:pt x="411170" y="287279"/>
                  </a:lnTo>
                  <a:lnTo>
                    <a:pt x="427473" y="245278"/>
                  </a:lnTo>
                  <a:lnTo>
                    <a:pt x="433197" y="199516"/>
                  </a:lnTo>
                  <a:lnTo>
                    <a:pt x="427473" y="153795"/>
                  </a:lnTo>
                  <a:lnTo>
                    <a:pt x="411170" y="111809"/>
                  </a:lnTo>
                  <a:lnTo>
                    <a:pt x="385590" y="74763"/>
                  </a:lnTo>
                  <a:lnTo>
                    <a:pt x="352035" y="43857"/>
                  </a:lnTo>
                  <a:lnTo>
                    <a:pt x="311806" y="20293"/>
                  </a:lnTo>
                  <a:lnTo>
                    <a:pt x="266205" y="5273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617716" y="1345311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516"/>
                  </a:moveTo>
                  <a:lnTo>
                    <a:pt x="5716" y="153795"/>
                  </a:lnTo>
                  <a:lnTo>
                    <a:pt x="22000" y="111809"/>
                  </a:lnTo>
                  <a:lnTo>
                    <a:pt x="47556" y="74763"/>
                  </a:lnTo>
                  <a:lnTo>
                    <a:pt x="81084" y="43857"/>
                  </a:lnTo>
                  <a:lnTo>
                    <a:pt x="121288" y="20293"/>
                  </a:lnTo>
                  <a:lnTo>
                    <a:pt x="166871" y="5273"/>
                  </a:lnTo>
                  <a:lnTo>
                    <a:pt x="216534" y="0"/>
                  </a:lnTo>
                  <a:lnTo>
                    <a:pt x="266205" y="5273"/>
                  </a:lnTo>
                  <a:lnTo>
                    <a:pt x="311806" y="20293"/>
                  </a:lnTo>
                  <a:lnTo>
                    <a:pt x="352035" y="43857"/>
                  </a:lnTo>
                  <a:lnTo>
                    <a:pt x="385590" y="74763"/>
                  </a:lnTo>
                  <a:lnTo>
                    <a:pt x="411170" y="111809"/>
                  </a:lnTo>
                  <a:lnTo>
                    <a:pt x="427473" y="153795"/>
                  </a:lnTo>
                  <a:lnTo>
                    <a:pt x="433197" y="199516"/>
                  </a:lnTo>
                  <a:lnTo>
                    <a:pt x="427473" y="245278"/>
                  </a:lnTo>
                  <a:lnTo>
                    <a:pt x="411170" y="287279"/>
                  </a:lnTo>
                  <a:lnTo>
                    <a:pt x="385590" y="324323"/>
                  </a:lnTo>
                  <a:lnTo>
                    <a:pt x="352035" y="355216"/>
                  </a:lnTo>
                  <a:lnTo>
                    <a:pt x="311806" y="378762"/>
                  </a:lnTo>
                  <a:lnTo>
                    <a:pt x="266205" y="393767"/>
                  </a:lnTo>
                  <a:lnTo>
                    <a:pt x="216534" y="399034"/>
                  </a:lnTo>
                  <a:lnTo>
                    <a:pt x="166871" y="393767"/>
                  </a:lnTo>
                  <a:lnTo>
                    <a:pt x="121288" y="378762"/>
                  </a:lnTo>
                  <a:lnTo>
                    <a:pt x="81084" y="355216"/>
                  </a:lnTo>
                  <a:lnTo>
                    <a:pt x="47556" y="324323"/>
                  </a:lnTo>
                  <a:lnTo>
                    <a:pt x="22000" y="287279"/>
                  </a:lnTo>
                  <a:lnTo>
                    <a:pt x="5716" y="24527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720840" y="1429511"/>
              <a:ext cx="457200" cy="246887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9772015" y="1200911"/>
              <a:ext cx="2226310" cy="4623435"/>
            </a:xfrm>
            <a:custGeom>
              <a:avLst/>
              <a:gdLst/>
              <a:ahLst/>
              <a:cxnLst/>
              <a:rect l="l" t="t" r="r" b="b"/>
              <a:pathLst>
                <a:path w="2226309" h="4623435">
                  <a:moveTo>
                    <a:pt x="1854961" y="0"/>
                  </a:moveTo>
                  <a:lnTo>
                    <a:pt x="371093" y="0"/>
                  </a:lnTo>
                  <a:lnTo>
                    <a:pt x="324539" y="2890"/>
                  </a:lnTo>
                  <a:lnTo>
                    <a:pt x="279711" y="11331"/>
                  </a:lnTo>
                  <a:lnTo>
                    <a:pt x="236958" y="24973"/>
                  </a:lnTo>
                  <a:lnTo>
                    <a:pt x="196628" y="43470"/>
                  </a:lnTo>
                  <a:lnTo>
                    <a:pt x="159067" y="66472"/>
                  </a:lnTo>
                  <a:lnTo>
                    <a:pt x="124624" y="93633"/>
                  </a:lnTo>
                  <a:lnTo>
                    <a:pt x="93645" y="124604"/>
                  </a:lnTo>
                  <a:lnTo>
                    <a:pt x="66479" y="159037"/>
                  </a:lnTo>
                  <a:lnTo>
                    <a:pt x="43473" y="196586"/>
                  </a:lnTo>
                  <a:lnTo>
                    <a:pt x="24975" y="236900"/>
                  </a:lnTo>
                  <a:lnTo>
                    <a:pt x="11331" y="279634"/>
                  </a:lnTo>
                  <a:lnTo>
                    <a:pt x="2890" y="324439"/>
                  </a:lnTo>
                  <a:lnTo>
                    <a:pt x="0" y="370966"/>
                  </a:lnTo>
                  <a:lnTo>
                    <a:pt x="0" y="4251833"/>
                  </a:lnTo>
                  <a:lnTo>
                    <a:pt x="2890" y="4298368"/>
                  </a:lnTo>
                  <a:lnTo>
                    <a:pt x="11331" y="4343179"/>
                  </a:lnTo>
                  <a:lnTo>
                    <a:pt x="24975" y="4385918"/>
                  </a:lnTo>
                  <a:lnTo>
                    <a:pt x="43473" y="4426236"/>
                  </a:lnTo>
                  <a:lnTo>
                    <a:pt x="66479" y="4463787"/>
                  </a:lnTo>
                  <a:lnTo>
                    <a:pt x="93645" y="4498222"/>
                  </a:lnTo>
                  <a:lnTo>
                    <a:pt x="124624" y="4529193"/>
                  </a:lnTo>
                  <a:lnTo>
                    <a:pt x="159067" y="4556354"/>
                  </a:lnTo>
                  <a:lnTo>
                    <a:pt x="196628" y="4579356"/>
                  </a:lnTo>
                  <a:lnTo>
                    <a:pt x="236958" y="4597852"/>
                  </a:lnTo>
                  <a:lnTo>
                    <a:pt x="279711" y="4611494"/>
                  </a:lnTo>
                  <a:lnTo>
                    <a:pt x="324539" y="4619934"/>
                  </a:lnTo>
                  <a:lnTo>
                    <a:pt x="371093" y="4622825"/>
                  </a:lnTo>
                  <a:lnTo>
                    <a:pt x="1854961" y="4622825"/>
                  </a:lnTo>
                  <a:lnTo>
                    <a:pt x="1901516" y="4619934"/>
                  </a:lnTo>
                  <a:lnTo>
                    <a:pt x="1946344" y="4611494"/>
                  </a:lnTo>
                  <a:lnTo>
                    <a:pt x="1989097" y="4597852"/>
                  </a:lnTo>
                  <a:lnTo>
                    <a:pt x="2029427" y="4579356"/>
                  </a:lnTo>
                  <a:lnTo>
                    <a:pt x="2066988" y="4556354"/>
                  </a:lnTo>
                  <a:lnTo>
                    <a:pt x="2101431" y="4529193"/>
                  </a:lnTo>
                  <a:lnTo>
                    <a:pt x="2132410" y="4498222"/>
                  </a:lnTo>
                  <a:lnTo>
                    <a:pt x="2159576" y="4463787"/>
                  </a:lnTo>
                  <a:lnTo>
                    <a:pt x="2182582" y="4426236"/>
                  </a:lnTo>
                  <a:lnTo>
                    <a:pt x="2201080" y="4385918"/>
                  </a:lnTo>
                  <a:lnTo>
                    <a:pt x="2214724" y="4343179"/>
                  </a:lnTo>
                  <a:lnTo>
                    <a:pt x="2223165" y="4298368"/>
                  </a:lnTo>
                  <a:lnTo>
                    <a:pt x="2226055" y="4251833"/>
                  </a:lnTo>
                  <a:lnTo>
                    <a:pt x="2226055" y="370966"/>
                  </a:lnTo>
                  <a:lnTo>
                    <a:pt x="2223165" y="324439"/>
                  </a:lnTo>
                  <a:lnTo>
                    <a:pt x="2214724" y="279634"/>
                  </a:lnTo>
                  <a:lnTo>
                    <a:pt x="2201080" y="236900"/>
                  </a:lnTo>
                  <a:lnTo>
                    <a:pt x="2182582" y="196586"/>
                  </a:lnTo>
                  <a:lnTo>
                    <a:pt x="2159576" y="159037"/>
                  </a:lnTo>
                  <a:lnTo>
                    <a:pt x="2132410" y="124604"/>
                  </a:lnTo>
                  <a:lnTo>
                    <a:pt x="2101431" y="93633"/>
                  </a:lnTo>
                  <a:lnTo>
                    <a:pt x="2066988" y="66472"/>
                  </a:lnTo>
                  <a:lnTo>
                    <a:pt x="2029427" y="43470"/>
                  </a:lnTo>
                  <a:lnTo>
                    <a:pt x="1989097" y="24973"/>
                  </a:lnTo>
                  <a:lnTo>
                    <a:pt x="1946344" y="11331"/>
                  </a:lnTo>
                  <a:lnTo>
                    <a:pt x="1901516" y="2890"/>
                  </a:lnTo>
                  <a:lnTo>
                    <a:pt x="18549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9772015" y="1200911"/>
              <a:ext cx="2226310" cy="4623435"/>
            </a:xfrm>
            <a:custGeom>
              <a:avLst/>
              <a:gdLst/>
              <a:ahLst/>
              <a:cxnLst/>
              <a:rect l="l" t="t" r="r" b="b"/>
              <a:pathLst>
                <a:path w="2226309" h="4623435">
                  <a:moveTo>
                    <a:pt x="0" y="370966"/>
                  </a:moveTo>
                  <a:lnTo>
                    <a:pt x="2890" y="324439"/>
                  </a:lnTo>
                  <a:lnTo>
                    <a:pt x="11331" y="279634"/>
                  </a:lnTo>
                  <a:lnTo>
                    <a:pt x="24975" y="236900"/>
                  </a:lnTo>
                  <a:lnTo>
                    <a:pt x="43473" y="196586"/>
                  </a:lnTo>
                  <a:lnTo>
                    <a:pt x="66479" y="159037"/>
                  </a:lnTo>
                  <a:lnTo>
                    <a:pt x="93645" y="124604"/>
                  </a:lnTo>
                  <a:lnTo>
                    <a:pt x="124624" y="93633"/>
                  </a:lnTo>
                  <a:lnTo>
                    <a:pt x="159067" y="66472"/>
                  </a:lnTo>
                  <a:lnTo>
                    <a:pt x="196628" y="43470"/>
                  </a:lnTo>
                  <a:lnTo>
                    <a:pt x="236958" y="24973"/>
                  </a:lnTo>
                  <a:lnTo>
                    <a:pt x="279711" y="11331"/>
                  </a:lnTo>
                  <a:lnTo>
                    <a:pt x="324539" y="2890"/>
                  </a:lnTo>
                  <a:lnTo>
                    <a:pt x="371093" y="0"/>
                  </a:lnTo>
                  <a:lnTo>
                    <a:pt x="1854961" y="0"/>
                  </a:lnTo>
                  <a:lnTo>
                    <a:pt x="1901516" y="2890"/>
                  </a:lnTo>
                  <a:lnTo>
                    <a:pt x="1946344" y="11331"/>
                  </a:lnTo>
                  <a:lnTo>
                    <a:pt x="1989097" y="24973"/>
                  </a:lnTo>
                  <a:lnTo>
                    <a:pt x="2029427" y="43470"/>
                  </a:lnTo>
                  <a:lnTo>
                    <a:pt x="2066988" y="66472"/>
                  </a:lnTo>
                  <a:lnTo>
                    <a:pt x="2101431" y="93633"/>
                  </a:lnTo>
                  <a:lnTo>
                    <a:pt x="2132410" y="124604"/>
                  </a:lnTo>
                  <a:lnTo>
                    <a:pt x="2159576" y="159037"/>
                  </a:lnTo>
                  <a:lnTo>
                    <a:pt x="2182582" y="196586"/>
                  </a:lnTo>
                  <a:lnTo>
                    <a:pt x="2201080" y="236900"/>
                  </a:lnTo>
                  <a:lnTo>
                    <a:pt x="2214724" y="279634"/>
                  </a:lnTo>
                  <a:lnTo>
                    <a:pt x="2223165" y="324439"/>
                  </a:lnTo>
                  <a:lnTo>
                    <a:pt x="2226055" y="370966"/>
                  </a:lnTo>
                  <a:lnTo>
                    <a:pt x="2226055" y="4251833"/>
                  </a:lnTo>
                  <a:lnTo>
                    <a:pt x="2223165" y="4298368"/>
                  </a:lnTo>
                  <a:lnTo>
                    <a:pt x="2214724" y="4343179"/>
                  </a:lnTo>
                  <a:lnTo>
                    <a:pt x="2201080" y="4385918"/>
                  </a:lnTo>
                  <a:lnTo>
                    <a:pt x="2182582" y="4426236"/>
                  </a:lnTo>
                  <a:lnTo>
                    <a:pt x="2159576" y="4463787"/>
                  </a:lnTo>
                  <a:lnTo>
                    <a:pt x="2132410" y="4498222"/>
                  </a:lnTo>
                  <a:lnTo>
                    <a:pt x="2101431" y="4529193"/>
                  </a:lnTo>
                  <a:lnTo>
                    <a:pt x="2066988" y="4556354"/>
                  </a:lnTo>
                  <a:lnTo>
                    <a:pt x="2029427" y="4579356"/>
                  </a:lnTo>
                  <a:lnTo>
                    <a:pt x="1989097" y="4597852"/>
                  </a:lnTo>
                  <a:lnTo>
                    <a:pt x="1946344" y="4611494"/>
                  </a:lnTo>
                  <a:lnTo>
                    <a:pt x="1901516" y="4619934"/>
                  </a:lnTo>
                  <a:lnTo>
                    <a:pt x="1854961" y="4622825"/>
                  </a:lnTo>
                  <a:lnTo>
                    <a:pt x="371093" y="4622825"/>
                  </a:lnTo>
                  <a:lnTo>
                    <a:pt x="324539" y="4619934"/>
                  </a:lnTo>
                  <a:lnTo>
                    <a:pt x="279711" y="4611494"/>
                  </a:lnTo>
                  <a:lnTo>
                    <a:pt x="236958" y="4597852"/>
                  </a:lnTo>
                  <a:lnTo>
                    <a:pt x="196628" y="4579356"/>
                  </a:lnTo>
                  <a:lnTo>
                    <a:pt x="159067" y="4556354"/>
                  </a:lnTo>
                  <a:lnTo>
                    <a:pt x="124624" y="4529193"/>
                  </a:lnTo>
                  <a:lnTo>
                    <a:pt x="93645" y="4498222"/>
                  </a:lnTo>
                  <a:lnTo>
                    <a:pt x="66479" y="4463787"/>
                  </a:lnTo>
                  <a:lnTo>
                    <a:pt x="43473" y="4426236"/>
                  </a:lnTo>
                  <a:lnTo>
                    <a:pt x="24975" y="4385918"/>
                  </a:lnTo>
                  <a:lnTo>
                    <a:pt x="11331" y="4343179"/>
                  </a:lnTo>
                  <a:lnTo>
                    <a:pt x="2890" y="4298368"/>
                  </a:lnTo>
                  <a:lnTo>
                    <a:pt x="0" y="4251833"/>
                  </a:lnTo>
                  <a:lnTo>
                    <a:pt x="0" y="37096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3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826712" y="636836"/>
              <a:ext cx="2075767" cy="503272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886188" y="643115"/>
              <a:ext cx="1955292" cy="560844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864470" y="655828"/>
              <a:ext cx="2004313" cy="430022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9864470" y="655828"/>
              <a:ext cx="2004695" cy="430530"/>
            </a:xfrm>
            <a:custGeom>
              <a:avLst/>
              <a:gdLst/>
              <a:ahLst/>
              <a:cxnLst/>
              <a:rect l="l" t="t" r="r" b="b"/>
              <a:pathLst>
                <a:path w="2004695" h="430530">
                  <a:moveTo>
                    <a:pt x="0" y="71627"/>
                  </a:moveTo>
                  <a:lnTo>
                    <a:pt x="5619" y="43719"/>
                  </a:lnTo>
                  <a:lnTo>
                    <a:pt x="20954" y="20954"/>
                  </a:lnTo>
                  <a:lnTo>
                    <a:pt x="43719" y="5619"/>
                  </a:lnTo>
                  <a:lnTo>
                    <a:pt x="71627" y="0"/>
                  </a:lnTo>
                  <a:lnTo>
                    <a:pt x="1932558" y="0"/>
                  </a:lnTo>
                  <a:lnTo>
                    <a:pt x="1960487" y="5619"/>
                  </a:lnTo>
                  <a:lnTo>
                    <a:pt x="1983295" y="20954"/>
                  </a:lnTo>
                  <a:lnTo>
                    <a:pt x="1998674" y="43719"/>
                  </a:lnTo>
                  <a:lnTo>
                    <a:pt x="2004313" y="71627"/>
                  </a:lnTo>
                  <a:lnTo>
                    <a:pt x="2004313" y="358267"/>
                  </a:lnTo>
                  <a:lnTo>
                    <a:pt x="1998674" y="386195"/>
                  </a:lnTo>
                  <a:lnTo>
                    <a:pt x="1983295" y="409003"/>
                  </a:lnTo>
                  <a:lnTo>
                    <a:pt x="1960487" y="424382"/>
                  </a:lnTo>
                  <a:lnTo>
                    <a:pt x="1932558" y="430022"/>
                  </a:lnTo>
                  <a:lnTo>
                    <a:pt x="71627" y="430022"/>
                  </a:lnTo>
                  <a:lnTo>
                    <a:pt x="43719" y="424382"/>
                  </a:lnTo>
                  <a:lnTo>
                    <a:pt x="20954" y="409003"/>
                  </a:lnTo>
                  <a:lnTo>
                    <a:pt x="5619" y="386195"/>
                  </a:lnTo>
                  <a:lnTo>
                    <a:pt x="0" y="358267"/>
                  </a:lnTo>
                  <a:lnTo>
                    <a:pt x="0" y="7162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0" name="object 40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0067290" y="755268"/>
              <a:ext cx="1829180" cy="246887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3735323" y="1739214"/>
              <a:ext cx="914400" cy="247192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3734689" y="1958339"/>
              <a:ext cx="1371600" cy="12700"/>
            </a:xfrm>
            <a:custGeom>
              <a:avLst/>
              <a:gdLst/>
              <a:ahLst/>
              <a:cxnLst/>
              <a:rect l="l" t="t" r="r" b="b"/>
              <a:pathLst>
                <a:path w="1371600" h="12700">
                  <a:moveTo>
                    <a:pt x="13716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1371600" y="12192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3" name="object 43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421123" y="1739214"/>
              <a:ext cx="457200" cy="247192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649723" y="1739214"/>
              <a:ext cx="685800" cy="247192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857110" y="1781556"/>
              <a:ext cx="2286380" cy="246887"/>
            </a:xfrm>
            <a:prstGeom prst="rect">
              <a:avLst/>
            </a:prstGeom>
          </p:spPr>
        </p:pic>
        <p:sp>
          <p:nvSpPr>
            <p:cNvPr id="46" name="object 46"/>
            <p:cNvSpPr/>
            <p:nvPr/>
          </p:nvSpPr>
          <p:spPr>
            <a:xfrm>
              <a:off x="6856348" y="2000504"/>
              <a:ext cx="2057400" cy="12700"/>
            </a:xfrm>
            <a:custGeom>
              <a:avLst/>
              <a:gdLst/>
              <a:ahLst/>
              <a:cxnLst/>
              <a:rect l="l" t="t" r="r" b="b"/>
              <a:pathLst>
                <a:path w="2057400" h="12700">
                  <a:moveTo>
                    <a:pt x="20574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2057400" y="12192"/>
                  </a:lnTo>
                  <a:lnTo>
                    <a:pt x="20574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828034" y="3901693"/>
              <a:ext cx="1371600" cy="246887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3827398" y="4120261"/>
              <a:ext cx="1143000" cy="12700"/>
            </a:xfrm>
            <a:custGeom>
              <a:avLst/>
              <a:gdLst/>
              <a:ahLst/>
              <a:cxnLst/>
              <a:rect l="l" t="t" r="r" b="b"/>
              <a:pathLst>
                <a:path w="1143000" h="12700">
                  <a:moveTo>
                    <a:pt x="1143000" y="0"/>
                  </a:moveTo>
                  <a:lnTo>
                    <a:pt x="0" y="0"/>
                  </a:lnTo>
                  <a:lnTo>
                    <a:pt x="0" y="12191"/>
                  </a:lnTo>
                  <a:lnTo>
                    <a:pt x="1143000" y="12191"/>
                  </a:lnTo>
                  <a:lnTo>
                    <a:pt x="11430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9" name="object 49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7143242" y="3901693"/>
              <a:ext cx="1828800" cy="246887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7142353" y="4120261"/>
              <a:ext cx="1600200" cy="12700"/>
            </a:xfrm>
            <a:custGeom>
              <a:avLst/>
              <a:gdLst/>
              <a:ahLst/>
              <a:cxnLst/>
              <a:rect l="l" t="t" r="r" b="b"/>
              <a:pathLst>
                <a:path w="1600200" h="12700">
                  <a:moveTo>
                    <a:pt x="1600200" y="0"/>
                  </a:moveTo>
                  <a:lnTo>
                    <a:pt x="0" y="0"/>
                  </a:lnTo>
                  <a:lnTo>
                    <a:pt x="0" y="12191"/>
                  </a:lnTo>
                  <a:lnTo>
                    <a:pt x="1600200" y="12191"/>
                  </a:lnTo>
                  <a:lnTo>
                    <a:pt x="160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1" name="object 51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2493264" y="6166104"/>
              <a:ext cx="813815" cy="439216"/>
            </a:xfrm>
            <a:prstGeom prst="rect">
              <a:avLst/>
            </a:prstGeom>
          </p:spPr>
        </p:pic>
        <p:pic>
          <p:nvPicPr>
            <p:cNvPr id="52" name="object 52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900172" y="6121907"/>
              <a:ext cx="1829180" cy="494080"/>
            </a:xfrm>
            <a:prstGeom prst="rect">
              <a:avLst/>
            </a:prstGeom>
          </p:spPr>
        </p:pic>
        <p:pic>
          <p:nvPicPr>
            <p:cNvPr id="53" name="object 53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4272026" y="6166104"/>
              <a:ext cx="1627631" cy="439216"/>
            </a:xfrm>
            <a:prstGeom prst="rect">
              <a:avLst/>
            </a:prstGeom>
          </p:spPr>
        </p:pic>
        <p:pic>
          <p:nvPicPr>
            <p:cNvPr id="54" name="object 54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5492750" y="6121907"/>
              <a:ext cx="1829180" cy="494080"/>
            </a:xfrm>
            <a:prstGeom prst="rect">
              <a:avLst/>
            </a:prstGeom>
          </p:spPr>
        </p:pic>
        <p:pic>
          <p:nvPicPr>
            <p:cNvPr id="55" name="object 55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6864731" y="6166104"/>
              <a:ext cx="813816" cy="439216"/>
            </a:xfrm>
            <a:prstGeom prst="rect">
              <a:avLst/>
            </a:prstGeom>
          </p:spPr>
        </p:pic>
        <p:pic>
          <p:nvPicPr>
            <p:cNvPr id="56" name="object 56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7271639" y="6208775"/>
              <a:ext cx="4920360" cy="384352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1959864" y="5521451"/>
              <a:ext cx="1097292" cy="640118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1987295" y="5594604"/>
              <a:ext cx="1040879" cy="560844"/>
            </a:xfrm>
            <a:prstGeom prst="rect">
              <a:avLst/>
            </a:prstGeom>
          </p:spPr>
        </p:pic>
        <p:pic>
          <p:nvPicPr>
            <p:cNvPr id="59" name="object 59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2007361" y="5549011"/>
              <a:ext cx="1006729" cy="549452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2007361" y="5549011"/>
              <a:ext cx="1007110" cy="549910"/>
            </a:xfrm>
            <a:custGeom>
              <a:avLst/>
              <a:gdLst/>
              <a:ahLst/>
              <a:cxnLst/>
              <a:rect l="l" t="t" r="r" b="b"/>
              <a:pathLst>
                <a:path w="1007110" h="549910">
                  <a:moveTo>
                    <a:pt x="0" y="91579"/>
                  </a:moveTo>
                  <a:lnTo>
                    <a:pt x="7181" y="55935"/>
                  </a:lnTo>
                  <a:lnTo>
                    <a:pt x="26781" y="26825"/>
                  </a:lnTo>
                  <a:lnTo>
                    <a:pt x="55881" y="7197"/>
                  </a:lnTo>
                  <a:lnTo>
                    <a:pt x="91567" y="0"/>
                  </a:lnTo>
                  <a:lnTo>
                    <a:pt x="915162" y="0"/>
                  </a:lnTo>
                  <a:lnTo>
                    <a:pt x="950793" y="7197"/>
                  </a:lnTo>
                  <a:lnTo>
                    <a:pt x="979900" y="26825"/>
                  </a:lnTo>
                  <a:lnTo>
                    <a:pt x="999529" y="55935"/>
                  </a:lnTo>
                  <a:lnTo>
                    <a:pt x="1006729" y="91579"/>
                  </a:lnTo>
                  <a:lnTo>
                    <a:pt x="1006729" y="457873"/>
                  </a:lnTo>
                  <a:lnTo>
                    <a:pt x="999529" y="493517"/>
                  </a:lnTo>
                  <a:lnTo>
                    <a:pt x="979900" y="522627"/>
                  </a:lnTo>
                  <a:lnTo>
                    <a:pt x="950793" y="542255"/>
                  </a:lnTo>
                  <a:lnTo>
                    <a:pt x="915162" y="549452"/>
                  </a:lnTo>
                  <a:lnTo>
                    <a:pt x="91567" y="549452"/>
                  </a:lnTo>
                  <a:lnTo>
                    <a:pt x="55881" y="542255"/>
                  </a:lnTo>
                  <a:lnTo>
                    <a:pt x="26781" y="522627"/>
                  </a:lnTo>
                  <a:lnTo>
                    <a:pt x="7181" y="493517"/>
                  </a:lnTo>
                  <a:lnTo>
                    <a:pt x="0" y="457873"/>
                  </a:lnTo>
                  <a:lnTo>
                    <a:pt x="0" y="91579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1" name="object 61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2167127" y="5709208"/>
              <a:ext cx="914400" cy="246887"/>
            </a:xfrm>
            <a:prstGeom prst="rect">
              <a:avLst/>
            </a:prstGeom>
          </p:spPr>
        </p:pic>
        <p:pic>
          <p:nvPicPr>
            <p:cNvPr id="62" name="object 62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3345053" y="2522994"/>
              <a:ext cx="2252091" cy="881875"/>
            </a:xfrm>
            <a:prstGeom prst="rect">
              <a:avLst/>
            </a:prstGeom>
          </p:spPr>
        </p:pic>
        <p:pic>
          <p:nvPicPr>
            <p:cNvPr id="63" name="object 63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6764908" y="2565222"/>
              <a:ext cx="2268854" cy="838377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3191891" y="4738966"/>
              <a:ext cx="2405380" cy="810044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6932294" y="4631093"/>
              <a:ext cx="1982851" cy="881595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3209798" y="2055241"/>
              <a:ext cx="2743580" cy="164591"/>
            </a:xfrm>
            <a:prstGeom prst="rect">
              <a:avLst/>
            </a:prstGeom>
          </p:spPr>
        </p:pic>
        <p:pic>
          <p:nvPicPr>
            <p:cNvPr id="67" name="object 67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3209798" y="2238120"/>
              <a:ext cx="2438780" cy="164591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6519036" y="2102485"/>
              <a:ext cx="2438400" cy="164591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6519036" y="2285060"/>
              <a:ext cx="2743580" cy="164896"/>
            </a:xfrm>
            <a:prstGeom prst="rect">
              <a:avLst/>
            </a:prstGeom>
          </p:spPr>
        </p:pic>
        <p:pic>
          <p:nvPicPr>
            <p:cNvPr id="70" name="object 70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3647566" y="4162043"/>
              <a:ext cx="1676781" cy="164592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3250057" y="4339462"/>
              <a:ext cx="2133981" cy="164592"/>
            </a:xfrm>
            <a:prstGeom prst="rect">
              <a:avLst/>
            </a:prstGeom>
          </p:spPr>
        </p:pic>
        <p:pic>
          <p:nvPicPr>
            <p:cNvPr id="72" name="object 72"/>
            <p:cNvPicPr/>
            <p:nvPr/>
          </p:nvPicPr>
          <p:blipFill>
            <a:blip r:embed="rId43" cstate="print"/>
            <a:stretch>
              <a:fillRect/>
            </a:stretch>
          </p:blipFill>
          <p:spPr>
            <a:xfrm>
              <a:off x="3250057" y="4522343"/>
              <a:ext cx="2286381" cy="164592"/>
            </a:xfrm>
            <a:prstGeom prst="rect">
              <a:avLst/>
            </a:prstGeom>
          </p:spPr>
        </p:pic>
        <p:pic>
          <p:nvPicPr>
            <p:cNvPr id="73" name="object 73"/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7119873" y="4248276"/>
              <a:ext cx="1676780" cy="164592"/>
            </a:xfrm>
            <a:prstGeom prst="rect">
              <a:avLst/>
            </a:prstGeom>
          </p:spPr>
        </p:pic>
        <p:pic>
          <p:nvPicPr>
            <p:cNvPr id="74" name="object 74"/>
            <p:cNvPicPr/>
            <p:nvPr/>
          </p:nvPicPr>
          <p:blipFill>
            <a:blip r:embed="rId45" cstate="print"/>
            <a:stretch>
              <a:fillRect/>
            </a:stretch>
          </p:blipFill>
          <p:spPr>
            <a:xfrm>
              <a:off x="7119873" y="4431156"/>
              <a:ext cx="1981580" cy="164592"/>
            </a:xfrm>
            <a:prstGeom prst="rect">
              <a:avLst/>
            </a:prstGeom>
          </p:spPr>
        </p:pic>
        <p:sp>
          <p:nvSpPr>
            <p:cNvPr id="75" name="object 75"/>
            <p:cNvSpPr/>
            <p:nvPr/>
          </p:nvSpPr>
          <p:spPr>
            <a:xfrm>
              <a:off x="9875901" y="1395856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1791334" y="0"/>
                  </a:moveTo>
                  <a:lnTo>
                    <a:pt x="212851" y="0"/>
                  </a:lnTo>
                  <a:lnTo>
                    <a:pt x="164032" y="5626"/>
                  </a:lnTo>
                  <a:lnTo>
                    <a:pt x="119224" y="21651"/>
                  </a:lnTo>
                  <a:lnTo>
                    <a:pt x="79704" y="46796"/>
                  </a:lnTo>
                  <a:lnTo>
                    <a:pt x="46746" y="79781"/>
                  </a:lnTo>
                  <a:lnTo>
                    <a:pt x="21626" y="119326"/>
                  </a:lnTo>
                  <a:lnTo>
                    <a:pt x="5619" y="164152"/>
                  </a:lnTo>
                  <a:lnTo>
                    <a:pt x="0" y="212978"/>
                  </a:lnTo>
                  <a:lnTo>
                    <a:pt x="0" y="1064640"/>
                  </a:lnTo>
                  <a:lnTo>
                    <a:pt x="5619" y="1113467"/>
                  </a:lnTo>
                  <a:lnTo>
                    <a:pt x="21626" y="1158293"/>
                  </a:lnTo>
                  <a:lnTo>
                    <a:pt x="46746" y="1197838"/>
                  </a:lnTo>
                  <a:lnTo>
                    <a:pt x="79704" y="1230823"/>
                  </a:lnTo>
                  <a:lnTo>
                    <a:pt x="119224" y="1255968"/>
                  </a:lnTo>
                  <a:lnTo>
                    <a:pt x="164032" y="1271993"/>
                  </a:lnTo>
                  <a:lnTo>
                    <a:pt x="212851" y="1277619"/>
                  </a:lnTo>
                  <a:lnTo>
                    <a:pt x="1791334" y="1277619"/>
                  </a:lnTo>
                  <a:lnTo>
                    <a:pt x="1840161" y="1271993"/>
                  </a:lnTo>
                  <a:lnTo>
                    <a:pt x="1884987" y="1255968"/>
                  </a:lnTo>
                  <a:lnTo>
                    <a:pt x="1924532" y="1230823"/>
                  </a:lnTo>
                  <a:lnTo>
                    <a:pt x="1957517" y="1197838"/>
                  </a:lnTo>
                  <a:lnTo>
                    <a:pt x="1982662" y="1158293"/>
                  </a:lnTo>
                  <a:lnTo>
                    <a:pt x="1998687" y="1113467"/>
                  </a:lnTo>
                  <a:lnTo>
                    <a:pt x="2004314" y="1064640"/>
                  </a:lnTo>
                  <a:lnTo>
                    <a:pt x="2004314" y="212978"/>
                  </a:lnTo>
                  <a:lnTo>
                    <a:pt x="1998687" y="164152"/>
                  </a:lnTo>
                  <a:lnTo>
                    <a:pt x="1982662" y="119326"/>
                  </a:lnTo>
                  <a:lnTo>
                    <a:pt x="1957517" y="79781"/>
                  </a:lnTo>
                  <a:lnTo>
                    <a:pt x="1924532" y="46796"/>
                  </a:lnTo>
                  <a:lnTo>
                    <a:pt x="1884987" y="21651"/>
                  </a:lnTo>
                  <a:lnTo>
                    <a:pt x="1840161" y="5626"/>
                  </a:lnTo>
                  <a:lnTo>
                    <a:pt x="17913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9875901" y="1395856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0" y="212978"/>
                  </a:moveTo>
                  <a:lnTo>
                    <a:pt x="5619" y="164152"/>
                  </a:lnTo>
                  <a:lnTo>
                    <a:pt x="21626" y="119326"/>
                  </a:lnTo>
                  <a:lnTo>
                    <a:pt x="46746" y="79781"/>
                  </a:lnTo>
                  <a:lnTo>
                    <a:pt x="79704" y="46796"/>
                  </a:lnTo>
                  <a:lnTo>
                    <a:pt x="119224" y="21651"/>
                  </a:lnTo>
                  <a:lnTo>
                    <a:pt x="164032" y="5626"/>
                  </a:lnTo>
                  <a:lnTo>
                    <a:pt x="212851" y="0"/>
                  </a:lnTo>
                  <a:lnTo>
                    <a:pt x="1791334" y="0"/>
                  </a:lnTo>
                  <a:lnTo>
                    <a:pt x="1840161" y="5626"/>
                  </a:lnTo>
                  <a:lnTo>
                    <a:pt x="1884987" y="21651"/>
                  </a:lnTo>
                  <a:lnTo>
                    <a:pt x="1924532" y="46796"/>
                  </a:lnTo>
                  <a:lnTo>
                    <a:pt x="1957517" y="79781"/>
                  </a:lnTo>
                  <a:lnTo>
                    <a:pt x="1982662" y="119326"/>
                  </a:lnTo>
                  <a:lnTo>
                    <a:pt x="1998687" y="164152"/>
                  </a:lnTo>
                  <a:lnTo>
                    <a:pt x="2004314" y="212978"/>
                  </a:lnTo>
                  <a:lnTo>
                    <a:pt x="2004314" y="1064640"/>
                  </a:lnTo>
                  <a:lnTo>
                    <a:pt x="1998687" y="1113467"/>
                  </a:lnTo>
                  <a:lnTo>
                    <a:pt x="1982662" y="1158293"/>
                  </a:lnTo>
                  <a:lnTo>
                    <a:pt x="1957517" y="1197838"/>
                  </a:lnTo>
                  <a:lnTo>
                    <a:pt x="1924532" y="1230823"/>
                  </a:lnTo>
                  <a:lnTo>
                    <a:pt x="1884987" y="1255968"/>
                  </a:lnTo>
                  <a:lnTo>
                    <a:pt x="1840161" y="1271993"/>
                  </a:lnTo>
                  <a:lnTo>
                    <a:pt x="1791334" y="1277619"/>
                  </a:lnTo>
                  <a:lnTo>
                    <a:pt x="212851" y="1277619"/>
                  </a:lnTo>
                  <a:lnTo>
                    <a:pt x="164032" y="1271993"/>
                  </a:lnTo>
                  <a:lnTo>
                    <a:pt x="119224" y="1255968"/>
                  </a:lnTo>
                  <a:lnTo>
                    <a:pt x="79704" y="1230823"/>
                  </a:lnTo>
                  <a:lnTo>
                    <a:pt x="46746" y="1197838"/>
                  </a:lnTo>
                  <a:lnTo>
                    <a:pt x="21626" y="1158293"/>
                  </a:lnTo>
                  <a:lnTo>
                    <a:pt x="5619" y="1113467"/>
                  </a:lnTo>
                  <a:lnTo>
                    <a:pt x="0" y="1064640"/>
                  </a:lnTo>
                  <a:lnTo>
                    <a:pt x="0" y="21297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9864470" y="2802382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1791334" y="0"/>
                  </a:moveTo>
                  <a:lnTo>
                    <a:pt x="212851" y="0"/>
                  </a:lnTo>
                  <a:lnTo>
                    <a:pt x="164032" y="5626"/>
                  </a:lnTo>
                  <a:lnTo>
                    <a:pt x="119224" y="21651"/>
                  </a:lnTo>
                  <a:lnTo>
                    <a:pt x="79704" y="46796"/>
                  </a:lnTo>
                  <a:lnTo>
                    <a:pt x="46746" y="79781"/>
                  </a:lnTo>
                  <a:lnTo>
                    <a:pt x="21626" y="119326"/>
                  </a:lnTo>
                  <a:lnTo>
                    <a:pt x="5619" y="164152"/>
                  </a:lnTo>
                  <a:lnTo>
                    <a:pt x="0" y="212978"/>
                  </a:lnTo>
                  <a:lnTo>
                    <a:pt x="0" y="1064640"/>
                  </a:lnTo>
                  <a:lnTo>
                    <a:pt x="5619" y="1113467"/>
                  </a:lnTo>
                  <a:lnTo>
                    <a:pt x="21626" y="1158293"/>
                  </a:lnTo>
                  <a:lnTo>
                    <a:pt x="46746" y="1197838"/>
                  </a:lnTo>
                  <a:lnTo>
                    <a:pt x="79704" y="1230823"/>
                  </a:lnTo>
                  <a:lnTo>
                    <a:pt x="119224" y="1255968"/>
                  </a:lnTo>
                  <a:lnTo>
                    <a:pt x="164032" y="1271993"/>
                  </a:lnTo>
                  <a:lnTo>
                    <a:pt x="212851" y="1277619"/>
                  </a:lnTo>
                  <a:lnTo>
                    <a:pt x="1791334" y="1277619"/>
                  </a:lnTo>
                  <a:lnTo>
                    <a:pt x="1840161" y="1271993"/>
                  </a:lnTo>
                  <a:lnTo>
                    <a:pt x="1884987" y="1255968"/>
                  </a:lnTo>
                  <a:lnTo>
                    <a:pt x="1924532" y="1230823"/>
                  </a:lnTo>
                  <a:lnTo>
                    <a:pt x="1957517" y="1197838"/>
                  </a:lnTo>
                  <a:lnTo>
                    <a:pt x="1982662" y="1158293"/>
                  </a:lnTo>
                  <a:lnTo>
                    <a:pt x="1998687" y="1113467"/>
                  </a:lnTo>
                  <a:lnTo>
                    <a:pt x="2004313" y="1064640"/>
                  </a:lnTo>
                  <a:lnTo>
                    <a:pt x="2004313" y="212978"/>
                  </a:lnTo>
                  <a:lnTo>
                    <a:pt x="1998687" y="164152"/>
                  </a:lnTo>
                  <a:lnTo>
                    <a:pt x="1982662" y="119326"/>
                  </a:lnTo>
                  <a:lnTo>
                    <a:pt x="1957517" y="79781"/>
                  </a:lnTo>
                  <a:lnTo>
                    <a:pt x="1924532" y="46796"/>
                  </a:lnTo>
                  <a:lnTo>
                    <a:pt x="1884987" y="21651"/>
                  </a:lnTo>
                  <a:lnTo>
                    <a:pt x="1840161" y="5626"/>
                  </a:lnTo>
                  <a:lnTo>
                    <a:pt x="17913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9864470" y="2802382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0" y="212978"/>
                  </a:moveTo>
                  <a:lnTo>
                    <a:pt x="5619" y="164152"/>
                  </a:lnTo>
                  <a:lnTo>
                    <a:pt x="21626" y="119326"/>
                  </a:lnTo>
                  <a:lnTo>
                    <a:pt x="46746" y="79781"/>
                  </a:lnTo>
                  <a:lnTo>
                    <a:pt x="79704" y="46796"/>
                  </a:lnTo>
                  <a:lnTo>
                    <a:pt x="119224" y="21651"/>
                  </a:lnTo>
                  <a:lnTo>
                    <a:pt x="164032" y="5626"/>
                  </a:lnTo>
                  <a:lnTo>
                    <a:pt x="212851" y="0"/>
                  </a:lnTo>
                  <a:lnTo>
                    <a:pt x="1791334" y="0"/>
                  </a:lnTo>
                  <a:lnTo>
                    <a:pt x="1840161" y="5626"/>
                  </a:lnTo>
                  <a:lnTo>
                    <a:pt x="1884987" y="21651"/>
                  </a:lnTo>
                  <a:lnTo>
                    <a:pt x="1924532" y="46796"/>
                  </a:lnTo>
                  <a:lnTo>
                    <a:pt x="1957517" y="79781"/>
                  </a:lnTo>
                  <a:lnTo>
                    <a:pt x="1982662" y="119326"/>
                  </a:lnTo>
                  <a:lnTo>
                    <a:pt x="1998687" y="164152"/>
                  </a:lnTo>
                  <a:lnTo>
                    <a:pt x="2004313" y="212978"/>
                  </a:lnTo>
                  <a:lnTo>
                    <a:pt x="2004313" y="1064640"/>
                  </a:lnTo>
                  <a:lnTo>
                    <a:pt x="1998687" y="1113467"/>
                  </a:lnTo>
                  <a:lnTo>
                    <a:pt x="1982662" y="1158293"/>
                  </a:lnTo>
                  <a:lnTo>
                    <a:pt x="1957517" y="1197838"/>
                  </a:lnTo>
                  <a:lnTo>
                    <a:pt x="1924532" y="1230823"/>
                  </a:lnTo>
                  <a:lnTo>
                    <a:pt x="1884987" y="1255968"/>
                  </a:lnTo>
                  <a:lnTo>
                    <a:pt x="1840161" y="1271993"/>
                  </a:lnTo>
                  <a:lnTo>
                    <a:pt x="1791334" y="1277619"/>
                  </a:lnTo>
                  <a:lnTo>
                    <a:pt x="212851" y="1277619"/>
                  </a:lnTo>
                  <a:lnTo>
                    <a:pt x="164032" y="1271993"/>
                  </a:lnTo>
                  <a:lnTo>
                    <a:pt x="119224" y="1255968"/>
                  </a:lnTo>
                  <a:lnTo>
                    <a:pt x="79704" y="1230823"/>
                  </a:lnTo>
                  <a:lnTo>
                    <a:pt x="46746" y="1197838"/>
                  </a:lnTo>
                  <a:lnTo>
                    <a:pt x="21626" y="1158293"/>
                  </a:lnTo>
                  <a:lnTo>
                    <a:pt x="5619" y="1113467"/>
                  </a:lnTo>
                  <a:lnTo>
                    <a:pt x="0" y="1064640"/>
                  </a:lnTo>
                  <a:lnTo>
                    <a:pt x="0" y="212978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9" name="object 79" descr="ハート マーク」アイコン・イラストのフリー素材（商用可）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9836404" y="1552486"/>
              <a:ext cx="999832" cy="999832"/>
            </a:xfrm>
            <a:prstGeom prst="rect">
              <a:avLst/>
            </a:prstGeom>
          </p:spPr>
        </p:pic>
        <p:sp>
          <p:nvSpPr>
            <p:cNvPr id="80" name="object 80"/>
            <p:cNvSpPr/>
            <p:nvPr/>
          </p:nvSpPr>
          <p:spPr>
            <a:xfrm>
              <a:off x="9864470" y="4379468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1791334" y="0"/>
                  </a:moveTo>
                  <a:lnTo>
                    <a:pt x="212851" y="0"/>
                  </a:lnTo>
                  <a:lnTo>
                    <a:pt x="164032" y="5626"/>
                  </a:lnTo>
                  <a:lnTo>
                    <a:pt x="119224" y="21651"/>
                  </a:lnTo>
                  <a:lnTo>
                    <a:pt x="79704" y="46796"/>
                  </a:lnTo>
                  <a:lnTo>
                    <a:pt x="46746" y="79781"/>
                  </a:lnTo>
                  <a:lnTo>
                    <a:pt x="21626" y="119326"/>
                  </a:lnTo>
                  <a:lnTo>
                    <a:pt x="5619" y="164152"/>
                  </a:lnTo>
                  <a:lnTo>
                    <a:pt x="0" y="212978"/>
                  </a:lnTo>
                  <a:lnTo>
                    <a:pt x="0" y="1064640"/>
                  </a:lnTo>
                  <a:lnTo>
                    <a:pt x="5619" y="1113466"/>
                  </a:lnTo>
                  <a:lnTo>
                    <a:pt x="21626" y="1158288"/>
                  </a:lnTo>
                  <a:lnTo>
                    <a:pt x="46746" y="1197828"/>
                  </a:lnTo>
                  <a:lnTo>
                    <a:pt x="79704" y="1230808"/>
                  </a:lnTo>
                  <a:lnTo>
                    <a:pt x="119224" y="1255948"/>
                  </a:lnTo>
                  <a:lnTo>
                    <a:pt x="164032" y="1271969"/>
                  </a:lnTo>
                  <a:lnTo>
                    <a:pt x="212851" y="1277594"/>
                  </a:lnTo>
                  <a:lnTo>
                    <a:pt x="1791334" y="1277594"/>
                  </a:lnTo>
                  <a:lnTo>
                    <a:pt x="1840161" y="1271969"/>
                  </a:lnTo>
                  <a:lnTo>
                    <a:pt x="1884987" y="1255948"/>
                  </a:lnTo>
                  <a:lnTo>
                    <a:pt x="1924532" y="1230808"/>
                  </a:lnTo>
                  <a:lnTo>
                    <a:pt x="1957517" y="1197828"/>
                  </a:lnTo>
                  <a:lnTo>
                    <a:pt x="1982662" y="1158288"/>
                  </a:lnTo>
                  <a:lnTo>
                    <a:pt x="1998687" y="1113466"/>
                  </a:lnTo>
                  <a:lnTo>
                    <a:pt x="2004313" y="1064640"/>
                  </a:lnTo>
                  <a:lnTo>
                    <a:pt x="2004313" y="212978"/>
                  </a:lnTo>
                  <a:lnTo>
                    <a:pt x="1998687" y="164152"/>
                  </a:lnTo>
                  <a:lnTo>
                    <a:pt x="1982662" y="119326"/>
                  </a:lnTo>
                  <a:lnTo>
                    <a:pt x="1957517" y="79781"/>
                  </a:lnTo>
                  <a:lnTo>
                    <a:pt x="1924532" y="46796"/>
                  </a:lnTo>
                  <a:lnTo>
                    <a:pt x="1884987" y="21651"/>
                  </a:lnTo>
                  <a:lnTo>
                    <a:pt x="1840161" y="5626"/>
                  </a:lnTo>
                  <a:lnTo>
                    <a:pt x="17913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9864470" y="4379468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0" y="212978"/>
                  </a:moveTo>
                  <a:lnTo>
                    <a:pt x="5619" y="164152"/>
                  </a:lnTo>
                  <a:lnTo>
                    <a:pt x="21626" y="119326"/>
                  </a:lnTo>
                  <a:lnTo>
                    <a:pt x="46746" y="79781"/>
                  </a:lnTo>
                  <a:lnTo>
                    <a:pt x="79704" y="46796"/>
                  </a:lnTo>
                  <a:lnTo>
                    <a:pt x="119224" y="21651"/>
                  </a:lnTo>
                  <a:lnTo>
                    <a:pt x="164032" y="5626"/>
                  </a:lnTo>
                  <a:lnTo>
                    <a:pt x="212851" y="0"/>
                  </a:lnTo>
                  <a:lnTo>
                    <a:pt x="1791334" y="0"/>
                  </a:lnTo>
                  <a:lnTo>
                    <a:pt x="1840161" y="5626"/>
                  </a:lnTo>
                  <a:lnTo>
                    <a:pt x="1884987" y="21651"/>
                  </a:lnTo>
                  <a:lnTo>
                    <a:pt x="1924532" y="46796"/>
                  </a:lnTo>
                  <a:lnTo>
                    <a:pt x="1957517" y="79781"/>
                  </a:lnTo>
                  <a:lnTo>
                    <a:pt x="1982662" y="119326"/>
                  </a:lnTo>
                  <a:lnTo>
                    <a:pt x="1998687" y="164152"/>
                  </a:lnTo>
                  <a:lnTo>
                    <a:pt x="2004313" y="212978"/>
                  </a:lnTo>
                  <a:lnTo>
                    <a:pt x="2004313" y="1064640"/>
                  </a:lnTo>
                  <a:lnTo>
                    <a:pt x="1998687" y="1113466"/>
                  </a:lnTo>
                  <a:lnTo>
                    <a:pt x="1982662" y="1158288"/>
                  </a:lnTo>
                  <a:lnTo>
                    <a:pt x="1957517" y="1197828"/>
                  </a:lnTo>
                  <a:lnTo>
                    <a:pt x="1924532" y="1230808"/>
                  </a:lnTo>
                  <a:lnTo>
                    <a:pt x="1884987" y="1255948"/>
                  </a:lnTo>
                  <a:lnTo>
                    <a:pt x="1840161" y="1271969"/>
                  </a:lnTo>
                  <a:lnTo>
                    <a:pt x="1791334" y="1277594"/>
                  </a:lnTo>
                  <a:lnTo>
                    <a:pt x="212851" y="1277594"/>
                  </a:lnTo>
                  <a:lnTo>
                    <a:pt x="164032" y="1271969"/>
                  </a:lnTo>
                  <a:lnTo>
                    <a:pt x="119224" y="1255948"/>
                  </a:lnTo>
                  <a:lnTo>
                    <a:pt x="79704" y="1230808"/>
                  </a:lnTo>
                  <a:lnTo>
                    <a:pt x="46746" y="1197828"/>
                  </a:lnTo>
                  <a:lnTo>
                    <a:pt x="21626" y="1158288"/>
                  </a:lnTo>
                  <a:lnTo>
                    <a:pt x="5619" y="1113466"/>
                  </a:lnTo>
                  <a:lnTo>
                    <a:pt x="0" y="1064640"/>
                  </a:lnTo>
                  <a:lnTo>
                    <a:pt x="0" y="21297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2" name="object 82" descr="星マークイラストのフリー素材｜イラストイメージ"/>
            <p:cNvPicPr/>
            <p:nvPr/>
          </p:nvPicPr>
          <p:blipFill>
            <a:blip r:embed="rId47" cstate="print"/>
            <a:stretch>
              <a:fillRect/>
            </a:stretch>
          </p:blipFill>
          <p:spPr>
            <a:xfrm>
              <a:off x="9941559" y="3037916"/>
              <a:ext cx="812469" cy="786561"/>
            </a:xfrm>
            <a:prstGeom prst="rect">
              <a:avLst/>
            </a:prstGeom>
          </p:spPr>
        </p:pic>
        <p:pic>
          <p:nvPicPr>
            <p:cNvPr id="83" name="object 83" descr="Youtubeのロゴ の アイコン"/>
            <p:cNvPicPr/>
            <p:nvPr/>
          </p:nvPicPr>
          <p:blipFill>
            <a:blip r:embed="rId48" cstate="print"/>
            <a:stretch>
              <a:fillRect/>
            </a:stretch>
          </p:blipFill>
          <p:spPr>
            <a:xfrm>
              <a:off x="9990581" y="4604105"/>
              <a:ext cx="910844" cy="857275"/>
            </a:xfrm>
            <a:prstGeom prst="rect">
              <a:avLst/>
            </a:prstGeom>
          </p:spPr>
        </p:pic>
        <p:pic>
          <p:nvPicPr>
            <p:cNvPr id="84" name="object 84"/>
            <p:cNvPicPr/>
            <p:nvPr/>
          </p:nvPicPr>
          <p:blipFill>
            <a:blip r:embed="rId49" cstate="print"/>
            <a:stretch>
              <a:fillRect/>
            </a:stretch>
          </p:blipFill>
          <p:spPr>
            <a:xfrm>
              <a:off x="10796016" y="1776729"/>
              <a:ext cx="1066800" cy="164591"/>
            </a:xfrm>
            <a:prstGeom prst="rect">
              <a:avLst/>
            </a:prstGeom>
          </p:spPr>
        </p:pic>
        <p:pic>
          <p:nvPicPr>
            <p:cNvPr id="85" name="object 85"/>
            <p:cNvPicPr/>
            <p:nvPr/>
          </p:nvPicPr>
          <p:blipFill>
            <a:blip r:embed="rId50" cstate="print"/>
            <a:stretch>
              <a:fillRect/>
            </a:stretch>
          </p:blipFill>
          <p:spPr>
            <a:xfrm>
              <a:off x="10796016" y="1959610"/>
              <a:ext cx="1066800" cy="164591"/>
            </a:xfrm>
            <a:prstGeom prst="rect">
              <a:avLst/>
            </a:prstGeom>
          </p:spPr>
        </p:pic>
        <p:pic>
          <p:nvPicPr>
            <p:cNvPr id="86" name="object 86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10796016" y="2142489"/>
              <a:ext cx="609600" cy="164591"/>
            </a:xfrm>
            <a:prstGeom prst="rect">
              <a:avLst/>
            </a:prstGeom>
          </p:spPr>
        </p:pic>
        <p:pic>
          <p:nvPicPr>
            <p:cNvPr id="87" name="object 87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10808461" y="3199129"/>
              <a:ext cx="1066800" cy="164591"/>
            </a:xfrm>
            <a:prstGeom prst="rect">
              <a:avLst/>
            </a:prstGeom>
          </p:spPr>
        </p:pic>
        <p:pic>
          <p:nvPicPr>
            <p:cNvPr id="88" name="object 88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10808461" y="3381705"/>
              <a:ext cx="762000" cy="164896"/>
            </a:xfrm>
            <a:prstGeom prst="rect">
              <a:avLst/>
            </a:prstGeom>
          </p:spPr>
        </p:pic>
        <p:pic>
          <p:nvPicPr>
            <p:cNvPr id="89" name="object 89"/>
            <p:cNvPicPr/>
            <p:nvPr/>
          </p:nvPicPr>
          <p:blipFill>
            <a:blip r:embed="rId54" cstate="print"/>
            <a:stretch>
              <a:fillRect/>
            </a:stretch>
          </p:blipFill>
          <p:spPr>
            <a:xfrm>
              <a:off x="10808461" y="3565270"/>
              <a:ext cx="140207" cy="164591"/>
            </a:xfrm>
            <a:prstGeom prst="rect">
              <a:avLst/>
            </a:prstGeom>
          </p:spPr>
        </p:pic>
        <p:pic>
          <p:nvPicPr>
            <p:cNvPr id="90" name="object 90"/>
            <p:cNvPicPr/>
            <p:nvPr/>
          </p:nvPicPr>
          <p:blipFill>
            <a:blip r:embed="rId55" cstate="print"/>
            <a:stretch>
              <a:fillRect/>
            </a:stretch>
          </p:blipFill>
          <p:spPr>
            <a:xfrm>
              <a:off x="10878566" y="3565270"/>
              <a:ext cx="762000" cy="164591"/>
            </a:xfrm>
            <a:prstGeom prst="rect">
              <a:avLst/>
            </a:prstGeom>
          </p:spPr>
        </p:pic>
        <p:pic>
          <p:nvPicPr>
            <p:cNvPr id="91" name="object 91"/>
            <p:cNvPicPr/>
            <p:nvPr/>
          </p:nvPicPr>
          <p:blipFill>
            <a:blip r:embed="rId56" cstate="print"/>
            <a:stretch>
              <a:fillRect/>
            </a:stretch>
          </p:blipFill>
          <p:spPr>
            <a:xfrm>
              <a:off x="10808461" y="3748150"/>
              <a:ext cx="762000" cy="164592"/>
            </a:xfrm>
            <a:prstGeom prst="rect">
              <a:avLst/>
            </a:prstGeom>
          </p:spPr>
        </p:pic>
        <p:pic>
          <p:nvPicPr>
            <p:cNvPr id="92" name="object 92"/>
            <p:cNvPicPr/>
            <p:nvPr/>
          </p:nvPicPr>
          <p:blipFill>
            <a:blip r:embed="rId57" cstate="print"/>
            <a:stretch>
              <a:fillRect/>
            </a:stretch>
          </p:blipFill>
          <p:spPr>
            <a:xfrm>
              <a:off x="11418061" y="3748150"/>
              <a:ext cx="140207" cy="164592"/>
            </a:xfrm>
            <a:prstGeom prst="rect">
              <a:avLst/>
            </a:prstGeom>
          </p:spPr>
        </p:pic>
        <p:pic>
          <p:nvPicPr>
            <p:cNvPr id="93" name="object 93"/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10846561" y="4746066"/>
              <a:ext cx="1067155" cy="164896"/>
            </a:xfrm>
            <a:prstGeom prst="rect">
              <a:avLst/>
            </a:prstGeom>
          </p:spPr>
        </p:pic>
        <p:pic>
          <p:nvPicPr>
            <p:cNvPr id="94" name="object 94"/>
            <p:cNvPicPr/>
            <p:nvPr/>
          </p:nvPicPr>
          <p:blipFill>
            <a:blip r:embed="rId59" cstate="print"/>
            <a:stretch>
              <a:fillRect/>
            </a:stretch>
          </p:blipFill>
          <p:spPr>
            <a:xfrm>
              <a:off x="10846561" y="4929505"/>
              <a:ext cx="610006" cy="164592"/>
            </a:xfrm>
            <a:prstGeom prst="rect">
              <a:avLst/>
            </a:prstGeom>
          </p:spPr>
        </p:pic>
        <p:pic>
          <p:nvPicPr>
            <p:cNvPr id="95" name="object 95"/>
            <p:cNvPicPr/>
            <p:nvPr/>
          </p:nvPicPr>
          <p:blipFill>
            <a:blip r:embed="rId60" cstate="print"/>
            <a:stretch>
              <a:fillRect/>
            </a:stretch>
          </p:blipFill>
          <p:spPr>
            <a:xfrm>
              <a:off x="10846561" y="5112385"/>
              <a:ext cx="914768" cy="164591"/>
            </a:xfrm>
            <a:prstGeom prst="rect">
              <a:avLst/>
            </a:prstGeom>
          </p:spPr>
        </p:pic>
      </p:grpSp>
      <p:sp>
        <p:nvSpPr>
          <p:cNvPr id="96" name="スライド番号プレースホルダー 95">
            <a:extLst>
              <a:ext uri="{FF2B5EF4-FFF2-40B4-BE49-F238E27FC236}">
                <a16:creationId xmlns:a16="http://schemas.microsoft.com/office/drawing/2014/main" id="{510C7640-2DB4-46B9-BE75-EBE4EB03DD5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altLang="ja-JP" smtClean="0"/>
              <a:t>10</a:t>
            </a:fld>
            <a:endParaRPr lang="ja-JP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8F888-5E13-4944-9D93-EB503E1FA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ゲーム</a:t>
            </a:r>
            <a:r>
              <a:rPr kumimoji="1" lang="ja-JP" altLang="en-US" dirty="0"/>
              <a:t>制作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0883103-9C09-4C57-B67F-913EEE5B1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48736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9643A8F-1B6A-4710-A837-3142F11798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446" y="-229494"/>
            <a:ext cx="4230441" cy="2820294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CC1D84-7937-4A13-B5AA-539F4FA13937}"/>
              </a:ext>
            </a:extLst>
          </p:cNvPr>
          <p:cNvSpPr txBox="1"/>
          <p:nvPr/>
        </p:nvSpPr>
        <p:spPr>
          <a:xfrm>
            <a:off x="493058" y="1860260"/>
            <a:ext cx="4033217" cy="1691640"/>
          </a:xfrm>
          <a:prstGeom prst="cube">
            <a:avLst>
              <a:gd name="adj" fmla="val 13126"/>
            </a:avLst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制作時期　　　：二年前期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制作期間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：三ヶ月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使用言語　　　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使用ライブラリ：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</a:t>
            </a:r>
            <a:endParaRPr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制作人数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：三人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49B33E-EBEE-46D2-A419-E4CD122FF5A6}"/>
              </a:ext>
            </a:extLst>
          </p:cNvPr>
          <p:cNvSpPr txBox="1"/>
          <p:nvPr/>
        </p:nvSpPr>
        <p:spPr>
          <a:xfrm>
            <a:off x="1891552" y="3629805"/>
            <a:ext cx="1102659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5DEF81-69CC-4D72-966F-AAA65317ABA0}"/>
              </a:ext>
            </a:extLst>
          </p:cNvPr>
          <p:cNvSpPr txBox="1"/>
          <p:nvPr/>
        </p:nvSpPr>
        <p:spPr>
          <a:xfrm>
            <a:off x="591670" y="4077042"/>
            <a:ext cx="4033217" cy="1754326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初めてのチーム制作でメンバーとの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r>
              <a:rPr kumimoji="1" lang="ja-JP" altLang="en-US" dirty="0">
                <a:solidFill>
                  <a:schemeClr val="bg1"/>
                </a:solidFill>
              </a:rPr>
              <a:t>連携などまだまだ課題点が多いですけれど、何とか完成まで持って行けたゲームです。</a:t>
            </a:r>
            <a:r>
              <a:rPr kumimoji="1" lang="en-US" altLang="ja-JP" dirty="0">
                <a:solidFill>
                  <a:schemeClr val="bg1"/>
                </a:solidFill>
              </a:rPr>
              <a:t>UI</a:t>
            </a:r>
            <a:r>
              <a:rPr kumimoji="1" lang="ja-JP" altLang="en-US" dirty="0">
                <a:solidFill>
                  <a:schemeClr val="bg1"/>
                </a:solidFill>
              </a:rPr>
              <a:t>やミニマップなど各所にプレイヤーに配慮した設計が多くなるように制作しました。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9B03F61-46BA-41EB-90A4-AA1CBF449530}"/>
              </a:ext>
            </a:extLst>
          </p:cNvPr>
          <p:cNvSpPr/>
          <p:nvPr/>
        </p:nvSpPr>
        <p:spPr>
          <a:xfrm>
            <a:off x="6382872" y="5689889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br>
              <a:rPr lang="en-US" altLang="ja-JP" dirty="0">
                <a:hlinkClick r:id="rId3"/>
              </a:rPr>
            </a:br>
            <a:r>
              <a:rPr lang="ja-JP" altLang="en-US" dirty="0">
                <a:hlinkClick r:id="rId3"/>
              </a:rPr>
              <a:t>https://drive.google.com/file/d/14PK9yg-hWCjtB6EHb1UJ6yszhgH-teyv/view?usp=drive_link</a:t>
            </a:r>
            <a:r>
              <a:rPr lang="ja-JP" altLang="en-US" dirty="0"/>
              <a:t>　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9366F09-6DEA-49ED-89FC-A80DC6CF8DCD}"/>
              </a:ext>
            </a:extLst>
          </p:cNvPr>
          <p:cNvSpPr txBox="1"/>
          <p:nvPr/>
        </p:nvSpPr>
        <p:spPr>
          <a:xfrm>
            <a:off x="8005484" y="5689889"/>
            <a:ext cx="2850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2A24C57-A7D9-409D-B094-5B34CD25BF7B}"/>
              </a:ext>
            </a:extLst>
          </p:cNvPr>
          <p:cNvSpPr/>
          <p:nvPr/>
        </p:nvSpPr>
        <p:spPr>
          <a:xfrm>
            <a:off x="636938" y="6243887"/>
            <a:ext cx="36118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dirty="0">
                <a:hlinkClick r:id="rId4" tooltip="https://youtu.be/mamujximyto"/>
              </a:rPr>
              <a:t>https://youtu.be/MaMujXImyTo</a:t>
            </a:r>
            <a:endParaRPr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8B4317-47D8-4835-9C6C-D57CB1957608}"/>
              </a:ext>
            </a:extLst>
          </p:cNvPr>
          <p:cNvSpPr txBox="1"/>
          <p:nvPr/>
        </p:nvSpPr>
        <p:spPr>
          <a:xfrm>
            <a:off x="1845828" y="5831368"/>
            <a:ext cx="4401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紹介動画</a:t>
            </a: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043D4C8C-D49F-4317-9DBD-60C8E00BF8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641" y="276996"/>
            <a:ext cx="3521636" cy="2638781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80EC4973-3902-43F9-8BE7-2CAD8BA59F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4822" y="2981251"/>
            <a:ext cx="3527486" cy="2643165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92C1CF1B-74CA-4CD5-B4A7-EFD59AE0DD9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4887" y="276997"/>
            <a:ext cx="3521636" cy="2638781"/>
          </a:xfrm>
          <a:prstGeom prst="rect">
            <a:avLst/>
          </a:prstGeom>
        </p:spPr>
      </p:pic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69D43882-9919-4849-9F7E-3C102EF49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2548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CC1D84-7937-4A13-B5AA-539F4FA13937}"/>
              </a:ext>
            </a:extLst>
          </p:cNvPr>
          <p:cNvSpPr txBox="1"/>
          <p:nvPr/>
        </p:nvSpPr>
        <p:spPr>
          <a:xfrm>
            <a:off x="455660" y="1852082"/>
            <a:ext cx="3983092" cy="1691640"/>
          </a:xfrm>
          <a:prstGeom prst="cube">
            <a:avLst>
              <a:gd name="adj" fmla="val 13126"/>
            </a:avLst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制作時期　　　：二年後期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制作期間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：三ヶ月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使用言語　　　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使用ライブラリ：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</a:t>
            </a:r>
            <a:endParaRPr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制作人数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：一人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49B33E-EBEE-46D2-A419-E4CD122FF5A6}"/>
              </a:ext>
            </a:extLst>
          </p:cNvPr>
          <p:cNvSpPr txBox="1"/>
          <p:nvPr/>
        </p:nvSpPr>
        <p:spPr>
          <a:xfrm>
            <a:off x="1891552" y="3629805"/>
            <a:ext cx="1102659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5DEF81-69CC-4D72-966F-AAA65317ABA0}"/>
              </a:ext>
            </a:extLst>
          </p:cNvPr>
          <p:cNvSpPr txBox="1"/>
          <p:nvPr/>
        </p:nvSpPr>
        <p:spPr>
          <a:xfrm>
            <a:off x="591670" y="4077042"/>
            <a:ext cx="4033217" cy="1754326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初めて一人でのゲーム制作となりました。その中でも、ゲームシステムなどを参考にしたゲームを模倣しつつ、自分で考えたオリジナル要素でどこまでゲームを面白くできるかを試行錯誤しながら制作しました。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9366F09-6DEA-49ED-89FC-A80DC6CF8DCD}"/>
              </a:ext>
            </a:extLst>
          </p:cNvPr>
          <p:cNvSpPr txBox="1"/>
          <p:nvPr/>
        </p:nvSpPr>
        <p:spPr>
          <a:xfrm>
            <a:off x="8005484" y="5689889"/>
            <a:ext cx="2850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8B4317-47D8-4835-9C6C-D57CB1957608}"/>
              </a:ext>
            </a:extLst>
          </p:cNvPr>
          <p:cNvSpPr txBox="1"/>
          <p:nvPr/>
        </p:nvSpPr>
        <p:spPr>
          <a:xfrm>
            <a:off x="1845828" y="5831368"/>
            <a:ext cx="4401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紹介動画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2DBC0BB-2818-4E7D-B617-A308638DE4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60404"/>
            <a:ext cx="3105866" cy="2071613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1C331088-1729-4BF0-8934-9F944BFBE1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4291" y="475257"/>
            <a:ext cx="3566732" cy="223836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F9BAD1E6-D74D-4441-AC59-BDBE442B63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266" y="475257"/>
            <a:ext cx="3566732" cy="222264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9CC3203D-393B-4815-AC21-474734E638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657" y="3108814"/>
            <a:ext cx="4033217" cy="2492037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CEBE0B82-05F6-4962-950A-E59446FCABE5}"/>
              </a:ext>
            </a:extLst>
          </p:cNvPr>
          <p:cNvSpPr txBox="1"/>
          <p:nvPr/>
        </p:nvSpPr>
        <p:spPr>
          <a:xfrm>
            <a:off x="711200" y="619807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6"/>
              </a:rPr>
              <a:t>https://youtu.be/yNzz8UOHRQU</a:t>
            </a:r>
            <a:endParaRPr lang="ja-JP" altLang="en-US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8B43DC8-3EC3-4B0E-B1FF-8EE2C4EAE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11852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CC1D84-7937-4A13-B5AA-539F4FA13937}"/>
              </a:ext>
            </a:extLst>
          </p:cNvPr>
          <p:cNvSpPr txBox="1"/>
          <p:nvPr/>
        </p:nvSpPr>
        <p:spPr>
          <a:xfrm>
            <a:off x="532403" y="1860260"/>
            <a:ext cx="3954930" cy="1691640"/>
          </a:xfrm>
          <a:prstGeom prst="cube">
            <a:avLst>
              <a:gd name="adj" fmla="val 13126"/>
            </a:avLst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制作時期　　　：三年前期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制作期間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：三ヶ月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使用言語　　　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使用ライブラリ：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</a:t>
            </a:r>
            <a:endParaRPr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制作人数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：三人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49B33E-EBEE-46D2-A419-E4CD122FF5A6}"/>
              </a:ext>
            </a:extLst>
          </p:cNvPr>
          <p:cNvSpPr txBox="1"/>
          <p:nvPr/>
        </p:nvSpPr>
        <p:spPr>
          <a:xfrm>
            <a:off x="1891552" y="3629805"/>
            <a:ext cx="1102659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5DEF81-69CC-4D72-966F-AAA65317ABA0}"/>
              </a:ext>
            </a:extLst>
          </p:cNvPr>
          <p:cNvSpPr txBox="1"/>
          <p:nvPr/>
        </p:nvSpPr>
        <p:spPr>
          <a:xfrm>
            <a:off x="591670" y="4077042"/>
            <a:ext cx="4033217" cy="1754326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二回目のチーム制作でチームでは初めての</a:t>
            </a:r>
            <a:r>
              <a:rPr kumimoji="1" lang="en-US" altLang="ja-JP" dirty="0">
                <a:solidFill>
                  <a:schemeClr val="bg1"/>
                </a:solidFill>
              </a:rPr>
              <a:t>3D</a:t>
            </a:r>
            <a:r>
              <a:rPr kumimoji="1" lang="ja-JP" altLang="en-US" dirty="0">
                <a:solidFill>
                  <a:schemeClr val="bg1"/>
                </a:solidFill>
              </a:rPr>
              <a:t>ゲームを作りました。</a:t>
            </a:r>
            <a:endParaRPr kumimoji="1" lang="en-US" altLang="ja-JP" dirty="0">
              <a:solidFill>
                <a:schemeClr val="bg1"/>
              </a:solidFill>
            </a:endParaRPr>
          </a:p>
          <a:p>
            <a:r>
              <a:rPr kumimoji="1" lang="ja-JP" altLang="en-US" dirty="0">
                <a:solidFill>
                  <a:schemeClr val="bg1"/>
                </a:solidFill>
              </a:rPr>
              <a:t>プレイヤー二人を配置して謎を解いていくというゲーム性で、謎の難易度調整や、世界観の構築にこだわって制作しました。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9366F09-6DEA-49ED-89FC-A80DC6CF8DCD}"/>
              </a:ext>
            </a:extLst>
          </p:cNvPr>
          <p:cNvSpPr txBox="1"/>
          <p:nvPr/>
        </p:nvSpPr>
        <p:spPr>
          <a:xfrm>
            <a:off x="8005484" y="5689889"/>
            <a:ext cx="2850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8B4317-47D8-4835-9C6C-D57CB1957608}"/>
              </a:ext>
            </a:extLst>
          </p:cNvPr>
          <p:cNvSpPr txBox="1"/>
          <p:nvPr/>
        </p:nvSpPr>
        <p:spPr>
          <a:xfrm>
            <a:off x="1845828" y="5831368"/>
            <a:ext cx="4401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紹介動画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1173A42-FAA6-4A4D-9020-AB2DE79621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38" y="-221812"/>
            <a:ext cx="3430137" cy="255334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5302FC17-68E0-4322-9296-FDC4FD1C1F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602" y="3039534"/>
            <a:ext cx="4274823" cy="2397502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DA45587-5A0D-4536-B31C-E9460AAD78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708" y="407287"/>
            <a:ext cx="3471373" cy="195723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CAD9EDF-3237-4964-9C02-4259C6288F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3014" y="407287"/>
            <a:ext cx="3489814" cy="1957366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25B3AED-5910-4FAF-949E-4FD480F8A524}"/>
              </a:ext>
            </a:extLst>
          </p:cNvPr>
          <p:cNvSpPr txBox="1"/>
          <p:nvPr/>
        </p:nvSpPr>
        <p:spPr>
          <a:xfrm>
            <a:off x="586278" y="6171844"/>
            <a:ext cx="414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hlinkClick r:id="rId6"/>
              </a:rPr>
              <a:t>https://youtu.be/KHCeW2qoaes</a:t>
            </a:r>
            <a:endParaRPr kumimoji="1" lang="ja-JP" altLang="en-US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250EB18-C801-469B-A58B-E4ED4AE91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616684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シャボン">
  <a:themeElements>
    <a:clrScheme name="シャボン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シャボン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シャボン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TM03457510[[fn=シャボン]]</Template>
  <TotalTime>659</TotalTime>
  <Words>524</Words>
  <Application>Microsoft Office PowerPoint</Application>
  <PresentationFormat>ワイド画面</PresentationFormat>
  <Paragraphs>129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游ゴシック</vt:lpstr>
      <vt:lpstr>Century Gothic</vt:lpstr>
      <vt:lpstr>Garamond</vt:lpstr>
      <vt:lpstr>Wingdings</vt:lpstr>
      <vt:lpstr>シャボン</vt:lpstr>
      <vt:lpstr>ポートフォリオ</vt:lpstr>
      <vt:lpstr>目次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企画書</vt:lpstr>
      <vt:lpstr>PowerPoint プレゼンテーション</vt:lpstr>
      <vt:lpstr>PowerPoint プレゼンテーション</vt:lpstr>
      <vt:lpstr>PowerPoint プレゼンテーション</vt:lpstr>
      <vt:lpstr>ゲーム制作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ポートフォリオ</dc:title>
  <dc:creator>遠藤 直樹</dc:creator>
  <cp:lastModifiedBy>遠藤 直樹</cp:lastModifiedBy>
  <cp:revision>29</cp:revision>
  <dcterms:created xsi:type="dcterms:W3CDTF">2025-08-01T05:16:43Z</dcterms:created>
  <dcterms:modified xsi:type="dcterms:W3CDTF">2026-10-29T12:57:52Z</dcterms:modified>
</cp:coreProperties>
</file>