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49.jpg" ContentType="image/jpg"/>
  <Override PartName="/ppt/media/image50.jpg" ContentType="image/jpg"/>
  <Override PartName="/ppt/media/image51.jpg" ContentType="image/jpg"/>
  <Override PartName="/ppt/media/image92.jpg" ContentType="image/jpg"/>
  <Override PartName="/ppt/media/image93.jpg" ContentType="image/jpg"/>
  <Override PartName="/ppt/media/image94.jpg" ContentType="image/jpg"/>
  <Override PartName="/ppt/media/image95.jpg" ContentType="image/jpg"/>
  <Override PartName="/ppt/media/image107.jpg" ContentType="image/jpg"/>
  <Override PartName="/ppt/media/image108.jpg" ContentType="image/jpg"/>
  <Override PartName="/ppt/media/image118.jpg" ContentType="image/jpg"/>
  <Override PartName="/ppt/media/image145.jpg" ContentType="image/jpg"/>
  <Override PartName="/ppt/media/image146.jpg" ContentType="image/jpg"/>
  <Override PartName="/ppt/media/image157.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handoutMasterIdLst>
    <p:handoutMasterId r:id="rId38"/>
  </p:handoutMasterIdLst>
  <p:sldIdLst>
    <p:sldId id="256" r:id="rId2"/>
    <p:sldId id="273" r:id="rId3"/>
    <p:sldId id="258" r:id="rId4"/>
    <p:sldId id="274" r:id="rId5"/>
    <p:sldId id="272" r:id="rId6"/>
    <p:sldId id="275" r:id="rId7"/>
    <p:sldId id="276" r:id="rId8"/>
    <p:sldId id="257" r:id="rId9"/>
    <p:sldId id="277" r:id="rId10"/>
    <p:sldId id="278" r:id="rId11"/>
    <p:sldId id="279" r:id="rId12"/>
    <p:sldId id="280" r:id="rId13"/>
    <p:sldId id="286" r:id="rId14"/>
    <p:sldId id="282" r:id="rId15"/>
    <p:sldId id="263" r:id="rId16"/>
    <p:sldId id="288" r:id="rId17"/>
    <p:sldId id="302" r:id="rId18"/>
    <p:sldId id="290" r:id="rId19"/>
    <p:sldId id="291" r:id="rId20"/>
    <p:sldId id="292" r:id="rId21"/>
    <p:sldId id="269" r:id="rId22"/>
    <p:sldId id="303" r:id="rId23"/>
    <p:sldId id="285" r:id="rId24"/>
    <p:sldId id="281" r:id="rId25"/>
    <p:sldId id="287" r:id="rId26"/>
    <p:sldId id="270" r:id="rId27"/>
    <p:sldId id="271" r:id="rId28"/>
    <p:sldId id="296" r:id="rId29"/>
    <p:sldId id="299" r:id="rId30"/>
    <p:sldId id="261" r:id="rId31"/>
    <p:sldId id="266" r:id="rId32"/>
    <p:sldId id="293" r:id="rId33"/>
    <p:sldId id="297" r:id="rId34"/>
    <p:sldId id="294" r:id="rId35"/>
    <p:sldId id="298"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168D0B8-7EFD-400A-8560-03B45B48AA6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9F8A13C9-ACD5-41D8-A6FC-0F7AD0C368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A800E0-7F93-4E04-9034-F0D456903482}" type="datetimeFigureOut">
              <a:rPr kumimoji="1" lang="ja-JP" altLang="en-US" smtClean="0"/>
              <a:t>2026/10/30</a:t>
            </a:fld>
            <a:endParaRPr kumimoji="1" lang="ja-JP" altLang="en-US"/>
          </a:p>
        </p:txBody>
      </p:sp>
      <p:sp>
        <p:nvSpPr>
          <p:cNvPr id="4" name="フッター プレースホルダー 3">
            <a:extLst>
              <a:ext uri="{FF2B5EF4-FFF2-40B4-BE49-F238E27FC236}">
                <a16:creationId xmlns:a16="http://schemas.microsoft.com/office/drawing/2014/main" id="{AA35ED71-BD14-4A1B-B99F-A3765A8B8F0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E186A21E-A522-4FB7-BEE2-D137458BD8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93A150A-70BB-4887-8D81-2CA4422D7C80}" type="slidenum">
              <a:rPr kumimoji="1" lang="ja-JP" altLang="en-US" smtClean="0"/>
              <a:t>‹#›</a:t>
            </a:fld>
            <a:endParaRPr kumimoji="1" lang="ja-JP" altLang="en-US"/>
          </a:p>
        </p:txBody>
      </p:sp>
    </p:spTree>
    <p:extLst>
      <p:ext uri="{BB962C8B-B14F-4D97-AF65-F5344CB8AC3E}">
        <p14:creationId xmlns:p14="http://schemas.microsoft.com/office/powerpoint/2010/main" val="1371993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7ABCC5-F418-4D7D-B382-008642502C0E}" type="datetimeFigureOut">
              <a:rPr kumimoji="1" lang="ja-JP" altLang="en-US" smtClean="0"/>
              <a:t>2026/10/30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0EE28F-CF83-47BA-A173-7882467DB59E}" type="slidenum">
              <a:rPr kumimoji="1" lang="ja-JP" altLang="en-US" smtClean="0"/>
              <a:t>‹#›</a:t>
            </a:fld>
            <a:endParaRPr kumimoji="1" lang="ja-JP" altLang="en-US"/>
          </a:p>
        </p:txBody>
      </p:sp>
    </p:spTree>
    <p:extLst>
      <p:ext uri="{BB962C8B-B14F-4D97-AF65-F5344CB8AC3E}">
        <p14:creationId xmlns:p14="http://schemas.microsoft.com/office/powerpoint/2010/main" val="411236227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ja-JP" altLang="en-US"/>
          </a:p>
        </p:txBody>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ja-JP" altLang="en-US"/>
          </a:p>
        </p:txBody>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F18F4013-A974-40A8-9DA5-7E476F3D63F2}" type="datetime1">
              <a:rPr kumimoji="1" lang="ja-JP" altLang="en-US" smtClean="0"/>
              <a:t>2026/10/30</a:t>
            </a:fld>
            <a:endParaRPr kumimoji="1" lang="ja-JP" alt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kumimoji="1" lang="ja-JP" alt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D77CE0F4-93DF-401C-9042-9C402698D8AB}" type="slidenum">
              <a:rPr kumimoji="1" lang="ja-JP" altLang="en-US" smtClean="0"/>
              <a:t>‹#›</a:t>
            </a:fld>
            <a:endParaRPr kumimoji="1" lang="ja-JP" altLang="en-US"/>
          </a:p>
        </p:txBody>
      </p:sp>
    </p:spTree>
    <p:extLst>
      <p:ext uri="{BB962C8B-B14F-4D97-AF65-F5344CB8AC3E}">
        <p14:creationId xmlns:p14="http://schemas.microsoft.com/office/powerpoint/2010/main" val="262214052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FAFB4E3F-7F20-4921-939C-82216558EEFE}" type="datetime1">
              <a:rPr kumimoji="1" lang="ja-JP" altLang="en-US" smtClean="0"/>
              <a:t>2026/10/30</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D77CE0F4-93DF-401C-9042-9C402698D8AB}" type="slidenum">
              <a:rPr kumimoji="1" lang="ja-JP" altLang="en-US" smtClean="0"/>
              <a:t>‹#›</a:t>
            </a:fld>
            <a:endParaRPr kumimoji="1" lang="ja-JP" altLang="en-US"/>
          </a:p>
        </p:txBody>
      </p:sp>
    </p:spTree>
    <p:extLst>
      <p:ext uri="{BB962C8B-B14F-4D97-AF65-F5344CB8AC3E}">
        <p14:creationId xmlns:p14="http://schemas.microsoft.com/office/powerpoint/2010/main" val="3343937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7BCE2B35-7878-40C1-8719-F4878FE16437}" type="datetime1">
              <a:rPr kumimoji="1" lang="ja-JP" altLang="en-US" smtClean="0"/>
              <a:t>2026/10/30</a:t>
            </a:fld>
            <a:endParaRPr kumimoji="1" lang="ja-JP" alt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kumimoji="1" lang="ja-JP" altLang="en-US"/>
          </a:p>
        </p:txBody>
      </p:sp>
      <p:sp>
        <p:nvSpPr>
          <p:cNvPr id="6" name="Slide Number Placeholder 5"/>
          <p:cNvSpPr>
            <a:spLocks noGrp="1"/>
          </p:cNvSpPr>
          <p:nvPr>
            <p:ph type="sldNum" sz="quarter" idx="12"/>
          </p:nvPr>
        </p:nvSpPr>
        <p:spPr>
          <a:xfrm>
            <a:off x="8604504" y="5211060"/>
            <a:ext cx="2112264" cy="228600"/>
          </a:xfrm>
        </p:spPr>
        <p:txBody>
          <a:bodyPr/>
          <a:lstStyle/>
          <a:p>
            <a:fld id="{D77CE0F4-93DF-401C-9042-9C402698D8AB}" type="slidenum">
              <a:rPr kumimoji="1" lang="ja-JP" altLang="en-US" smtClean="0"/>
              <a:t>‹#›</a:t>
            </a:fld>
            <a:endParaRPr kumimoji="1" lang="ja-JP" altLang="en-US"/>
          </a:p>
        </p:txBody>
      </p:sp>
    </p:spTree>
    <p:extLst>
      <p:ext uri="{BB962C8B-B14F-4D97-AF65-F5344CB8AC3E}">
        <p14:creationId xmlns:p14="http://schemas.microsoft.com/office/powerpoint/2010/main" val="304053180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6B0E78A5-5992-4369-8F0E-81890D1D7373}" type="datetime1">
              <a:rPr kumimoji="1" lang="ja-JP" altLang="en-US" smtClean="0"/>
              <a:t>2026/10/30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77CE0F4-93DF-401C-9042-9C402698D8AB}" type="slidenum">
              <a:rPr kumimoji="1" lang="ja-JP" altLang="en-US" smtClean="0"/>
              <a:t>‹#›</a:t>
            </a:fld>
            <a:endParaRPr kumimoji="1" lang="ja-JP" altLang="en-US"/>
          </a:p>
        </p:txBody>
      </p:sp>
    </p:spTree>
    <p:extLst>
      <p:ext uri="{BB962C8B-B14F-4D97-AF65-F5344CB8AC3E}">
        <p14:creationId xmlns:p14="http://schemas.microsoft.com/office/powerpoint/2010/main" val="1316397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0BFD8DAA-BAFA-4263-B526-FEFD25E2C55A}" type="datetime1">
              <a:rPr kumimoji="1" lang="ja-JP" altLang="en-US" smtClean="0"/>
              <a:t>2026/10/30</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D77CE0F4-93DF-401C-9042-9C402698D8AB}" type="slidenum">
              <a:rPr kumimoji="1" lang="ja-JP" altLang="en-US" smtClean="0"/>
              <a:t>‹#›</a:t>
            </a:fld>
            <a:endParaRPr kumimoji="1" lang="ja-JP" altLang="en-US"/>
          </a:p>
        </p:txBody>
      </p:sp>
    </p:spTree>
    <p:extLst>
      <p:ext uri="{BB962C8B-B14F-4D97-AF65-F5344CB8AC3E}">
        <p14:creationId xmlns:p14="http://schemas.microsoft.com/office/powerpoint/2010/main" val="2312693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65782841-6EB6-4974-9429-745B1875D19F}" type="datetime1">
              <a:rPr kumimoji="1" lang="ja-JP" altLang="en-US" smtClean="0"/>
              <a:t>2026/10/30</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D77CE0F4-93DF-401C-9042-9C402698D8AB}" type="slidenum">
              <a:rPr kumimoji="1" lang="ja-JP" altLang="en-US" smtClean="0"/>
              <a:t>‹#›</a:t>
            </a:fld>
            <a:endParaRPr kumimoji="1" lang="ja-JP" altLang="en-US"/>
          </a:p>
        </p:txBody>
      </p:sp>
    </p:spTree>
    <p:extLst>
      <p:ext uri="{BB962C8B-B14F-4D97-AF65-F5344CB8AC3E}">
        <p14:creationId xmlns:p14="http://schemas.microsoft.com/office/powerpoint/2010/main" val="1920378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8BE259-6DBC-47EE-A601-CA0ED7746718}" type="datetime1">
              <a:rPr kumimoji="1" lang="ja-JP" altLang="en-US" smtClean="0"/>
              <a:t>2026/10/30</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D77CE0F4-93DF-401C-9042-9C402698D8AB}" type="slidenum">
              <a:rPr kumimoji="1" lang="ja-JP" altLang="en-US" smtClean="0"/>
              <a:t>‹#›</a:t>
            </a:fld>
            <a:endParaRPr kumimoji="1" lang="ja-JP" altLang="en-US"/>
          </a:p>
        </p:txBody>
      </p:sp>
    </p:spTree>
    <p:extLst>
      <p:ext uri="{BB962C8B-B14F-4D97-AF65-F5344CB8AC3E}">
        <p14:creationId xmlns:p14="http://schemas.microsoft.com/office/powerpoint/2010/main" val="3241872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8" name="Date Placeholder 7"/>
          <p:cNvSpPr>
            <a:spLocks noGrp="1"/>
          </p:cNvSpPr>
          <p:nvPr>
            <p:ph type="dt" sz="half" idx="10"/>
          </p:nvPr>
        </p:nvSpPr>
        <p:spPr/>
        <p:txBody>
          <a:bodyPr/>
          <a:lstStyle/>
          <a:p>
            <a:fld id="{FA1C0406-432A-4302-9B53-0C881976C687}" type="datetime1">
              <a:rPr kumimoji="1" lang="ja-JP" altLang="en-US" smtClean="0"/>
              <a:t>2026/10/30</a:t>
            </a:fld>
            <a:endParaRPr kumimoji="1" lang="ja-JP" altLang="en-US"/>
          </a:p>
        </p:txBody>
      </p:sp>
      <p:sp>
        <p:nvSpPr>
          <p:cNvPr id="9" name="Footer Placeholder 8"/>
          <p:cNvSpPr>
            <a:spLocks noGrp="1"/>
          </p:cNvSpPr>
          <p:nvPr>
            <p:ph type="ftr" sz="quarter" idx="11"/>
          </p:nvPr>
        </p:nvSpPr>
        <p:spPr/>
        <p:txBody>
          <a:bodyPr/>
          <a:lstStyle>
            <a:lvl1pPr algn="r">
              <a:defRPr/>
            </a:lvl1pPr>
          </a:lstStyle>
          <a:p>
            <a:endParaRPr kumimoji="1" lang="ja-JP" alt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D77CE0F4-93DF-401C-9042-9C402698D8AB}" type="slidenum">
              <a:rPr kumimoji="1" lang="ja-JP" altLang="en-US" smtClean="0"/>
              <a:t>‹#›</a:t>
            </a:fld>
            <a:endParaRPr kumimoji="1" lang="ja-JP" alt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16700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916A03CA-FC8E-4CDA-8B19-D0D77279B0BD}" type="datetime1">
              <a:rPr kumimoji="1" lang="ja-JP" altLang="en-US" smtClean="0"/>
              <a:t>2026/10/30</a:t>
            </a:fld>
            <a:endParaRPr kumimoji="1" lang="ja-JP" alt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kumimoji="1" lang="ja-JP" alt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D77CE0F4-93DF-401C-9042-9C402698D8AB}" type="slidenum">
              <a:rPr kumimoji="1" lang="ja-JP" altLang="en-US" smtClean="0"/>
              <a:t>‹#›</a:t>
            </a:fld>
            <a:endParaRPr kumimoji="1" lang="ja-JP" alt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03003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44B09B5-BD15-4F78-9A0B-1C152D85405B}" type="datetime1">
              <a:rPr kumimoji="1" lang="ja-JP" altLang="en-US" smtClean="0"/>
              <a:t>2026/10/30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77CE0F4-93DF-401C-9042-9C402698D8AB}" type="slidenum">
              <a:rPr kumimoji="1" lang="ja-JP" altLang="en-US" smtClean="0"/>
              <a:t>‹#›</a:t>
            </a:fld>
            <a:endParaRPr kumimoji="1" lang="ja-JP" altLang="en-US"/>
          </a:p>
        </p:txBody>
      </p:sp>
    </p:spTree>
    <p:extLst>
      <p:ext uri="{BB962C8B-B14F-4D97-AF65-F5344CB8AC3E}">
        <p14:creationId xmlns:p14="http://schemas.microsoft.com/office/powerpoint/2010/main" val="1095968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3A45886-EC3B-43E1-9C8D-22FDF2DEF294}" type="datetime1">
              <a:rPr kumimoji="1" lang="ja-JP" altLang="en-US" smtClean="0"/>
              <a:t>2026/10/30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77CE0F4-93DF-401C-9042-9C402698D8AB}" type="slidenum">
              <a:rPr kumimoji="1" lang="ja-JP" altLang="en-US" smtClean="0"/>
              <a:t>‹#›</a:t>
            </a:fld>
            <a:endParaRPr kumimoji="1" lang="ja-JP" altLang="en-US"/>
          </a:p>
        </p:txBody>
      </p:sp>
    </p:spTree>
    <p:extLst>
      <p:ext uri="{BB962C8B-B14F-4D97-AF65-F5344CB8AC3E}">
        <p14:creationId xmlns:p14="http://schemas.microsoft.com/office/powerpoint/2010/main" val="1674248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E1897AAC-4453-4C0C-B353-5DC40D279ACD}" type="datetime1">
              <a:rPr lang="ja-JP" altLang="en-US" smtClean="0"/>
              <a:t>2026/10/30</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18755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txBody>
          <a:bodyPr/>
          <a:lstStyle/>
          <a:p>
            <a:endParaRPr lang="ja-JP" altLang="en-US"/>
          </a:p>
        </p:txBody>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1F6916A9-F0A6-482B-A581-4DB7B4BE965A}" type="datetime1">
              <a:rPr kumimoji="1" lang="ja-JP" altLang="en-US" smtClean="0"/>
              <a:t>2026/10/30</a:t>
            </a:fld>
            <a:endParaRPr kumimoji="1" lang="ja-JP" alt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kumimoji="1" lang="ja-JP" alt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D77CE0F4-93DF-401C-9042-9C402698D8AB}" type="slidenum">
              <a:rPr kumimoji="1" lang="ja-JP" altLang="en-US" smtClean="0"/>
              <a:t>‹#›</a:t>
            </a:fld>
            <a:endParaRPr kumimoji="1" lang="ja-JP" altLang="en-US"/>
          </a:p>
        </p:txBody>
      </p:sp>
    </p:spTree>
    <p:extLst>
      <p:ext uri="{BB962C8B-B14F-4D97-AF65-F5344CB8AC3E}">
        <p14:creationId xmlns:p14="http://schemas.microsoft.com/office/powerpoint/2010/main" val="6294541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kumimoji="1"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kumimoji="1"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pn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3.png"/><Relationship Id="rId7"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4.svg"/><Relationship Id="rId9"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sv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4.svg"/><Relationship Id="rId7" Type="http://schemas.openxmlformats.org/officeDocument/2006/relationships/image" Target="../media/image31.sv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svg"/><Relationship Id="rId10" Type="http://schemas.openxmlformats.org/officeDocument/2006/relationships/image" Target="../media/image44.png"/><Relationship Id="rId4" Type="http://schemas.openxmlformats.org/officeDocument/2006/relationships/image" Target="../media/image28.png"/><Relationship Id="rId9" Type="http://schemas.openxmlformats.org/officeDocument/2006/relationships/image" Target="../media/image33.sv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4.svg"/><Relationship Id="rId7" Type="http://schemas.openxmlformats.org/officeDocument/2006/relationships/image" Target="../media/image31.svg"/><Relationship Id="rId12" Type="http://schemas.openxmlformats.org/officeDocument/2006/relationships/image" Target="../media/image51.jp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50.jpg"/><Relationship Id="rId5" Type="http://schemas.openxmlformats.org/officeDocument/2006/relationships/image" Target="../media/image29.svg"/><Relationship Id="rId10" Type="http://schemas.openxmlformats.org/officeDocument/2006/relationships/image" Target="../media/image49.jpg"/><Relationship Id="rId4" Type="http://schemas.openxmlformats.org/officeDocument/2006/relationships/image" Target="../media/image28.png"/><Relationship Id="rId9" Type="http://schemas.openxmlformats.org/officeDocument/2006/relationships/image" Target="../media/image33.svg"/></Relationships>
</file>

<file path=ppt/slides/_rels/slide23.xml.rels><?xml version="1.0" encoding="UTF-8" standalone="yes"?>
<Relationships xmlns="http://schemas.openxmlformats.org/package/2006/relationships"><Relationship Id="rId13" Type="http://schemas.openxmlformats.org/officeDocument/2006/relationships/image" Target="../media/image60.png"/><Relationship Id="rId18" Type="http://schemas.openxmlformats.org/officeDocument/2006/relationships/image" Target="../media/image65.png"/><Relationship Id="rId26" Type="http://schemas.openxmlformats.org/officeDocument/2006/relationships/image" Target="../media/image73.png"/><Relationship Id="rId39" Type="http://schemas.openxmlformats.org/officeDocument/2006/relationships/image" Target="../media/image86.png"/><Relationship Id="rId21" Type="http://schemas.openxmlformats.org/officeDocument/2006/relationships/image" Target="../media/image68.png"/><Relationship Id="rId34" Type="http://schemas.openxmlformats.org/officeDocument/2006/relationships/image" Target="../media/image81.png"/><Relationship Id="rId42" Type="http://schemas.openxmlformats.org/officeDocument/2006/relationships/image" Target="../media/image89.png"/><Relationship Id="rId47" Type="http://schemas.openxmlformats.org/officeDocument/2006/relationships/image" Target="../media/image94.jpg"/><Relationship Id="rId7" Type="http://schemas.openxmlformats.org/officeDocument/2006/relationships/image" Target="../media/image57.png"/><Relationship Id="rId2" Type="http://schemas.openxmlformats.org/officeDocument/2006/relationships/image" Target="../media/image52.png"/><Relationship Id="rId16" Type="http://schemas.openxmlformats.org/officeDocument/2006/relationships/image" Target="../media/image63.png"/><Relationship Id="rId29"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image" Target="../media/image51.jpg"/><Relationship Id="rId24" Type="http://schemas.openxmlformats.org/officeDocument/2006/relationships/image" Target="../media/image71.png"/><Relationship Id="rId32" Type="http://schemas.openxmlformats.org/officeDocument/2006/relationships/image" Target="../media/image79.png"/><Relationship Id="rId37" Type="http://schemas.openxmlformats.org/officeDocument/2006/relationships/image" Target="../media/image84.png"/><Relationship Id="rId40" Type="http://schemas.openxmlformats.org/officeDocument/2006/relationships/image" Target="../media/image87.png"/><Relationship Id="rId45" Type="http://schemas.openxmlformats.org/officeDocument/2006/relationships/image" Target="../media/image92.jpg"/><Relationship Id="rId5" Type="http://schemas.openxmlformats.org/officeDocument/2006/relationships/image" Target="../media/image55.png"/><Relationship Id="rId15" Type="http://schemas.openxmlformats.org/officeDocument/2006/relationships/image" Target="../media/image62.png"/><Relationship Id="rId23" Type="http://schemas.openxmlformats.org/officeDocument/2006/relationships/image" Target="../media/image70.png"/><Relationship Id="rId28" Type="http://schemas.openxmlformats.org/officeDocument/2006/relationships/image" Target="../media/image75.png"/><Relationship Id="rId36" Type="http://schemas.openxmlformats.org/officeDocument/2006/relationships/image" Target="../media/image83.png"/><Relationship Id="rId10" Type="http://schemas.openxmlformats.org/officeDocument/2006/relationships/image" Target="../media/image50.jpg"/><Relationship Id="rId19" Type="http://schemas.openxmlformats.org/officeDocument/2006/relationships/image" Target="../media/image66.png"/><Relationship Id="rId31" Type="http://schemas.openxmlformats.org/officeDocument/2006/relationships/image" Target="../media/image78.png"/><Relationship Id="rId44" Type="http://schemas.openxmlformats.org/officeDocument/2006/relationships/image" Target="../media/image91.png"/><Relationship Id="rId4" Type="http://schemas.openxmlformats.org/officeDocument/2006/relationships/image" Target="../media/image54.png"/><Relationship Id="rId9" Type="http://schemas.openxmlformats.org/officeDocument/2006/relationships/image" Target="../media/image49.jpg"/><Relationship Id="rId14" Type="http://schemas.openxmlformats.org/officeDocument/2006/relationships/image" Target="../media/image61.png"/><Relationship Id="rId22" Type="http://schemas.openxmlformats.org/officeDocument/2006/relationships/image" Target="../media/image69.png"/><Relationship Id="rId27" Type="http://schemas.openxmlformats.org/officeDocument/2006/relationships/image" Target="../media/image74.png"/><Relationship Id="rId30" Type="http://schemas.openxmlformats.org/officeDocument/2006/relationships/image" Target="../media/image77.png"/><Relationship Id="rId35" Type="http://schemas.openxmlformats.org/officeDocument/2006/relationships/image" Target="../media/image82.png"/><Relationship Id="rId43" Type="http://schemas.openxmlformats.org/officeDocument/2006/relationships/image" Target="../media/image90.png"/><Relationship Id="rId48" Type="http://schemas.openxmlformats.org/officeDocument/2006/relationships/image" Target="../media/image95.jpg"/><Relationship Id="rId8" Type="http://schemas.openxmlformats.org/officeDocument/2006/relationships/image" Target="../media/image58.png"/><Relationship Id="rId3" Type="http://schemas.openxmlformats.org/officeDocument/2006/relationships/image" Target="../media/image53.png"/><Relationship Id="rId12" Type="http://schemas.openxmlformats.org/officeDocument/2006/relationships/image" Target="../media/image59.png"/><Relationship Id="rId17" Type="http://schemas.openxmlformats.org/officeDocument/2006/relationships/image" Target="../media/image64.png"/><Relationship Id="rId25" Type="http://schemas.openxmlformats.org/officeDocument/2006/relationships/image" Target="../media/image72.png"/><Relationship Id="rId33" Type="http://schemas.openxmlformats.org/officeDocument/2006/relationships/image" Target="../media/image80.png"/><Relationship Id="rId38" Type="http://schemas.openxmlformats.org/officeDocument/2006/relationships/image" Target="../media/image85.png"/><Relationship Id="rId46" Type="http://schemas.openxmlformats.org/officeDocument/2006/relationships/image" Target="../media/image93.jpg"/><Relationship Id="rId20" Type="http://schemas.openxmlformats.org/officeDocument/2006/relationships/image" Target="../media/image67.png"/><Relationship Id="rId41" Type="http://schemas.openxmlformats.org/officeDocument/2006/relationships/image" Target="../media/image8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6" Type="http://schemas.openxmlformats.org/officeDocument/2006/relationships/image" Target="../media/image77.png"/><Relationship Id="rId21" Type="http://schemas.openxmlformats.org/officeDocument/2006/relationships/image" Target="../media/image72.png"/><Relationship Id="rId42" Type="http://schemas.openxmlformats.org/officeDocument/2006/relationships/image" Target="../media/image93.jpg"/><Relationship Id="rId47" Type="http://schemas.openxmlformats.org/officeDocument/2006/relationships/image" Target="../media/image50.jpg"/><Relationship Id="rId63" Type="http://schemas.openxmlformats.org/officeDocument/2006/relationships/image" Target="../media/image63.png"/><Relationship Id="rId68" Type="http://schemas.openxmlformats.org/officeDocument/2006/relationships/image" Target="../media/image68.png"/><Relationship Id="rId7" Type="http://schemas.openxmlformats.org/officeDocument/2006/relationships/image" Target="../media/image101.png"/><Relationship Id="rId2" Type="http://schemas.openxmlformats.org/officeDocument/2006/relationships/image" Target="../media/image96.png"/><Relationship Id="rId16" Type="http://schemas.openxmlformats.org/officeDocument/2006/relationships/image" Target="../media/image55.png"/><Relationship Id="rId29" Type="http://schemas.openxmlformats.org/officeDocument/2006/relationships/image" Target="../media/image80.png"/><Relationship Id="rId11" Type="http://schemas.openxmlformats.org/officeDocument/2006/relationships/image" Target="../media/image105.png"/><Relationship Id="rId24" Type="http://schemas.openxmlformats.org/officeDocument/2006/relationships/image" Target="../media/image75.png"/><Relationship Id="rId32" Type="http://schemas.openxmlformats.org/officeDocument/2006/relationships/image" Target="../media/image83.png"/><Relationship Id="rId37" Type="http://schemas.openxmlformats.org/officeDocument/2006/relationships/image" Target="../media/image88.png"/><Relationship Id="rId40" Type="http://schemas.openxmlformats.org/officeDocument/2006/relationships/image" Target="../media/image91.png"/><Relationship Id="rId45" Type="http://schemas.openxmlformats.org/officeDocument/2006/relationships/image" Target="../media/image107.jpg"/><Relationship Id="rId53" Type="http://schemas.openxmlformats.org/officeDocument/2006/relationships/image" Target="../media/image112.png"/><Relationship Id="rId58" Type="http://schemas.openxmlformats.org/officeDocument/2006/relationships/image" Target="../media/image117.png"/><Relationship Id="rId66" Type="http://schemas.openxmlformats.org/officeDocument/2006/relationships/image" Target="../media/image66.png"/><Relationship Id="rId5" Type="http://schemas.openxmlformats.org/officeDocument/2006/relationships/image" Target="../media/image99.png"/><Relationship Id="rId61" Type="http://schemas.openxmlformats.org/officeDocument/2006/relationships/image" Target="../media/image61.png"/><Relationship Id="rId19" Type="http://schemas.openxmlformats.org/officeDocument/2006/relationships/image" Target="../media/image58.png"/><Relationship Id="rId14" Type="http://schemas.openxmlformats.org/officeDocument/2006/relationships/image" Target="../media/image53.png"/><Relationship Id="rId22" Type="http://schemas.openxmlformats.org/officeDocument/2006/relationships/image" Target="../media/image73.png"/><Relationship Id="rId27" Type="http://schemas.openxmlformats.org/officeDocument/2006/relationships/image" Target="../media/image78.png"/><Relationship Id="rId30" Type="http://schemas.openxmlformats.org/officeDocument/2006/relationships/image" Target="../media/image81.png"/><Relationship Id="rId35" Type="http://schemas.openxmlformats.org/officeDocument/2006/relationships/image" Target="../media/image86.png"/><Relationship Id="rId43" Type="http://schemas.openxmlformats.org/officeDocument/2006/relationships/image" Target="../media/image94.jpg"/><Relationship Id="rId48" Type="http://schemas.openxmlformats.org/officeDocument/2006/relationships/image" Target="../media/image51.jpg"/><Relationship Id="rId56" Type="http://schemas.openxmlformats.org/officeDocument/2006/relationships/image" Target="../media/image115.png"/><Relationship Id="rId64" Type="http://schemas.openxmlformats.org/officeDocument/2006/relationships/image" Target="../media/image64.png"/><Relationship Id="rId69" Type="http://schemas.openxmlformats.org/officeDocument/2006/relationships/image" Target="../media/image69.png"/><Relationship Id="rId8" Type="http://schemas.openxmlformats.org/officeDocument/2006/relationships/image" Target="../media/image102.png"/><Relationship Id="rId51" Type="http://schemas.openxmlformats.org/officeDocument/2006/relationships/image" Target="../media/image110.png"/><Relationship Id="rId3" Type="http://schemas.openxmlformats.org/officeDocument/2006/relationships/image" Target="../media/image97.png"/><Relationship Id="rId12" Type="http://schemas.openxmlformats.org/officeDocument/2006/relationships/image" Target="../media/image106.png"/><Relationship Id="rId17" Type="http://schemas.openxmlformats.org/officeDocument/2006/relationships/image" Target="../media/image56.png"/><Relationship Id="rId25" Type="http://schemas.openxmlformats.org/officeDocument/2006/relationships/image" Target="../media/image76.png"/><Relationship Id="rId33" Type="http://schemas.openxmlformats.org/officeDocument/2006/relationships/image" Target="../media/image84.png"/><Relationship Id="rId38" Type="http://schemas.openxmlformats.org/officeDocument/2006/relationships/image" Target="../media/image89.png"/><Relationship Id="rId46" Type="http://schemas.openxmlformats.org/officeDocument/2006/relationships/image" Target="../media/image49.jpg"/><Relationship Id="rId59" Type="http://schemas.openxmlformats.org/officeDocument/2006/relationships/image" Target="../media/image59.png"/><Relationship Id="rId67" Type="http://schemas.openxmlformats.org/officeDocument/2006/relationships/image" Target="../media/image67.png"/><Relationship Id="rId20" Type="http://schemas.openxmlformats.org/officeDocument/2006/relationships/image" Target="../media/image71.png"/><Relationship Id="rId41" Type="http://schemas.openxmlformats.org/officeDocument/2006/relationships/image" Target="../media/image92.jpg"/><Relationship Id="rId54" Type="http://schemas.openxmlformats.org/officeDocument/2006/relationships/image" Target="../media/image113.png"/><Relationship Id="rId62" Type="http://schemas.openxmlformats.org/officeDocument/2006/relationships/image" Target="../media/image62.png"/><Relationship Id="rId70" Type="http://schemas.openxmlformats.org/officeDocument/2006/relationships/image" Target="../media/image70.png"/><Relationship Id="rId1" Type="http://schemas.openxmlformats.org/officeDocument/2006/relationships/slideLayout" Target="../slideLayouts/slideLayout12.xml"/><Relationship Id="rId6" Type="http://schemas.openxmlformats.org/officeDocument/2006/relationships/image" Target="../media/image100.png"/><Relationship Id="rId15" Type="http://schemas.openxmlformats.org/officeDocument/2006/relationships/image" Target="../media/image54.png"/><Relationship Id="rId23" Type="http://schemas.openxmlformats.org/officeDocument/2006/relationships/image" Target="../media/image74.png"/><Relationship Id="rId28" Type="http://schemas.openxmlformats.org/officeDocument/2006/relationships/image" Target="../media/image79.png"/><Relationship Id="rId36" Type="http://schemas.openxmlformats.org/officeDocument/2006/relationships/image" Target="../media/image87.png"/><Relationship Id="rId49" Type="http://schemas.openxmlformats.org/officeDocument/2006/relationships/image" Target="../media/image108.jpg"/><Relationship Id="rId57" Type="http://schemas.openxmlformats.org/officeDocument/2006/relationships/image" Target="../media/image116.png"/><Relationship Id="rId10" Type="http://schemas.openxmlformats.org/officeDocument/2006/relationships/image" Target="../media/image104.png"/><Relationship Id="rId31" Type="http://schemas.openxmlformats.org/officeDocument/2006/relationships/image" Target="../media/image82.png"/><Relationship Id="rId44" Type="http://schemas.openxmlformats.org/officeDocument/2006/relationships/image" Target="../media/image95.jpg"/><Relationship Id="rId52" Type="http://schemas.openxmlformats.org/officeDocument/2006/relationships/image" Target="../media/image111.png"/><Relationship Id="rId60" Type="http://schemas.openxmlformats.org/officeDocument/2006/relationships/image" Target="../media/image60.png"/><Relationship Id="rId65" Type="http://schemas.openxmlformats.org/officeDocument/2006/relationships/image" Target="../media/image65.png"/><Relationship Id="rId4" Type="http://schemas.openxmlformats.org/officeDocument/2006/relationships/image" Target="../media/image98.png"/><Relationship Id="rId9" Type="http://schemas.openxmlformats.org/officeDocument/2006/relationships/image" Target="../media/image103.png"/><Relationship Id="rId13" Type="http://schemas.openxmlformats.org/officeDocument/2006/relationships/image" Target="../media/image52.png"/><Relationship Id="rId18" Type="http://schemas.openxmlformats.org/officeDocument/2006/relationships/image" Target="../media/image57.png"/><Relationship Id="rId39" Type="http://schemas.openxmlformats.org/officeDocument/2006/relationships/image" Target="../media/image90.png"/><Relationship Id="rId34" Type="http://schemas.openxmlformats.org/officeDocument/2006/relationships/image" Target="../media/image85.png"/><Relationship Id="rId50" Type="http://schemas.openxmlformats.org/officeDocument/2006/relationships/image" Target="../media/image109.png"/><Relationship Id="rId55" Type="http://schemas.openxmlformats.org/officeDocument/2006/relationships/image" Target="../media/image114.png"/></Relationships>
</file>

<file path=ppt/slides/_rels/slide27.xml.rels><?xml version="1.0" encoding="UTF-8" standalone="yes"?>
<Relationships xmlns="http://schemas.openxmlformats.org/package/2006/relationships"><Relationship Id="rId13" Type="http://schemas.openxmlformats.org/officeDocument/2006/relationships/image" Target="../media/image125.png"/><Relationship Id="rId18" Type="http://schemas.openxmlformats.org/officeDocument/2006/relationships/image" Target="../media/image130.png"/><Relationship Id="rId26" Type="http://schemas.openxmlformats.org/officeDocument/2006/relationships/image" Target="../media/image138.png"/><Relationship Id="rId39" Type="http://schemas.openxmlformats.org/officeDocument/2006/relationships/image" Target="../media/image149.png"/><Relationship Id="rId21" Type="http://schemas.openxmlformats.org/officeDocument/2006/relationships/image" Target="../media/image133.png"/><Relationship Id="rId34" Type="http://schemas.openxmlformats.org/officeDocument/2006/relationships/image" Target="../media/image51.jpg"/><Relationship Id="rId42" Type="http://schemas.openxmlformats.org/officeDocument/2006/relationships/image" Target="../media/image152.png"/><Relationship Id="rId47" Type="http://schemas.openxmlformats.org/officeDocument/2006/relationships/image" Target="../media/image157.jpg"/><Relationship Id="rId50" Type="http://schemas.openxmlformats.org/officeDocument/2006/relationships/image" Target="../media/image160.png"/><Relationship Id="rId55" Type="http://schemas.openxmlformats.org/officeDocument/2006/relationships/image" Target="../media/image165.png"/><Relationship Id="rId7" Type="http://schemas.openxmlformats.org/officeDocument/2006/relationships/image" Target="../media/image123.png"/><Relationship Id="rId2" Type="http://schemas.openxmlformats.org/officeDocument/2006/relationships/image" Target="../media/image118.jpg"/><Relationship Id="rId16" Type="http://schemas.openxmlformats.org/officeDocument/2006/relationships/image" Target="../media/image128.png"/><Relationship Id="rId29" Type="http://schemas.openxmlformats.org/officeDocument/2006/relationships/image" Target="../media/image141.png"/><Relationship Id="rId11" Type="http://schemas.openxmlformats.org/officeDocument/2006/relationships/image" Target="../media/image74.png"/><Relationship Id="rId24" Type="http://schemas.openxmlformats.org/officeDocument/2006/relationships/image" Target="../media/image136.png"/><Relationship Id="rId32" Type="http://schemas.openxmlformats.org/officeDocument/2006/relationships/image" Target="../media/image144.png"/><Relationship Id="rId37" Type="http://schemas.openxmlformats.org/officeDocument/2006/relationships/image" Target="../media/image147.png"/><Relationship Id="rId40" Type="http://schemas.openxmlformats.org/officeDocument/2006/relationships/image" Target="../media/image150.png"/><Relationship Id="rId45" Type="http://schemas.openxmlformats.org/officeDocument/2006/relationships/image" Target="../media/image155.png"/><Relationship Id="rId53" Type="http://schemas.openxmlformats.org/officeDocument/2006/relationships/image" Target="../media/image163.png"/><Relationship Id="rId58" Type="http://schemas.openxmlformats.org/officeDocument/2006/relationships/image" Target="../media/image168.png"/><Relationship Id="rId5" Type="http://schemas.openxmlformats.org/officeDocument/2006/relationships/image" Target="../media/image121.png"/><Relationship Id="rId19" Type="http://schemas.openxmlformats.org/officeDocument/2006/relationships/image" Target="../media/image131.png"/><Relationship Id="rId4" Type="http://schemas.openxmlformats.org/officeDocument/2006/relationships/image" Target="../media/image120.png"/><Relationship Id="rId9" Type="http://schemas.openxmlformats.org/officeDocument/2006/relationships/image" Target="../media/image75.png"/><Relationship Id="rId14" Type="http://schemas.openxmlformats.org/officeDocument/2006/relationships/image" Target="../media/image126.png"/><Relationship Id="rId22" Type="http://schemas.openxmlformats.org/officeDocument/2006/relationships/image" Target="../media/image134.png"/><Relationship Id="rId27" Type="http://schemas.openxmlformats.org/officeDocument/2006/relationships/image" Target="../media/image139.png"/><Relationship Id="rId30" Type="http://schemas.openxmlformats.org/officeDocument/2006/relationships/image" Target="../media/image142.png"/><Relationship Id="rId35" Type="http://schemas.openxmlformats.org/officeDocument/2006/relationships/image" Target="../media/image107.jpg"/><Relationship Id="rId43" Type="http://schemas.openxmlformats.org/officeDocument/2006/relationships/image" Target="../media/image153.png"/><Relationship Id="rId48" Type="http://schemas.openxmlformats.org/officeDocument/2006/relationships/image" Target="../media/image158.png"/><Relationship Id="rId56" Type="http://schemas.openxmlformats.org/officeDocument/2006/relationships/image" Target="../media/image166.png"/><Relationship Id="rId8" Type="http://schemas.openxmlformats.org/officeDocument/2006/relationships/image" Target="../media/image124.png"/><Relationship Id="rId51" Type="http://schemas.openxmlformats.org/officeDocument/2006/relationships/image" Target="../media/image161.png"/><Relationship Id="rId3" Type="http://schemas.openxmlformats.org/officeDocument/2006/relationships/image" Target="../media/image119.png"/><Relationship Id="rId12" Type="http://schemas.openxmlformats.org/officeDocument/2006/relationships/image" Target="../media/image72.png"/><Relationship Id="rId17" Type="http://schemas.openxmlformats.org/officeDocument/2006/relationships/image" Target="../media/image129.png"/><Relationship Id="rId25" Type="http://schemas.openxmlformats.org/officeDocument/2006/relationships/image" Target="../media/image137.png"/><Relationship Id="rId33" Type="http://schemas.openxmlformats.org/officeDocument/2006/relationships/image" Target="../media/image145.jpg"/><Relationship Id="rId38" Type="http://schemas.openxmlformats.org/officeDocument/2006/relationships/image" Target="../media/image148.png"/><Relationship Id="rId46" Type="http://schemas.openxmlformats.org/officeDocument/2006/relationships/image" Target="../media/image156.png"/><Relationship Id="rId59" Type="http://schemas.openxmlformats.org/officeDocument/2006/relationships/image" Target="../media/image169.png"/><Relationship Id="rId20" Type="http://schemas.openxmlformats.org/officeDocument/2006/relationships/image" Target="../media/image132.png"/><Relationship Id="rId41" Type="http://schemas.openxmlformats.org/officeDocument/2006/relationships/image" Target="../media/image151.png"/><Relationship Id="rId54" Type="http://schemas.openxmlformats.org/officeDocument/2006/relationships/image" Target="../media/image164.png"/><Relationship Id="rId1" Type="http://schemas.openxmlformats.org/officeDocument/2006/relationships/slideLayout" Target="../slideLayouts/slideLayout12.xml"/><Relationship Id="rId6" Type="http://schemas.openxmlformats.org/officeDocument/2006/relationships/image" Target="../media/image122.png"/><Relationship Id="rId15" Type="http://schemas.openxmlformats.org/officeDocument/2006/relationships/image" Target="../media/image127.png"/><Relationship Id="rId23" Type="http://schemas.openxmlformats.org/officeDocument/2006/relationships/image" Target="../media/image135.png"/><Relationship Id="rId28" Type="http://schemas.openxmlformats.org/officeDocument/2006/relationships/image" Target="../media/image140.png"/><Relationship Id="rId36" Type="http://schemas.openxmlformats.org/officeDocument/2006/relationships/image" Target="../media/image146.jpg"/><Relationship Id="rId49" Type="http://schemas.openxmlformats.org/officeDocument/2006/relationships/image" Target="../media/image159.png"/><Relationship Id="rId57" Type="http://schemas.openxmlformats.org/officeDocument/2006/relationships/image" Target="../media/image167.png"/><Relationship Id="rId10" Type="http://schemas.openxmlformats.org/officeDocument/2006/relationships/image" Target="../media/image73.png"/><Relationship Id="rId31" Type="http://schemas.openxmlformats.org/officeDocument/2006/relationships/image" Target="../media/image143.png"/><Relationship Id="rId44" Type="http://schemas.openxmlformats.org/officeDocument/2006/relationships/image" Target="../media/image154.png"/><Relationship Id="rId52" Type="http://schemas.openxmlformats.org/officeDocument/2006/relationships/image" Target="../media/image162.png"/><Relationship Id="rId60" Type="http://schemas.openxmlformats.org/officeDocument/2006/relationships/image" Target="../media/image17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7.xml"/><Relationship Id="rId5" Type="http://schemas.openxmlformats.org/officeDocument/2006/relationships/image" Target="../media/image174.png"/><Relationship Id="rId4" Type="http://schemas.openxmlformats.org/officeDocument/2006/relationships/image" Target="../media/image17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A8F888-5E13-4944-9D93-EB503E1FACC4}"/>
              </a:ext>
            </a:extLst>
          </p:cNvPr>
          <p:cNvSpPr>
            <a:spLocks noGrp="1"/>
          </p:cNvSpPr>
          <p:nvPr>
            <p:ph type="ctrTitle"/>
          </p:nvPr>
        </p:nvSpPr>
        <p:spPr/>
        <p:txBody>
          <a:bodyPr/>
          <a:lstStyle/>
          <a:p>
            <a:r>
              <a:rPr kumimoji="1" lang="ja-JP" altLang="en-US" dirty="0"/>
              <a:t>ポートフォリオ</a:t>
            </a:r>
          </a:p>
        </p:txBody>
      </p:sp>
      <p:sp>
        <p:nvSpPr>
          <p:cNvPr id="3" name="字幕 2">
            <a:extLst>
              <a:ext uri="{FF2B5EF4-FFF2-40B4-BE49-F238E27FC236}">
                <a16:creationId xmlns:a16="http://schemas.microsoft.com/office/drawing/2014/main" id="{AE88658D-4685-4D96-B38A-2637F2C61659}"/>
              </a:ext>
            </a:extLst>
          </p:cNvPr>
          <p:cNvSpPr>
            <a:spLocks noGrp="1"/>
          </p:cNvSpPr>
          <p:nvPr>
            <p:ph type="subTitle" idx="1"/>
          </p:nvPr>
        </p:nvSpPr>
        <p:spPr>
          <a:xfrm>
            <a:off x="1561706" y="4546595"/>
            <a:ext cx="9070848" cy="728138"/>
          </a:xfrm>
        </p:spPr>
        <p:txBody>
          <a:bodyPr>
            <a:normAutofit fontScale="92500" lnSpcReduction="10000"/>
          </a:bodyPr>
          <a:lstStyle/>
          <a:p>
            <a:r>
              <a:rPr kumimoji="1" lang="en-US" altLang="ja-JP" dirty="0"/>
              <a:t>ASO</a:t>
            </a:r>
            <a:r>
              <a:rPr lang="ja-JP" altLang="en-US" dirty="0"/>
              <a:t> ポップカルチャー専門学校</a:t>
            </a:r>
            <a:endParaRPr lang="en-US" altLang="ja-JP" dirty="0"/>
          </a:p>
          <a:p>
            <a:r>
              <a:rPr lang="ja-JP" altLang="en-US" dirty="0"/>
              <a:t>ゲームプランナー志望</a:t>
            </a:r>
            <a:endParaRPr lang="en-US" altLang="ja-JP" dirty="0"/>
          </a:p>
          <a:p>
            <a:r>
              <a:rPr kumimoji="1" lang="en-US" altLang="ja-JP" dirty="0"/>
              <a:t>2028</a:t>
            </a:r>
            <a:r>
              <a:rPr kumimoji="1" lang="ja-JP" altLang="en-US" dirty="0"/>
              <a:t>年卒業予定　ゲーム専攻科 </a:t>
            </a:r>
            <a:r>
              <a:rPr kumimoji="1" lang="en-US" altLang="ja-JP" dirty="0"/>
              <a:t>3</a:t>
            </a:r>
            <a:r>
              <a:rPr kumimoji="1" lang="ja-JP" altLang="en-US" dirty="0"/>
              <a:t>年 遠藤直樹</a:t>
            </a:r>
            <a:endParaRPr kumimoji="1" lang="en-US" altLang="ja-JP" dirty="0"/>
          </a:p>
          <a:p>
            <a:endParaRPr kumimoji="1" lang="ja-JP" altLang="en-US" dirty="0"/>
          </a:p>
        </p:txBody>
      </p:sp>
      <p:sp>
        <p:nvSpPr>
          <p:cNvPr id="5" name="スライド番号プレースホルダー 4">
            <a:extLst>
              <a:ext uri="{FF2B5EF4-FFF2-40B4-BE49-F238E27FC236}">
                <a16:creationId xmlns:a16="http://schemas.microsoft.com/office/drawing/2014/main" id="{B5607A93-2194-400E-BE4C-85496A5B27F7}"/>
              </a:ext>
            </a:extLst>
          </p:cNvPr>
          <p:cNvSpPr>
            <a:spLocks noGrp="1"/>
          </p:cNvSpPr>
          <p:nvPr>
            <p:ph type="sldNum" sz="quarter" idx="12"/>
          </p:nvPr>
        </p:nvSpPr>
        <p:spPr/>
        <p:txBody>
          <a:bodyPr/>
          <a:lstStyle/>
          <a:p>
            <a:fld id="{D77CE0F4-93DF-401C-9042-9C402698D8AB}" type="slidenum">
              <a:rPr kumimoji="1" lang="ja-JP" altLang="en-US" smtClean="0"/>
              <a:t>1</a:t>
            </a:fld>
            <a:endParaRPr kumimoji="1" lang="ja-JP" altLang="en-US"/>
          </a:p>
        </p:txBody>
      </p:sp>
    </p:spTree>
    <p:extLst>
      <p:ext uri="{BB962C8B-B14F-4D97-AF65-F5344CB8AC3E}">
        <p14:creationId xmlns:p14="http://schemas.microsoft.com/office/powerpoint/2010/main" val="152468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98F5E8-A52B-4A52-8A65-232C111716C8}"/>
              </a:ext>
            </a:extLst>
          </p:cNvPr>
          <p:cNvSpPr>
            <a:spLocks noGrp="1"/>
          </p:cNvSpPr>
          <p:nvPr>
            <p:ph type="title"/>
          </p:nvPr>
        </p:nvSpPr>
        <p:spPr/>
        <p:txBody>
          <a:bodyPr/>
          <a:lstStyle/>
          <a:p>
            <a:r>
              <a:rPr kumimoji="1" lang="ja-JP" altLang="en-US" dirty="0"/>
              <a:t>目次</a:t>
            </a:r>
          </a:p>
        </p:txBody>
      </p:sp>
      <p:sp>
        <p:nvSpPr>
          <p:cNvPr id="4" name="スライド番号プレースホルダー 3">
            <a:extLst>
              <a:ext uri="{FF2B5EF4-FFF2-40B4-BE49-F238E27FC236}">
                <a16:creationId xmlns:a16="http://schemas.microsoft.com/office/drawing/2014/main" id="{5F938C09-6150-4318-99B0-3C0FAF235908}"/>
              </a:ext>
            </a:extLst>
          </p:cNvPr>
          <p:cNvSpPr>
            <a:spLocks noGrp="1"/>
          </p:cNvSpPr>
          <p:nvPr>
            <p:ph type="sldNum" sz="quarter" idx="12"/>
          </p:nvPr>
        </p:nvSpPr>
        <p:spPr/>
        <p:txBody>
          <a:bodyPr/>
          <a:lstStyle/>
          <a:p>
            <a:fld id="{D77CE0F4-93DF-401C-9042-9C402698D8AB}" type="slidenum">
              <a:rPr kumimoji="1" lang="ja-JP" altLang="en-US" smtClean="0"/>
              <a:t>2</a:t>
            </a:fld>
            <a:endParaRPr kumimoji="1" lang="ja-JP" altLang="en-US"/>
          </a:p>
        </p:txBody>
      </p:sp>
      <p:sp>
        <p:nvSpPr>
          <p:cNvPr id="5" name="四角形: 角を丸くする 4">
            <a:extLst>
              <a:ext uri="{FF2B5EF4-FFF2-40B4-BE49-F238E27FC236}">
                <a16:creationId xmlns:a16="http://schemas.microsoft.com/office/drawing/2014/main" id="{44DDC340-2CD8-4069-8F9E-240656F6AEB7}"/>
              </a:ext>
            </a:extLst>
          </p:cNvPr>
          <p:cNvSpPr/>
          <p:nvPr/>
        </p:nvSpPr>
        <p:spPr>
          <a:xfrm>
            <a:off x="643468" y="1752604"/>
            <a:ext cx="3115734" cy="455506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pPr algn="ctr"/>
            <a:r>
              <a:rPr kumimoji="1" lang="ja-JP" altLang="en-US" sz="3200" dirty="0"/>
              <a:t>自己紹介</a:t>
            </a:r>
            <a:endParaRPr kumimoji="1" lang="en-US" altLang="ja-JP" sz="3200" dirty="0"/>
          </a:p>
          <a:p>
            <a:endParaRPr kumimoji="1" lang="en-US" altLang="ja-JP" dirty="0"/>
          </a:p>
          <a:p>
            <a:r>
              <a:rPr kumimoji="1" lang="ja-JP" altLang="en-US" dirty="0"/>
              <a:t>プロフィール</a:t>
            </a:r>
            <a:endParaRPr kumimoji="1" lang="en-US" altLang="ja-JP" dirty="0"/>
          </a:p>
          <a:p>
            <a:r>
              <a:rPr kumimoji="1" lang="en-US" altLang="ja-JP" dirty="0"/>
              <a:t>P3</a:t>
            </a:r>
          </a:p>
          <a:p>
            <a:endParaRPr kumimoji="1" lang="en-US" altLang="ja-JP" dirty="0"/>
          </a:p>
          <a:p>
            <a:r>
              <a:rPr kumimoji="1" lang="ja-JP" altLang="en-US" dirty="0"/>
              <a:t>趣味</a:t>
            </a:r>
            <a:endParaRPr kumimoji="1" lang="en-US" altLang="ja-JP" dirty="0"/>
          </a:p>
          <a:p>
            <a:r>
              <a:rPr kumimoji="1" lang="en-US" altLang="ja-JP" dirty="0"/>
              <a:t>P4</a:t>
            </a:r>
          </a:p>
          <a:p>
            <a:endParaRPr kumimoji="1" lang="en-US" altLang="ja-JP" dirty="0"/>
          </a:p>
          <a:p>
            <a:r>
              <a:rPr kumimoji="1" lang="ja-JP" altLang="en-US" dirty="0"/>
              <a:t>スキルシート</a:t>
            </a:r>
            <a:endParaRPr kumimoji="1" lang="en-US" altLang="ja-JP" dirty="0"/>
          </a:p>
          <a:p>
            <a:r>
              <a:rPr kumimoji="1" lang="en-US" altLang="ja-JP" dirty="0"/>
              <a:t>P5</a:t>
            </a:r>
          </a:p>
          <a:p>
            <a:endParaRPr kumimoji="1" lang="en-US" altLang="ja-JP" dirty="0"/>
          </a:p>
          <a:p>
            <a:r>
              <a:rPr kumimoji="1" lang="ja-JP" altLang="en-US" dirty="0"/>
              <a:t>これまでの活動</a:t>
            </a:r>
            <a:endParaRPr kumimoji="1" lang="en-US" altLang="ja-JP" dirty="0"/>
          </a:p>
          <a:p>
            <a:r>
              <a:rPr kumimoji="1" lang="en-US" altLang="ja-JP" dirty="0"/>
              <a:t>P6</a:t>
            </a:r>
          </a:p>
        </p:txBody>
      </p:sp>
      <p:sp>
        <p:nvSpPr>
          <p:cNvPr id="6" name="四角形: 角を丸くする 5">
            <a:extLst>
              <a:ext uri="{FF2B5EF4-FFF2-40B4-BE49-F238E27FC236}">
                <a16:creationId xmlns:a16="http://schemas.microsoft.com/office/drawing/2014/main" id="{40BA3F1D-8F04-4960-98A5-CD60B4602355}"/>
              </a:ext>
            </a:extLst>
          </p:cNvPr>
          <p:cNvSpPr/>
          <p:nvPr/>
        </p:nvSpPr>
        <p:spPr>
          <a:xfrm>
            <a:off x="4326467" y="1752604"/>
            <a:ext cx="3115734" cy="455506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pPr algn="ctr"/>
            <a:r>
              <a:rPr kumimoji="1" lang="ja-JP" altLang="en-US" sz="3200" dirty="0"/>
              <a:t>制作物</a:t>
            </a:r>
            <a:endParaRPr kumimoji="1" lang="en-US" altLang="ja-JP" sz="3200" dirty="0"/>
          </a:p>
          <a:p>
            <a:endParaRPr kumimoji="1" lang="en-US" altLang="ja-JP" dirty="0"/>
          </a:p>
          <a:p>
            <a:r>
              <a:rPr kumimoji="1" lang="ja-JP" altLang="en-US" dirty="0"/>
              <a:t>プレイ可能作品</a:t>
            </a:r>
            <a:endParaRPr kumimoji="1" lang="en-US" altLang="ja-JP" dirty="0"/>
          </a:p>
          <a:p>
            <a:r>
              <a:rPr kumimoji="1" lang="en-US" altLang="ja-JP" dirty="0"/>
              <a:t>P7</a:t>
            </a:r>
          </a:p>
          <a:p>
            <a:endParaRPr kumimoji="1" lang="en-US" altLang="ja-JP" dirty="0"/>
          </a:p>
          <a:p>
            <a:r>
              <a:rPr kumimoji="1" lang="ja-JP" altLang="en-US" dirty="0"/>
              <a:t>企画書</a:t>
            </a:r>
            <a:endParaRPr kumimoji="1" lang="en-US" altLang="ja-JP" dirty="0"/>
          </a:p>
          <a:p>
            <a:r>
              <a:rPr kumimoji="1" lang="en-US" altLang="ja-JP" dirty="0"/>
              <a:t>P</a:t>
            </a:r>
          </a:p>
          <a:p>
            <a:endParaRPr kumimoji="1" lang="en-US" altLang="ja-JP" dirty="0"/>
          </a:p>
          <a:p>
            <a:r>
              <a:rPr kumimoji="1" lang="ja-JP" altLang="en-US" dirty="0"/>
              <a:t>仕様書</a:t>
            </a:r>
            <a:endParaRPr kumimoji="1" lang="en-US" altLang="ja-JP" dirty="0"/>
          </a:p>
          <a:p>
            <a:r>
              <a:rPr kumimoji="1" lang="en-US" altLang="ja-JP" dirty="0"/>
              <a:t>P</a:t>
            </a:r>
          </a:p>
          <a:p>
            <a:endParaRPr kumimoji="1" lang="en-US" altLang="ja-JP" dirty="0"/>
          </a:p>
          <a:p>
            <a:r>
              <a:rPr kumimoji="1" lang="ja-JP" altLang="en-US" dirty="0"/>
              <a:t>ゲーム作品</a:t>
            </a:r>
            <a:endParaRPr kumimoji="1" lang="en-US" altLang="ja-JP" dirty="0"/>
          </a:p>
          <a:p>
            <a:r>
              <a:rPr kumimoji="1" lang="en-US" altLang="ja-JP" dirty="0"/>
              <a:t>P</a:t>
            </a:r>
          </a:p>
        </p:txBody>
      </p:sp>
      <p:sp>
        <p:nvSpPr>
          <p:cNvPr id="7" name="四角形: 角を丸くする 6">
            <a:extLst>
              <a:ext uri="{FF2B5EF4-FFF2-40B4-BE49-F238E27FC236}">
                <a16:creationId xmlns:a16="http://schemas.microsoft.com/office/drawing/2014/main" id="{5BCF31E0-F494-4394-98AD-D02BECF74F75}"/>
              </a:ext>
            </a:extLst>
          </p:cNvPr>
          <p:cNvSpPr/>
          <p:nvPr/>
        </p:nvSpPr>
        <p:spPr>
          <a:xfrm>
            <a:off x="8293098" y="1752604"/>
            <a:ext cx="3115734" cy="4555067"/>
          </a:xfrm>
          <a:prstGeom prst="roundRect">
            <a:avLst/>
          </a:prstGeom>
        </p:spPr>
        <p:style>
          <a:lnRef idx="2">
            <a:schemeClr val="dk1"/>
          </a:lnRef>
          <a:fillRef idx="1">
            <a:schemeClr val="lt1"/>
          </a:fillRef>
          <a:effectRef idx="0">
            <a:schemeClr val="dk1"/>
          </a:effectRef>
          <a:fontRef idx="minor">
            <a:schemeClr val="dk1"/>
          </a:fontRef>
        </p:style>
        <p:txBody>
          <a:bodyPr rtlCol="0" anchor="t"/>
          <a:lstStyle/>
          <a:p>
            <a:pPr algn="ctr"/>
            <a:r>
              <a:rPr kumimoji="1" lang="ja-JP" altLang="en-US" sz="3200" dirty="0"/>
              <a:t>学外活動</a:t>
            </a:r>
            <a:endParaRPr kumimoji="1" lang="en-US" altLang="ja-JP" sz="3200" dirty="0"/>
          </a:p>
          <a:p>
            <a:endParaRPr kumimoji="1" lang="en-US" altLang="ja-JP" dirty="0"/>
          </a:p>
          <a:p>
            <a:r>
              <a:rPr kumimoji="1" lang="ja-JP" altLang="en-US" dirty="0"/>
              <a:t>インターン参加</a:t>
            </a:r>
            <a:endParaRPr kumimoji="1" lang="en-US" altLang="ja-JP" dirty="0"/>
          </a:p>
          <a:p>
            <a:r>
              <a:rPr kumimoji="1" lang="en-US" altLang="ja-JP" dirty="0"/>
              <a:t>P</a:t>
            </a:r>
          </a:p>
          <a:p>
            <a:endParaRPr kumimoji="1" lang="en-US" altLang="ja-JP" dirty="0"/>
          </a:p>
          <a:p>
            <a:r>
              <a:rPr kumimoji="1" lang="ja-JP" altLang="en-US" dirty="0"/>
              <a:t>学外コラボ</a:t>
            </a:r>
            <a:endParaRPr kumimoji="1" lang="en-US" altLang="ja-JP" dirty="0"/>
          </a:p>
          <a:p>
            <a:r>
              <a:rPr kumimoji="1" lang="en-US" altLang="ja-JP" dirty="0"/>
              <a:t>P</a:t>
            </a:r>
          </a:p>
          <a:p>
            <a:endParaRPr kumimoji="1" lang="en-US" altLang="ja-JP" dirty="0"/>
          </a:p>
        </p:txBody>
      </p:sp>
    </p:spTree>
    <p:extLst>
      <p:ext uri="{BB962C8B-B14F-4D97-AF65-F5344CB8AC3E}">
        <p14:creationId xmlns:p14="http://schemas.microsoft.com/office/powerpoint/2010/main" val="1825043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5810C7FB-E01A-4124-A683-338E6FCDAA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3824" y="290892"/>
            <a:ext cx="4512585" cy="6016780"/>
          </a:xfrm>
          <a:prstGeom prst="rect">
            <a:avLst/>
          </a:prstGeom>
        </p:spPr>
      </p:pic>
      <p:sp>
        <p:nvSpPr>
          <p:cNvPr id="3" name="スライド番号プレースホルダー 2">
            <a:extLst>
              <a:ext uri="{FF2B5EF4-FFF2-40B4-BE49-F238E27FC236}">
                <a16:creationId xmlns:a16="http://schemas.microsoft.com/office/drawing/2014/main" id="{1762BD7F-F213-46A6-B77B-263A158BCF97}"/>
              </a:ext>
            </a:extLst>
          </p:cNvPr>
          <p:cNvSpPr>
            <a:spLocks noGrp="1"/>
          </p:cNvSpPr>
          <p:nvPr>
            <p:ph type="sldNum" sz="quarter" idx="12"/>
          </p:nvPr>
        </p:nvSpPr>
        <p:spPr/>
        <p:txBody>
          <a:bodyPr/>
          <a:lstStyle/>
          <a:p>
            <a:fld id="{D77CE0F4-93DF-401C-9042-9C402698D8AB}" type="slidenum">
              <a:rPr kumimoji="1" lang="ja-JP" altLang="en-US" smtClean="0"/>
              <a:t>3</a:t>
            </a:fld>
            <a:endParaRPr kumimoji="1" lang="ja-JP" altLang="en-US"/>
          </a:p>
        </p:txBody>
      </p:sp>
      <p:pic>
        <p:nvPicPr>
          <p:cNvPr id="4" name="図 3">
            <a:extLst>
              <a:ext uri="{FF2B5EF4-FFF2-40B4-BE49-F238E27FC236}">
                <a16:creationId xmlns:a16="http://schemas.microsoft.com/office/drawing/2014/main" id="{780F4C79-AD23-B553-E27B-3D7120B79C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9737" y="1788241"/>
            <a:ext cx="3867576" cy="2639621"/>
          </a:xfrm>
          <a:prstGeom prst="rect">
            <a:avLst/>
          </a:prstGeom>
        </p:spPr>
      </p:pic>
      <p:sp>
        <p:nvSpPr>
          <p:cNvPr id="18" name="テキスト ボックス 17">
            <a:extLst>
              <a:ext uri="{FF2B5EF4-FFF2-40B4-BE49-F238E27FC236}">
                <a16:creationId xmlns:a16="http://schemas.microsoft.com/office/drawing/2014/main" id="{C9472E90-AE10-6F44-ED7C-A773CFB5B1FC}"/>
              </a:ext>
            </a:extLst>
          </p:cNvPr>
          <p:cNvSpPr txBox="1"/>
          <p:nvPr/>
        </p:nvSpPr>
        <p:spPr>
          <a:xfrm>
            <a:off x="192419" y="290892"/>
            <a:ext cx="2306949" cy="584775"/>
          </a:xfrm>
          <a:prstGeom prst="rect">
            <a:avLst/>
          </a:prstGeom>
          <a:noFill/>
        </p:spPr>
        <p:txBody>
          <a:bodyPr wrap="square">
            <a:spAutoFit/>
          </a:bodyPr>
          <a:lstStyle/>
          <a:p>
            <a:pPr algn="ctr"/>
            <a:r>
              <a:rPr kumimoji="1" lang="ja-JP" altLang="en-US" sz="3200" dirty="0"/>
              <a:t>遠藤直樹</a:t>
            </a:r>
          </a:p>
        </p:txBody>
      </p:sp>
      <p:sp>
        <p:nvSpPr>
          <p:cNvPr id="20" name="テキスト ボックス 19">
            <a:extLst>
              <a:ext uri="{FF2B5EF4-FFF2-40B4-BE49-F238E27FC236}">
                <a16:creationId xmlns:a16="http://schemas.microsoft.com/office/drawing/2014/main" id="{B89F4659-E717-60F6-EE76-1D737B64A650}"/>
              </a:ext>
            </a:extLst>
          </p:cNvPr>
          <p:cNvSpPr txBox="1"/>
          <p:nvPr/>
        </p:nvSpPr>
        <p:spPr>
          <a:xfrm>
            <a:off x="526356" y="930096"/>
            <a:ext cx="6096000" cy="369332"/>
          </a:xfrm>
          <a:prstGeom prst="rect">
            <a:avLst/>
          </a:prstGeom>
          <a:noFill/>
        </p:spPr>
        <p:txBody>
          <a:bodyPr wrap="square">
            <a:spAutoFit/>
          </a:bodyPr>
          <a:lstStyle/>
          <a:p>
            <a:r>
              <a:rPr lang="en-US" altLang="ja-JP" sz="1800" dirty="0"/>
              <a:t>ASO</a:t>
            </a:r>
            <a:r>
              <a:rPr lang="ja-JP" altLang="en-US" sz="1800" dirty="0"/>
              <a:t>ポップカルチャー専門学校</a:t>
            </a:r>
            <a:r>
              <a:rPr kumimoji="1" lang="ja-JP" altLang="en-US" sz="1800" dirty="0"/>
              <a:t>　ゲーム専攻科　</a:t>
            </a:r>
            <a:r>
              <a:rPr kumimoji="1" lang="en-US" altLang="ja-JP" sz="1800" dirty="0"/>
              <a:t>3</a:t>
            </a:r>
            <a:r>
              <a:rPr kumimoji="1" lang="ja-JP" altLang="en-US" sz="1800" dirty="0"/>
              <a:t>年</a:t>
            </a:r>
            <a:endParaRPr lang="en-US" altLang="ja-JP" sz="1800" dirty="0"/>
          </a:p>
        </p:txBody>
      </p:sp>
      <p:sp>
        <p:nvSpPr>
          <p:cNvPr id="21" name="テキスト ボックス 20">
            <a:extLst>
              <a:ext uri="{FF2B5EF4-FFF2-40B4-BE49-F238E27FC236}">
                <a16:creationId xmlns:a16="http://schemas.microsoft.com/office/drawing/2014/main" id="{32B5B690-1F9D-CEDA-B4C8-2F71F1045ACC}"/>
              </a:ext>
            </a:extLst>
          </p:cNvPr>
          <p:cNvSpPr txBox="1"/>
          <p:nvPr/>
        </p:nvSpPr>
        <p:spPr>
          <a:xfrm>
            <a:off x="526356" y="2046222"/>
            <a:ext cx="2856411" cy="461665"/>
          </a:xfrm>
          <a:prstGeom prst="rect">
            <a:avLst/>
          </a:prstGeom>
          <a:noFill/>
        </p:spPr>
        <p:txBody>
          <a:bodyPr wrap="square" rtlCol="0">
            <a:spAutoFit/>
          </a:bodyPr>
          <a:lstStyle/>
          <a:p>
            <a:r>
              <a:rPr kumimoji="1" lang="ja-JP" altLang="en-US" sz="2400" b="1" dirty="0"/>
              <a:t>プロフィール</a:t>
            </a:r>
          </a:p>
        </p:txBody>
      </p:sp>
      <p:sp>
        <p:nvSpPr>
          <p:cNvPr id="23" name="テキスト ボックス 22">
            <a:extLst>
              <a:ext uri="{FF2B5EF4-FFF2-40B4-BE49-F238E27FC236}">
                <a16:creationId xmlns:a16="http://schemas.microsoft.com/office/drawing/2014/main" id="{CC7BCD91-EB48-AF1C-4548-A996322BE894}"/>
              </a:ext>
            </a:extLst>
          </p:cNvPr>
          <p:cNvSpPr txBox="1"/>
          <p:nvPr/>
        </p:nvSpPr>
        <p:spPr>
          <a:xfrm>
            <a:off x="526356" y="2507888"/>
            <a:ext cx="6096000" cy="1200329"/>
          </a:xfrm>
          <a:prstGeom prst="rect">
            <a:avLst/>
          </a:prstGeom>
          <a:noFill/>
        </p:spPr>
        <p:txBody>
          <a:bodyPr wrap="square">
            <a:spAutoFit/>
          </a:bodyPr>
          <a:lstStyle/>
          <a:p>
            <a:r>
              <a:rPr kumimoji="1" lang="ja-JP" altLang="en-US" sz="1800" dirty="0"/>
              <a:t>年　　齢：</a:t>
            </a:r>
            <a:r>
              <a:rPr kumimoji="1" lang="en-US" altLang="ja-JP" sz="1800" dirty="0"/>
              <a:t>21</a:t>
            </a:r>
            <a:r>
              <a:rPr kumimoji="1" lang="ja-JP" altLang="en-US" sz="1800" dirty="0"/>
              <a:t>歳</a:t>
            </a:r>
            <a:endParaRPr kumimoji="1" lang="en-US" altLang="ja-JP" sz="1800" dirty="0"/>
          </a:p>
          <a:p>
            <a:r>
              <a:rPr kumimoji="1" lang="ja-JP" altLang="en-US" sz="1800" dirty="0"/>
              <a:t>性　　別：男</a:t>
            </a:r>
            <a:endParaRPr kumimoji="1" lang="en-US" altLang="ja-JP" sz="1800" dirty="0"/>
          </a:p>
          <a:p>
            <a:r>
              <a:rPr kumimoji="1" lang="ja-JP" altLang="en-US" sz="1800" dirty="0"/>
              <a:t>生年月日：</a:t>
            </a:r>
            <a:r>
              <a:rPr kumimoji="1" lang="en-US" altLang="ja-JP" sz="1800" dirty="0"/>
              <a:t>2005</a:t>
            </a:r>
            <a:r>
              <a:rPr kumimoji="1" lang="ja-JP" altLang="en-US" sz="1800" dirty="0"/>
              <a:t>年</a:t>
            </a:r>
            <a:r>
              <a:rPr kumimoji="1" lang="en-US" altLang="ja-JP" sz="1800" dirty="0"/>
              <a:t>6</a:t>
            </a:r>
            <a:r>
              <a:rPr kumimoji="1" lang="ja-JP" altLang="en-US" sz="1800" dirty="0"/>
              <a:t>月</a:t>
            </a:r>
            <a:r>
              <a:rPr kumimoji="1" lang="en-US" altLang="ja-JP" sz="1800" dirty="0"/>
              <a:t>2</a:t>
            </a:r>
            <a:r>
              <a:rPr kumimoji="1" lang="ja-JP" altLang="en-US" sz="1800" dirty="0"/>
              <a:t>日</a:t>
            </a:r>
            <a:endParaRPr kumimoji="1" lang="en-US" altLang="ja-JP" sz="1800" dirty="0"/>
          </a:p>
          <a:p>
            <a:r>
              <a:rPr kumimoji="1" lang="ja-JP" altLang="en-US" sz="1800" dirty="0"/>
              <a:t>出　　身：佐賀県鳥栖市</a:t>
            </a:r>
            <a:endParaRPr kumimoji="1" lang="en-US" altLang="ja-JP" sz="1800" dirty="0"/>
          </a:p>
        </p:txBody>
      </p:sp>
      <p:sp>
        <p:nvSpPr>
          <p:cNvPr id="25" name="テキスト ボックス 24">
            <a:extLst>
              <a:ext uri="{FF2B5EF4-FFF2-40B4-BE49-F238E27FC236}">
                <a16:creationId xmlns:a16="http://schemas.microsoft.com/office/drawing/2014/main" id="{0BE7D965-4C22-C4C4-B643-B7A53BF92F60}"/>
              </a:ext>
            </a:extLst>
          </p:cNvPr>
          <p:cNvSpPr txBox="1"/>
          <p:nvPr/>
        </p:nvSpPr>
        <p:spPr>
          <a:xfrm>
            <a:off x="526356" y="4107803"/>
            <a:ext cx="6096000" cy="461665"/>
          </a:xfrm>
          <a:prstGeom prst="rect">
            <a:avLst/>
          </a:prstGeom>
          <a:noFill/>
        </p:spPr>
        <p:txBody>
          <a:bodyPr wrap="square">
            <a:spAutoFit/>
          </a:bodyPr>
          <a:lstStyle/>
          <a:p>
            <a:r>
              <a:rPr kumimoji="1" lang="ja-JP" altLang="en-US" sz="2400" b="1" dirty="0"/>
              <a:t>アピールポイント</a:t>
            </a:r>
          </a:p>
        </p:txBody>
      </p:sp>
      <p:sp>
        <p:nvSpPr>
          <p:cNvPr id="26" name="テキスト ボックス 25">
            <a:extLst>
              <a:ext uri="{FF2B5EF4-FFF2-40B4-BE49-F238E27FC236}">
                <a16:creationId xmlns:a16="http://schemas.microsoft.com/office/drawing/2014/main" id="{E49505AF-7F75-375D-0703-9E63AB369FC7}"/>
              </a:ext>
            </a:extLst>
          </p:cNvPr>
          <p:cNvSpPr txBox="1"/>
          <p:nvPr/>
        </p:nvSpPr>
        <p:spPr>
          <a:xfrm>
            <a:off x="526356" y="4427862"/>
            <a:ext cx="4628190" cy="2585323"/>
          </a:xfrm>
          <a:prstGeom prst="rect">
            <a:avLst/>
          </a:prstGeom>
          <a:noFill/>
        </p:spPr>
        <p:txBody>
          <a:bodyPr wrap="none" rtlCol="0">
            <a:spAutoFit/>
          </a:bodyPr>
          <a:lstStyle/>
          <a:p>
            <a:endParaRPr kumimoji="1" lang="en-US" altLang="ja-JP" dirty="0"/>
          </a:p>
          <a:p>
            <a:pPr marL="285750" indent="-285750">
              <a:buFont typeface="Arial" panose="020B0604020202020204" pitchFamily="34" charset="0"/>
              <a:buChar char="•"/>
            </a:pPr>
            <a:r>
              <a:rPr lang="ja-JP" altLang="ja-JP" dirty="0"/>
              <a:t>調理現場で培ったコミュニケーション力</a:t>
            </a:r>
            <a:endParaRPr lang="en-US" altLang="ja-JP" dirty="0"/>
          </a:p>
          <a:p>
            <a:pPr marL="285750" indent="-285750">
              <a:buFont typeface="Arial" panose="020B0604020202020204" pitchFamily="34" charset="0"/>
              <a:buChar char="•"/>
            </a:pPr>
            <a:r>
              <a:rPr lang="ja-JP" altLang="ja-JP" dirty="0"/>
              <a:t>集団調理で培った連携・伝達力</a:t>
            </a:r>
            <a:endParaRPr lang="en-US" altLang="ja-JP" dirty="0"/>
          </a:p>
          <a:p>
            <a:pPr marL="285750" indent="-285750">
              <a:buFont typeface="Arial" panose="020B0604020202020204" pitchFamily="34" charset="0"/>
              <a:buChar char="•"/>
            </a:pPr>
            <a:r>
              <a:rPr lang="ja-JP" altLang="ja-JP" dirty="0"/>
              <a:t>率先してチームを指揮する統率力</a:t>
            </a:r>
            <a:endParaRPr kumimoji="1" lang="en-US" altLang="ja-JP" dirty="0"/>
          </a:p>
          <a:p>
            <a:pPr marL="285750" indent="-285750">
              <a:buFont typeface="Arial" panose="020B0604020202020204" pitchFamily="34" charset="0"/>
              <a:buChar char="•"/>
            </a:pPr>
            <a:r>
              <a:rPr lang="ja-JP" altLang="ja-JP" dirty="0"/>
              <a:t>先を見通した企画・仕様策定力</a:t>
            </a:r>
            <a:endParaRPr kumimoji="1" lang="en-US" altLang="ja-JP" dirty="0"/>
          </a:p>
          <a:p>
            <a:pPr marL="285750" indent="-285750">
              <a:buFont typeface="Arial" panose="020B0604020202020204" pitchFamily="34" charset="0"/>
              <a:buChar char="•"/>
            </a:pPr>
            <a:r>
              <a:rPr kumimoji="1" lang="ja-JP" altLang="en-US" dirty="0"/>
              <a:t>調理師ならではの視点でゲーム制作</a:t>
            </a:r>
            <a:endParaRPr kumimoji="1" lang="en-US" altLang="ja-JP" dirty="0"/>
          </a:p>
          <a:p>
            <a:pPr marL="285750" indent="-285750">
              <a:buFont typeface="Arial" panose="020B0604020202020204" pitchFamily="34" charset="0"/>
              <a:buChar char="•"/>
            </a:pPr>
            <a:endParaRPr kumimoji="1" lang="en-US" altLang="ja-JP" dirty="0"/>
          </a:p>
          <a:p>
            <a:pPr marL="285750" indent="-285750">
              <a:buFont typeface="Arial" panose="020B0604020202020204" pitchFamily="34" charset="0"/>
              <a:buChar char="•"/>
            </a:pPr>
            <a:endParaRPr kumimoji="1" lang="en-US" altLang="ja-JP" dirty="0"/>
          </a:p>
          <a:p>
            <a:endParaRPr kumimoji="1" lang="ja-JP" altLang="en-US" dirty="0"/>
          </a:p>
        </p:txBody>
      </p:sp>
    </p:spTree>
    <p:extLst>
      <p:ext uri="{BB962C8B-B14F-4D97-AF65-F5344CB8AC3E}">
        <p14:creationId xmlns:p14="http://schemas.microsoft.com/office/powerpoint/2010/main" val="3698907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3FA8DF3F-D73C-45DA-8CB9-4D7CB8A86588}"/>
              </a:ext>
            </a:extLst>
          </p:cNvPr>
          <p:cNvSpPr>
            <a:spLocks noGrp="1"/>
          </p:cNvSpPr>
          <p:nvPr>
            <p:ph type="sldNum" sz="quarter" idx="12"/>
          </p:nvPr>
        </p:nvSpPr>
        <p:spPr/>
        <p:txBody>
          <a:bodyPr/>
          <a:lstStyle/>
          <a:p>
            <a:fld id="{D77CE0F4-93DF-401C-9042-9C402698D8AB}" type="slidenum">
              <a:rPr kumimoji="1" lang="ja-JP" altLang="en-US" smtClean="0"/>
              <a:t>4</a:t>
            </a:fld>
            <a:endParaRPr kumimoji="1" lang="ja-JP" altLang="en-US"/>
          </a:p>
        </p:txBody>
      </p:sp>
      <p:sp>
        <p:nvSpPr>
          <p:cNvPr id="5" name="テキスト ボックス 4">
            <a:extLst>
              <a:ext uri="{FF2B5EF4-FFF2-40B4-BE49-F238E27FC236}">
                <a16:creationId xmlns:a16="http://schemas.microsoft.com/office/drawing/2014/main" id="{7D818874-8B58-48D2-B95C-9C10739C279C}"/>
              </a:ext>
            </a:extLst>
          </p:cNvPr>
          <p:cNvSpPr txBox="1"/>
          <p:nvPr/>
        </p:nvSpPr>
        <p:spPr>
          <a:xfrm>
            <a:off x="8039769" y="777976"/>
            <a:ext cx="3218329" cy="646331"/>
          </a:xfrm>
          <a:prstGeom prst="rect">
            <a:avLst/>
          </a:prstGeom>
          <a:noFill/>
        </p:spPr>
        <p:txBody>
          <a:bodyPr wrap="square" rtlCol="0">
            <a:spAutoFit/>
          </a:bodyPr>
          <a:lstStyle/>
          <a:p>
            <a:pPr algn="ctr"/>
            <a:r>
              <a:rPr kumimoji="1" lang="ja-JP" altLang="en-US" sz="3600" dirty="0"/>
              <a:t>趣味</a:t>
            </a:r>
            <a:r>
              <a:rPr kumimoji="1" lang="en-US" altLang="ja-JP" sz="3600" dirty="0"/>
              <a:t>:</a:t>
            </a:r>
            <a:r>
              <a:rPr kumimoji="1" lang="ja-JP" altLang="en-US" sz="3600" dirty="0"/>
              <a:t>野球観戦</a:t>
            </a:r>
          </a:p>
        </p:txBody>
      </p:sp>
      <p:pic>
        <p:nvPicPr>
          <p:cNvPr id="3" name="図 2">
            <a:extLst>
              <a:ext uri="{FF2B5EF4-FFF2-40B4-BE49-F238E27FC236}">
                <a16:creationId xmlns:a16="http://schemas.microsoft.com/office/drawing/2014/main" id="{75530978-7BE8-F1C0-4A86-3ECDECA2B2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 y="318319"/>
            <a:ext cx="4622535" cy="6153124"/>
          </a:xfrm>
          <a:prstGeom prst="rect">
            <a:avLst/>
          </a:prstGeom>
        </p:spPr>
      </p:pic>
      <p:pic>
        <p:nvPicPr>
          <p:cNvPr id="7" name="図 6">
            <a:extLst>
              <a:ext uri="{FF2B5EF4-FFF2-40B4-BE49-F238E27FC236}">
                <a16:creationId xmlns:a16="http://schemas.microsoft.com/office/drawing/2014/main" id="{1D942AD9-8339-EE7C-2389-FFF83A3871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2696" y="318319"/>
            <a:ext cx="2081245" cy="2774993"/>
          </a:xfrm>
          <a:prstGeom prst="rect">
            <a:avLst/>
          </a:prstGeom>
        </p:spPr>
      </p:pic>
      <p:pic>
        <p:nvPicPr>
          <p:cNvPr id="8" name="図 7" descr="川瀬晃 - Wikipedia">
            <a:extLst>
              <a:ext uri="{FF2B5EF4-FFF2-40B4-BE49-F238E27FC236}">
                <a16:creationId xmlns:a16="http://schemas.microsoft.com/office/drawing/2014/main" id="{389AE115-B448-FC98-0F22-0BDCBE5E5026}"/>
              </a:ext>
            </a:extLst>
          </p:cNvPr>
          <p:cNvPicPr>
            <a:picLocks noChangeAspect="1"/>
          </p:cNvPicPr>
          <p:nvPr/>
        </p:nvPicPr>
        <p:blipFill>
          <a:blip r:embed="rId4"/>
          <a:stretch>
            <a:fillRect/>
          </a:stretch>
        </p:blipFill>
        <p:spPr>
          <a:xfrm>
            <a:off x="4972697" y="3336871"/>
            <a:ext cx="2081246" cy="3121609"/>
          </a:xfrm>
          <a:prstGeom prst="rect">
            <a:avLst/>
          </a:prstGeom>
        </p:spPr>
      </p:pic>
      <p:sp>
        <p:nvSpPr>
          <p:cNvPr id="9" name="テキスト ボックス 8">
            <a:extLst>
              <a:ext uri="{FF2B5EF4-FFF2-40B4-BE49-F238E27FC236}">
                <a16:creationId xmlns:a16="http://schemas.microsoft.com/office/drawing/2014/main" id="{3FC6CB01-7F23-F2C1-A8C9-24DDB28D6B12}"/>
              </a:ext>
            </a:extLst>
          </p:cNvPr>
          <p:cNvSpPr txBox="1"/>
          <p:nvPr/>
        </p:nvSpPr>
        <p:spPr>
          <a:xfrm>
            <a:off x="7359229" y="1424307"/>
            <a:ext cx="4579411" cy="923330"/>
          </a:xfrm>
          <a:prstGeom prst="rect">
            <a:avLst/>
          </a:prstGeom>
          <a:noFill/>
        </p:spPr>
        <p:txBody>
          <a:bodyPr wrap="square" rtlCol="0">
            <a:spAutoFit/>
          </a:bodyPr>
          <a:lstStyle/>
          <a:p>
            <a:r>
              <a:rPr kumimoji="1" lang="ja-JP" altLang="en-US" dirty="0"/>
              <a:t>好きなチーム：福岡ソフトバンクホークス</a:t>
            </a:r>
            <a:endParaRPr kumimoji="1" lang="en-US" altLang="ja-JP" dirty="0"/>
          </a:p>
          <a:p>
            <a:r>
              <a:rPr kumimoji="1" lang="ja-JP" altLang="en-US" dirty="0"/>
              <a:t>好きな選手　：川瀬晃選手</a:t>
            </a:r>
            <a:endParaRPr kumimoji="1" lang="en-US" altLang="ja-JP" dirty="0"/>
          </a:p>
          <a:p>
            <a:endParaRPr kumimoji="1" lang="ja-JP" altLang="en-US" dirty="0"/>
          </a:p>
        </p:txBody>
      </p:sp>
      <p:sp>
        <p:nvSpPr>
          <p:cNvPr id="2" name="テキスト ボックス 1">
            <a:extLst>
              <a:ext uri="{FF2B5EF4-FFF2-40B4-BE49-F238E27FC236}">
                <a16:creationId xmlns:a16="http://schemas.microsoft.com/office/drawing/2014/main" id="{F5F2CEB4-213A-E780-ABBB-F101B2207E41}"/>
              </a:ext>
            </a:extLst>
          </p:cNvPr>
          <p:cNvSpPr txBox="1"/>
          <p:nvPr/>
        </p:nvSpPr>
        <p:spPr>
          <a:xfrm>
            <a:off x="7940073" y="2322961"/>
            <a:ext cx="3417720" cy="461665"/>
          </a:xfrm>
          <a:prstGeom prst="rect">
            <a:avLst/>
          </a:prstGeom>
          <a:noFill/>
        </p:spPr>
        <p:txBody>
          <a:bodyPr wrap="square" rtlCol="0">
            <a:spAutoFit/>
          </a:bodyPr>
          <a:lstStyle/>
          <a:p>
            <a:r>
              <a:rPr kumimoji="1" lang="en-US" altLang="ja-JP" sz="2400" dirty="0"/>
              <a:t>2026</a:t>
            </a:r>
            <a:r>
              <a:rPr kumimoji="1" lang="ja-JP" altLang="en-US" sz="2400" dirty="0"/>
              <a:t>シーズン来場</a:t>
            </a:r>
            <a:r>
              <a:rPr kumimoji="1" lang="en-US" altLang="ja-JP" sz="2400" dirty="0"/>
              <a:t>15</a:t>
            </a:r>
            <a:r>
              <a:rPr kumimoji="1" lang="ja-JP" altLang="en-US" sz="2400" dirty="0"/>
              <a:t>回</a:t>
            </a:r>
          </a:p>
        </p:txBody>
      </p:sp>
      <p:pic>
        <p:nvPicPr>
          <p:cNvPr id="10" name="図 9">
            <a:extLst>
              <a:ext uri="{FF2B5EF4-FFF2-40B4-BE49-F238E27FC236}">
                <a16:creationId xmlns:a16="http://schemas.microsoft.com/office/drawing/2014/main" id="{4D56D804-74EB-C994-E9ED-9D336D327752}"/>
              </a:ext>
            </a:extLst>
          </p:cNvPr>
          <p:cNvPicPr>
            <a:picLocks noChangeAspect="1"/>
          </p:cNvPicPr>
          <p:nvPr/>
        </p:nvPicPr>
        <p:blipFill>
          <a:blip r:embed="rId5"/>
          <a:srcRect l="571"/>
          <a:stretch>
            <a:fillRect/>
          </a:stretch>
        </p:blipFill>
        <p:spPr>
          <a:xfrm>
            <a:off x="7772129" y="2770596"/>
            <a:ext cx="3753607" cy="1132549"/>
          </a:xfrm>
          <a:prstGeom prst="rect">
            <a:avLst/>
          </a:prstGeom>
        </p:spPr>
      </p:pic>
      <p:pic>
        <p:nvPicPr>
          <p:cNvPr id="12" name="図 11">
            <a:extLst>
              <a:ext uri="{FF2B5EF4-FFF2-40B4-BE49-F238E27FC236}">
                <a16:creationId xmlns:a16="http://schemas.microsoft.com/office/drawing/2014/main" id="{D2FE1921-AE30-8E1A-FD4A-970917DB51A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10387" y="3939547"/>
            <a:ext cx="1898922" cy="2531896"/>
          </a:xfrm>
          <a:prstGeom prst="rect">
            <a:avLst/>
          </a:prstGeom>
        </p:spPr>
      </p:pic>
      <p:pic>
        <p:nvPicPr>
          <p:cNvPr id="14" name="図 13">
            <a:extLst>
              <a:ext uri="{FF2B5EF4-FFF2-40B4-BE49-F238E27FC236}">
                <a16:creationId xmlns:a16="http://schemas.microsoft.com/office/drawing/2014/main" id="{1A27D21B-23BC-AF7E-8A79-88DBBEFD1E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23085" y="4326104"/>
            <a:ext cx="2505817" cy="1879363"/>
          </a:xfrm>
          <a:prstGeom prst="rect">
            <a:avLst/>
          </a:prstGeom>
        </p:spPr>
      </p:pic>
    </p:spTree>
    <p:extLst>
      <p:ext uri="{BB962C8B-B14F-4D97-AF65-F5344CB8AC3E}">
        <p14:creationId xmlns:p14="http://schemas.microsoft.com/office/powerpoint/2010/main" val="2352324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2541A51-D705-4A05-8C76-20C61CACC185}"/>
              </a:ext>
            </a:extLst>
          </p:cNvPr>
          <p:cNvSpPr txBox="1"/>
          <p:nvPr/>
        </p:nvSpPr>
        <p:spPr>
          <a:xfrm>
            <a:off x="1295400" y="971034"/>
            <a:ext cx="4995333" cy="369332"/>
          </a:xfrm>
          <a:prstGeom prst="rect">
            <a:avLst/>
          </a:prstGeom>
          <a:noFill/>
        </p:spPr>
        <p:txBody>
          <a:bodyPr wrap="square" rtlCol="0">
            <a:spAutoFit/>
          </a:bodyPr>
          <a:lstStyle/>
          <a:p>
            <a:r>
              <a:rPr kumimoji="1" lang="ja-JP" altLang="en-US" dirty="0"/>
              <a:t>使用可能ツール</a:t>
            </a:r>
            <a:endParaRPr kumimoji="1" lang="en-US" altLang="ja-JP" dirty="0"/>
          </a:p>
        </p:txBody>
      </p:sp>
      <p:pic>
        <p:nvPicPr>
          <p:cNvPr id="1026" name="Picture 2" descr="Github ロゴ の アイコン">
            <a:extLst>
              <a:ext uri="{FF2B5EF4-FFF2-40B4-BE49-F238E27FC236}">
                <a16:creationId xmlns:a16="http://schemas.microsoft.com/office/drawing/2014/main" id="{9EADBE5D-3EB3-40B0-B7D0-DF50A037E6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647" y="1329498"/>
            <a:ext cx="702733" cy="702733"/>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470AE651-FF2E-4786-993E-62BFF9376561}"/>
              </a:ext>
            </a:extLst>
          </p:cNvPr>
          <p:cNvSpPr txBox="1"/>
          <p:nvPr/>
        </p:nvSpPr>
        <p:spPr>
          <a:xfrm>
            <a:off x="1474514" y="1219199"/>
            <a:ext cx="4605866" cy="923330"/>
          </a:xfrm>
          <a:prstGeom prst="rect">
            <a:avLst/>
          </a:prstGeom>
          <a:noFill/>
        </p:spPr>
        <p:txBody>
          <a:bodyPr wrap="square" rtlCol="0">
            <a:spAutoFit/>
          </a:bodyPr>
          <a:lstStyle/>
          <a:p>
            <a:r>
              <a:rPr kumimoji="1" lang="en-US" altLang="ja-JP" dirty="0"/>
              <a:t>GitHub </a:t>
            </a:r>
          </a:p>
          <a:p>
            <a:r>
              <a:rPr kumimoji="1" lang="ja-JP" altLang="en-US" dirty="0"/>
              <a:t>使用年数</a:t>
            </a:r>
            <a:r>
              <a:rPr kumimoji="1" lang="en-US" altLang="ja-JP" dirty="0"/>
              <a:t>:2</a:t>
            </a:r>
            <a:r>
              <a:rPr kumimoji="1" lang="ja-JP" altLang="en-US" dirty="0"/>
              <a:t>年</a:t>
            </a:r>
            <a:endParaRPr kumimoji="1" lang="en-US" altLang="ja-JP" dirty="0"/>
          </a:p>
          <a:p>
            <a:r>
              <a:rPr lang="ja-JP" altLang="en-US" dirty="0"/>
              <a:t>プルリク運用</a:t>
            </a:r>
            <a:endParaRPr kumimoji="1" lang="ja-JP" altLang="en-US" dirty="0"/>
          </a:p>
        </p:txBody>
      </p:sp>
      <p:pic>
        <p:nvPicPr>
          <p:cNvPr id="9" name="図 8">
            <a:extLst>
              <a:ext uri="{FF2B5EF4-FFF2-40B4-BE49-F238E27FC236}">
                <a16:creationId xmlns:a16="http://schemas.microsoft.com/office/drawing/2014/main" id="{717E83FA-7191-4D12-AD06-51446DD920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645" y="3999590"/>
            <a:ext cx="702733" cy="702733"/>
          </a:xfrm>
          <a:prstGeom prst="rect">
            <a:avLst/>
          </a:prstGeom>
        </p:spPr>
      </p:pic>
      <p:pic>
        <p:nvPicPr>
          <p:cNvPr id="11" name="図 10">
            <a:extLst>
              <a:ext uri="{FF2B5EF4-FFF2-40B4-BE49-F238E27FC236}">
                <a16:creationId xmlns:a16="http://schemas.microsoft.com/office/drawing/2014/main" id="{FAA65963-20AD-408A-A0EA-CC48D3423C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646" y="3129921"/>
            <a:ext cx="702733" cy="702733"/>
          </a:xfrm>
          <a:prstGeom prst="rect">
            <a:avLst/>
          </a:prstGeom>
        </p:spPr>
      </p:pic>
      <p:pic>
        <p:nvPicPr>
          <p:cNvPr id="13" name="図 12">
            <a:extLst>
              <a:ext uri="{FF2B5EF4-FFF2-40B4-BE49-F238E27FC236}">
                <a16:creationId xmlns:a16="http://schemas.microsoft.com/office/drawing/2014/main" id="{3025D891-A6D1-4AED-8AD5-53965E7204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1128" y="4869259"/>
            <a:ext cx="857766" cy="857766"/>
          </a:xfrm>
          <a:prstGeom prst="rect">
            <a:avLst/>
          </a:prstGeom>
        </p:spPr>
      </p:pic>
      <p:sp>
        <p:nvSpPr>
          <p:cNvPr id="15" name="テキスト ボックス 14">
            <a:extLst>
              <a:ext uri="{FF2B5EF4-FFF2-40B4-BE49-F238E27FC236}">
                <a16:creationId xmlns:a16="http://schemas.microsoft.com/office/drawing/2014/main" id="{D2C4A087-0C00-40CD-98CB-CC4DA3D58A4C}"/>
              </a:ext>
            </a:extLst>
          </p:cNvPr>
          <p:cNvSpPr txBox="1"/>
          <p:nvPr/>
        </p:nvSpPr>
        <p:spPr>
          <a:xfrm>
            <a:off x="1474514" y="3019622"/>
            <a:ext cx="4605866" cy="923330"/>
          </a:xfrm>
          <a:prstGeom prst="rect">
            <a:avLst/>
          </a:prstGeom>
          <a:noFill/>
        </p:spPr>
        <p:txBody>
          <a:bodyPr wrap="square" rtlCol="0">
            <a:spAutoFit/>
          </a:bodyPr>
          <a:lstStyle/>
          <a:p>
            <a:r>
              <a:rPr kumimoji="1" lang="en-US" altLang="ja-JP" dirty="0"/>
              <a:t>Power Point </a:t>
            </a:r>
          </a:p>
          <a:p>
            <a:r>
              <a:rPr kumimoji="1" lang="ja-JP" altLang="en-US" dirty="0"/>
              <a:t>使用年数</a:t>
            </a:r>
            <a:r>
              <a:rPr kumimoji="1" lang="en-US" altLang="ja-JP" dirty="0"/>
              <a:t>:7</a:t>
            </a:r>
            <a:r>
              <a:rPr kumimoji="1" lang="ja-JP" altLang="en-US" dirty="0"/>
              <a:t>年</a:t>
            </a:r>
            <a:endParaRPr kumimoji="1" lang="en-US" altLang="ja-JP" dirty="0"/>
          </a:p>
          <a:p>
            <a:r>
              <a:rPr kumimoji="1" lang="ja-JP" altLang="en-US" dirty="0"/>
              <a:t>企画書、プレゼンテーションの作成など</a:t>
            </a:r>
          </a:p>
        </p:txBody>
      </p:sp>
      <p:sp>
        <p:nvSpPr>
          <p:cNvPr id="16" name="テキスト ボックス 15">
            <a:extLst>
              <a:ext uri="{FF2B5EF4-FFF2-40B4-BE49-F238E27FC236}">
                <a16:creationId xmlns:a16="http://schemas.microsoft.com/office/drawing/2014/main" id="{E1BD94CA-22A0-43D7-93BC-59C74C414D8B}"/>
              </a:ext>
            </a:extLst>
          </p:cNvPr>
          <p:cNvSpPr txBox="1"/>
          <p:nvPr/>
        </p:nvSpPr>
        <p:spPr>
          <a:xfrm>
            <a:off x="1474514" y="3889291"/>
            <a:ext cx="4605866" cy="923330"/>
          </a:xfrm>
          <a:prstGeom prst="rect">
            <a:avLst/>
          </a:prstGeom>
          <a:noFill/>
        </p:spPr>
        <p:txBody>
          <a:bodyPr wrap="square" rtlCol="0">
            <a:spAutoFit/>
          </a:bodyPr>
          <a:lstStyle/>
          <a:p>
            <a:r>
              <a:rPr kumimoji="1" lang="en-US" altLang="ja-JP" dirty="0"/>
              <a:t>Excel </a:t>
            </a:r>
          </a:p>
          <a:p>
            <a:r>
              <a:rPr kumimoji="1" lang="ja-JP" altLang="en-US" dirty="0"/>
              <a:t>使用年数</a:t>
            </a:r>
            <a:r>
              <a:rPr kumimoji="1" lang="en-US" altLang="ja-JP" dirty="0"/>
              <a:t>:4</a:t>
            </a:r>
            <a:r>
              <a:rPr kumimoji="1" lang="ja-JP" altLang="en-US" dirty="0"/>
              <a:t>年</a:t>
            </a:r>
            <a:endParaRPr kumimoji="1" lang="en-US" altLang="ja-JP" dirty="0"/>
          </a:p>
          <a:p>
            <a:r>
              <a:rPr kumimoji="1" lang="ja-JP" altLang="en-US" dirty="0"/>
              <a:t>簡単な表の作成、仕様書の作成など</a:t>
            </a:r>
          </a:p>
        </p:txBody>
      </p:sp>
      <p:sp>
        <p:nvSpPr>
          <p:cNvPr id="17" name="テキスト ボックス 16">
            <a:extLst>
              <a:ext uri="{FF2B5EF4-FFF2-40B4-BE49-F238E27FC236}">
                <a16:creationId xmlns:a16="http://schemas.microsoft.com/office/drawing/2014/main" id="{F17464DC-B5CE-40E4-BD99-DA256A799410}"/>
              </a:ext>
            </a:extLst>
          </p:cNvPr>
          <p:cNvSpPr txBox="1"/>
          <p:nvPr/>
        </p:nvSpPr>
        <p:spPr>
          <a:xfrm>
            <a:off x="1474514" y="4705299"/>
            <a:ext cx="4605866" cy="923330"/>
          </a:xfrm>
          <a:prstGeom prst="rect">
            <a:avLst/>
          </a:prstGeom>
          <a:noFill/>
        </p:spPr>
        <p:txBody>
          <a:bodyPr wrap="square" rtlCol="0">
            <a:spAutoFit/>
          </a:bodyPr>
          <a:lstStyle/>
          <a:p>
            <a:r>
              <a:rPr kumimoji="1" lang="en-US" altLang="ja-JP" dirty="0"/>
              <a:t>Unity </a:t>
            </a:r>
          </a:p>
          <a:p>
            <a:r>
              <a:rPr kumimoji="1" lang="ja-JP" altLang="en-US" dirty="0"/>
              <a:t>使用年数</a:t>
            </a:r>
            <a:r>
              <a:rPr kumimoji="1" lang="en-US" altLang="ja-JP" dirty="0"/>
              <a:t>:2</a:t>
            </a:r>
            <a:r>
              <a:rPr kumimoji="1" lang="ja-JP" altLang="en-US" dirty="0"/>
              <a:t>年</a:t>
            </a:r>
            <a:endParaRPr kumimoji="1" lang="en-US" altLang="ja-JP" dirty="0"/>
          </a:p>
          <a:p>
            <a:r>
              <a:rPr kumimoji="1" lang="en-US" altLang="ja-JP" dirty="0"/>
              <a:t>2D</a:t>
            </a:r>
            <a:r>
              <a:rPr kumimoji="1" lang="ja-JP" altLang="en-US" dirty="0"/>
              <a:t>、</a:t>
            </a:r>
            <a:r>
              <a:rPr kumimoji="1" lang="en-US" altLang="ja-JP" dirty="0"/>
              <a:t>3D</a:t>
            </a:r>
            <a:r>
              <a:rPr kumimoji="1" lang="ja-JP" altLang="en-US" dirty="0"/>
              <a:t>のゲーム制作など</a:t>
            </a:r>
          </a:p>
        </p:txBody>
      </p:sp>
      <p:pic>
        <p:nvPicPr>
          <p:cNvPr id="18" name="図 17">
            <a:extLst>
              <a:ext uri="{FF2B5EF4-FFF2-40B4-BE49-F238E27FC236}">
                <a16:creationId xmlns:a16="http://schemas.microsoft.com/office/drawing/2014/main" id="{2AE36603-6128-4A55-8FBF-5255C4CE284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1128" y="2121650"/>
            <a:ext cx="857766" cy="857766"/>
          </a:xfrm>
          <a:prstGeom prst="rect">
            <a:avLst/>
          </a:prstGeom>
        </p:spPr>
      </p:pic>
      <p:sp>
        <p:nvSpPr>
          <p:cNvPr id="20" name="テキスト ボックス 19">
            <a:extLst>
              <a:ext uri="{FF2B5EF4-FFF2-40B4-BE49-F238E27FC236}">
                <a16:creationId xmlns:a16="http://schemas.microsoft.com/office/drawing/2014/main" id="{E0F28BD6-0FCE-47BC-8E02-532D88249F13}"/>
              </a:ext>
            </a:extLst>
          </p:cNvPr>
          <p:cNvSpPr txBox="1"/>
          <p:nvPr/>
        </p:nvSpPr>
        <p:spPr>
          <a:xfrm>
            <a:off x="1490134" y="2036690"/>
            <a:ext cx="4605866" cy="923330"/>
          </a:xfrm>
          <a:prstGeom prst="rect">
            <a:avLst/>
          </a:prstGeom>
          <a:noFill/>
        </p:spPr>
        <p:txBody>
          <a:bodyPr wrap="square" rtlCol="0">
            <a:spAutoFit/>
          </a:bodyPr>
          <a:lstStyle/>
          <a:p>
            <a:r>
              <a:rPr kumimoji="1" lang="en-US" altLang="ja-JP" dirty="0" err="1"/>
              <a:t>Sourcetree</a:t>
            </a:r>
            <a:r>
              <a:rPr kumimoji="1" lang="en-US" altLang="ja-JP" dirty="0"/>
              <a:t> </a:t>
            </a:r>
          </a:p>
          <a:p>
            <a:r>
              <a:rPr kumimoji="1" lang="ja-JP" altLang="en-US" dirty="0"/>
              <a:t>使用年数</a:t>
            </a:r>
            <a:r>
              <a:rPr kumimoji="1" lang="en-US" altLang="ja-JP" dirty="0"/>
              <a:t>:2</a:t>
            </a:r>
            <a:r>
              <a:rPr kumimoji="1" lang="ja-JP" altLang="en-US" dirty="0"/>
              <a:t>年</a:t>
            </a:r>
            <a:endParaRPr kumimoji="1" lang="en-US" altLang="ja-JP" dirty="0"/>
          </a:p>
          <a:p>
            <a:r>
              <a:rPr kumimoji="1" lang="ja-JP" altLang="en-US" dirty="0"/>
              <a:t>ブランチの管理、プッシュ、コミット操作</a:t>
            </a:r>
          </a:p>
        </p:txBody>
      </p:sp>
      <p:pic>
        <p:nvPicPr>
          <p:cNvPr id="21" name="図 20">
            <a:extLst>
              <a:ext uri="{FF2B5EF4-FFF2-40B4-BE49-F238E27FC236}">
                <a16:creationId xmlns:a16="http://schemas.microsoft.com/office/drawing/2014/main" id="{3F82E606-32F4-4FFF-B406-C73FF815CE3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8645" y="5682290"/>
            <a:ext cx="857766" cy="857766"/>
          </a:xfrm>
          <a:prstGeom prst="rect">
            <a:avLst/>
          </a:prstGeom>
        </p:spPr>
      </p:pic>
      <p:sp>
        <p:nvSpPr>
          <p:cNvPr id="23" name="テキスト ボックス 22">
            <a:extLst>
              <a:ext uri="{FF2B5EF4-FFF2-40B4-BE49-F238E27FC236}">
                <a16:creationId xmlns:a16="http://schemas.microsoft.com/office/drawing/2014/main" id="{6B6A4CA5-7D41-4610-AB8C-A8181320119E}"/>
              </a:ext>
            </a:extLst>
          </p:cNvPr>
          <p:cNvSpPr txBox="1"/>
          <p:nvPr/>
        </p:nvSpPr>
        <p:spPr>
          <a:xfrm>
            <a:off x="1505756" y="5578410"/>
            <a:ext cx="5174444" cy="923330"/>
          </a:xfrm>
          <a:prstGeom prst="rect">
            <a:avLst/>
          </a:prstGeom>
          <a:noFill/>
        </p:spPr>
        <p:txBody>
          <a:bodyPr wrap="square" rtlCol="0">
            <a:spAutoFit/>
          </a:bodyPr>
          <a:lstStyle/>
          <a:p>
            <a:r>
              <a:rPr kumimoji="1" lang="en-US" altLang="ja-JP" dirty="0"/>
              <a:t>Visual Studio </a:t>
            </a:r>
          </a:p>
          <a:p>
            <a:r>
              <a:rPr kumimoji="1" lang="ja-JP" altLang="en-US" dirty="0"/>
              <a:t>使用年数</a:t>
            </a:r>
            <a:r>
              <a:rPr kumimoji="1" lang="en-US" altLang="ja-JP" dirty="0"/>
              <a:t>:2</a:t>
            </a:r>
            <a:r>
              <a:rPr kumimoji="1" lang="ja-JP" altLang="en-US" dirty="0"/>
              <a:t>年</a:t>
            </a:r>
            <a:endParaRPr kumimoji="1" lang="en-US" altLang="ja-JP" dirty="0"/>
          </a:p>
          <a:p>
            <a:r>
              <a:rPr kumimoji="1" lang="en-US" altLang="ja-JP" dirty="0"/>
              <a:t>C++</a:t>
            </a:r>
            <a:r>
              <a:rPr kumimoji="1" lang="ja-JP" altLang="en-US" dirty="0"/>
              <a:t>言語、</a:t>
            </a:r>
            <a:r>
              <a:rPr kumimoji="1" lang="en-US" altLang="ja-JP" dirty="0"/>
              <a:t>Dx</a:t>
            </a:r>
            <a:r>
              <a:rPr kumimoji="1" lang="ja-JP" altLang="en-US" dirty="0"/>
              <a:t>ライブラリを使用したゲーム制作</a:t>
            </a:r>
          </a:p>
        </p:txBody>
      </p:sp>
      <p:pic>
        <p:nvPicPr>
          <p:cNvPr id="24" name="図 23">
            <a:extLst>
              <a:ext uri="{FF2B5EF4-FFF2-40B4-BE49-F238E27FC236}">
                <a16:creationId xmlns:a16="http://schemas.microsoft.com/office/drawing/2014/main" id="{DC37C3F1-60FD-4F30-A995-3B6CB08F229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59276" y="1286364"/>
            <a:ext cx="793949" cy="793949"/>
          </a:xfrm>
          <a:prstGeom prst="rect">
            <a:avLst/>
          </a:prstGeom>
        </p:spPr>
      </p:pic>
      <p:sp>
        <p:nvSpPr>
          <p:cNvPr id="26" name="テキスト ボックス 25">
            <a:extLst>
              <a:ext uri="{FF2B5EF4-FFF2-40B4-BE49-F238E27FC236}">
                <a16:creationId xmlns:a16="http://schemas.microsoft.com/office/drawing/2014/main" id="{4ECEC382-6AFD-40EF-8BB5-96E31C99AA3D}"/>
              </a:ext>
            </a:extLst>
          </p:cNvPr>
          <p:cNvSpPr txBox="1"/>
          <p:nvPr/>
        </p:nvSpPr>
        <p:spPr>
          <a:xfrm>
            <a:off x="7634059" y="1198320"/>
            <a:ext cx="4605866" cy="923330"/>
          </a:xfrm>
          <a:prstGeom prst="rect">
            <a:avLst/>
          </a:prstGeom>
          <a:noFill/>
        </p:spPr>
        <p:txBody>
          <a:bodyPr wrap="square" rtlCol="0">
            <a:spAutoFit/>
          </a:bodyPr>
          <a:lstStyle/>
          <a:p>
            <a:r>
              <a:rPr kumimoji="1" lang="en-US" altLang="ja-JP" dirty="0"/>
              <a:t>Visual Studio Code </a:t>
            </a:r>
          </a:p>
          <a:p>
            <a:r>
              <a:rPr kumimoji="1" lang="ja-JP" altLang="en-US" dirty="0"/>
              <a:t>使用年数</a:t>
            </a:r>
            <a:r>
              <a:rPr kumimoji="1" lang="en-US" altLang="ja-JP" dirty="0"/>
              <a:t>:1</a:t>
            </a:r>
            <a:r>
              <a:rPr kumimoji="1" lang="ja-JP" altLang="en-US" dirty="0"/>
              <a:t>年</a:t>
            </a:r>
            <a:endParaRPr kumimoji="1" lang="en-US" altLang="ja-JP" dirty="0"/>
          </a:p>
          <a:p>
            <a:r>
              <a:rPr lang="en-US" altLang="ja-JP" dirty="0"/>
              <a:t>C#</a:t>
            </a:r>
            <a:r>
              <a:rPr lang="ja-JP" altLang="en-US" dirty="0"/>
              <a:t>言語、</a:t>
            </a:r>
            <a:r>
              <a:rPr lang="en-US" altLang="ja-JP" dirty="0"/>
              <a:t>Unity</a:t>
            </a:r>
            <a:r>
              <a:rPr lang="ja-JP" altLang="en-US" dirty="0"/>
              <a:t>のコード作成</a:t>
            </a:r>
            <a:endParaRPr kumimoji="1" lang="ja-JP" altLang="en-US" dirty="0"/>
          </a:p>
        </p:txBody>
      </p:sp>
      <p:pic>
        <p:nvPicPr>
          <p:cNvPr id="27" name="図 26">
            <a:extLst>
              <a:ext uri="{FF2B5EF4-FFF2-40B4-BE49-F238E27FC236}">
                <a16:creationId xmlns:a16="http://schemas.microsoft.com/office/drawing/2014/main" id="{A8957373-520D-4EEB-BD18-975C30D31C2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759276" y="2166071"/>
            <a:ext cx="793949" cy="793949"/>
          </a:xfrm>
          <a:prstGeom prst="rect">
            <a:avLst/>
          </a:prstGeom>
        </p:spPr>
      </p:pic>
      <p:sp>
        <p:nvSpPr>
          <p:cNvPr id="29" name="テキスト ボックス 28">
            <a:extLst>
              <a:ext uri="{FF2B5EF4-FFF2-40B4-BE49-F238E27FC236}">
                <a16:creationId xmlns:a16="http://schemas.microsoft.com/office/drawing/2014/main" id="{AC27D9F1-1E41-4C88-8070-B67E52333E57}"/>
              </a:ext>
            </a:extLst>
          </p:cNvPr>
          <p:cNvSpPr txBox="1"/>
          <p:nvPr/>
        </p:nvSpPr>
        <p:spPr>
          <a:xfrm>
            <a:off x="7634059" y="2056086"/>
            <a:ext cx="4605866" cy="923330"/>
          </a:xfrm>
          <a:prstGeom prst="rect">
            <a:avLst/>
          </a:prstGeom>
          <a:noFill/>
        </p:spPr>
        <p:txBody>
          <a:bodyPr wrap="square" rtlCol="0">
            <a:spAutoFit/>
          </a:bodyPr>
          <a:lstStyle/>
          <a:p>
            <a:r>
              <a:rPr kumimoji="1" lang="en-US" altLang="ja-JP" dirty="0"/>
              <a:t>Gimp</a:t>
            </a:r>
          </a:p>
          <a:p>
            <a:r>
              <a:rPr kumimoji="1" lang="ja-JP" altLang="en-US" dirty="0"/>
              <a:t>使用年数</a:t>
            </a:r>
            <a:r>
              <a:rPr kumimoji="1" lang="en-US" altLang="ja-JP" dirty="0"/>
              <a:t>:2</a:t>
            </a:r>
            <a:r>
              <a:rPr kumimoji="1" lang="ja-JP" altLang="en-US" dirty="0"/>
              <a:t>年</a:t>
            </a:r>
            <a:endParaRPr kumimoji="1" lang="en-US" altLang="ja-JP" dirty="0"/>
          </a:p>
          <a:p>
            <a:r>
              <a:rPr kumimoji="1" lang="ja-JP" altLang="en-US" dirty="0"/>
              <a:t>ドット絵、アイコンの作成など</a:t>
            </a:r>
          </a:p>
        </p:txBody>
      </p:sp>
      <p:sp>
        <p:nvSpPr>
          <p:cNvPr id="3" name="スライド番号プレースホルダー 2">
            <a:extLst>
              <a:ext uri="{FF2B5EF4-FFF2-40B4-BE49-F238E27FC236}">
                <a16:creationId xmlns:a16="http://schemas.microsoft.com/office/drawing/2014/main" id="{8ED74A6D-52D8-4C4C-B546-5CF96C1114BF}"/>
              </a:ext>
            </a:extLst>
          </p:cNvPr>
          <p:cNvSpPr>
            <a:spLocks noGrp="1"/>
          </p:cNvSpPr>
          <p:nvPr>
            <p:ph type="sldNum" sz="quarter" idx="12"/>
          </p:nvPr>
        </p:nvSpPr>
        <p:spPr/>
        <p:txBody>
          <a:bodyPr/>
          <a:lstStyle/>
          <a:p>
            <a:fld id="{D77CE0F4-93DF-401C-9042-9C402698D8AB}" type="slidenum">
              <a:rPr kumimoji="1" lang="ja-JP" altLang="en-US" smtClean="0"/>
              <a:t>5</a:t>
            </a:fld>
            <a:endParaRPr kumimoji="1" lang="ja-JP" altLang="en-US"/>
          </a:p>
        </p:txBody>
      </p:sp>
      <p:sp>
        <p:nvSpPr>
          <p:cNvPr id="22" name="テキスト ボックス 21">
            <a:extLst>
              <a:ext uri="{FF2B5EF4-FFF2-40B4-BE49-F238E27FC236}">
                <a16:creationId xmlns:a16="http://schemas.microsoft.com/office/drawing/2014/main" id="{9F6E5B54-95C6-45C3-92D9-B16D54BCAD4F}"/>
              </a:ext>
            </a:extLst>
          </p:cNvPr>
          <p:cNvSpPr txBox="1"/>
          <p:nvPr/>
        </p:nvSpPr>
        <p:spPr>
          <a:xfrm>
            <a:off x="4425875" y="229336"/>
            <a:ext cx="3218329" cy="646331"/>
          </a:xfrm>
          <a:prstGeom prst="rect">
            <a:avLst/>
          </a:prstGeom>
          <a:noFill/>
        </p:spPr>
        <p:txBody>
          <a:bodyPr wrap="square" rtlCol="0">
            <a:spAutoFit/>
          </a:bodyPr>
          <a:lstStyle/>
          <a:p>
            <a:pPr algn="ctr"/>
            <a:r>
              <a:rPr lang="ja-JP" altLang="en-US" sz="3600" dirty="0"/>
              <a:t>スキルシート</a:t>
            </a:r>
            <a:endParaRPr kumimoji="1" lang="ja-JP" altLang="en-US" sz="3600" dirty="0"/>
          </a:p>
        </p:txBody>
      </p:sp>
    </p:spTree>
    <p:extLst>
      <p:ext uri="{BB962C8B-B14F-4D97-AF65-F5344CB8AC3E}">
        <p14:creationId xmlns:p14="http://schemas.microsoft.com/office/powerpoint/2010/main" val="2736664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6E99027-28FB-4D70-829A-EDF26A9C9422}"/>
              </a:ext>
            </a:extLst>
          </p:cNvPr>
          <p:cNvSpPr>
            <a:spLocks noGrp="1"/>
          </p:cNvSpPr>
          <p:nvPr>
            <p:ph type="sldNum" sz="quarter" idx="12"/>
          </p:nvPr>
        </p:nvSpPr>
        <p:spPr/>
        <p:txBody>
          <a:bodyPr/>
          <a:lstStyle/>
          <a:p>
            <a:fld id="{D77CE0F4-93DF-401C-9042-9C402698D8AB}" type="slidenum">
              <a:rPr kumimoji="1" lang="ja-JP" altLang="en-US" smtClean="0"/>
              <a:t>6</a:t>
            </a:fld>
            <a:endParaRPr kumimoji="1" lang="ja-JP" altLang="en-US"/>
          </a:p>
        </p:txBody>
      </p:sp>
      <p:sp>
        <p:nvSpPr>
          <p:cNvPr id="5" name="テキスト ボックス 4">
            <a:extLst>
              <a:ext uri="{FF2B5EF4-FFF2-40B4-BE49-F238E27FC236}">
                <a16:creationId xmlns:a16="http://schemas.microsoft.com/office/drawing/2014/main" id="{4FA81354-323F-417E-8AA0-9947B9820872}"/>
              </a:ext>
            </a:extLst>
          </p:cNvPr>
          <p:cNvSpPr txBox="1"/>
          <p:nvPr/>
        </p:nvSpPr>
        <p:spPr>
          <a:xfrm>
            <a:off x="106438" y="630423"/>
            <a:ext cx="5876350" cy="923330"/>
          </a:xfrm>
          <a:prstGeom prst="rect">
            <a:avLst/>
          </a:prstGeom>
          <a:noFill/>
        </p:spPr>
        <p:txBody>
          <a:bodyPr wrap="square" rtlCol="0">
            <a:spAutoFit/>
          </a:bodyPr>
          <a:lstStyle/>
          <a:p>
            <a:pPr algn="ctr"/>
            <a:r>
              <a:rPr kumimoji="1" lang="ja-JP" altLang="en-US" sz="5400" dirty="0"/>
              <a:t>これまでの活動</a:t>
            </a:r>
            <a:endParaRPr kumimoji="1" lang="en-US" altLang="ja-JP" sz="5400" dirty="0"/>
          </a:p>
        </p:txBody>
      </p:sp>
      <p:sp>
        <p:nvSpPr>
          <p:cNvPr id="3" name="四角形: 角を丸くする 2">
            <a:extLst>
              <a:ext uri="{FF2B5EF4-FFF2-40B4-BE49-F238E27FC236}">
                <a16:creationId xmlns:a16="http://schemas.microsoft.com/office/drawing/2014/main" id="{52286C21-51EE-3D1E-A7E6-D5B846F86BD7}"/>
              </a:ext>
            </a:extLst>
          </p:cNvPr>
          <p:cNvSpPr/>
          <p:nvPr/>
        </p:nvSpPr>
        <p:spPr>
          <a:xfrm>
            <a:off x="809898" y="2351313"/>
            <a:ext cx="3302484" cy="3814355"/>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16E2666F-460D-87FB-1261-0BE72A27D4B9}"/>
              </a:ext>
            </a:extLst>
          </p:cNvPr>
          <p:cNvSpPr/>
          <p:nvPr/>
        </p:nvSpPr>
        <p:spPr>
          <a:xfrm>
            <a:off x="4611189" y="2351312"/>
            <a:ext cx="3302484" cy="3814355"/>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899A80BF-0B14-70BB-4394-083A25818327}"/>
              </a:ext>
            </a:extLst>
          </p:cNvPr>
          <p:cNvSpPr/>
          <p:nvPr/>
        </p:nvSpPr>
        <p:spPr>
          <a:xfrm>
            <a:off x="8412480" y="2351312"/>
            <a:ext cx="3302484" cy="3814355"/>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C2AAE7E2-1056-28DF-4675-0D65563F271A}"/>
              </a:ext>
            </a:extLst>
          </p:cNvPr>
          <p:cNvSpPr txBox="1"/>
          <p:nvPr/>
        </p:nvSpPr>
        <p:spPr>
          <a:xfrm>
            <a:off x="1829767" y="5540085"/>
            <a:ext cx="1452395" cy="523220"/>
          </a:xfrm>
          <a:prstGeom prst="rect">
            <a:avLst/>
          </a:prstGeom>
          <a:noFill/>
        </p:spPr>
        <p:txBody>
          <a:bodyPr wrap="square" rtlCol="0">
            <a:spAutoFit/>
          </a:bodyPr>
          <a:lstStyle/>
          <a:p>
            <a:r>
              <a:rPr kumimoji="1" lang="ja-JP" altLang="en-US" sz="2800" dirty="0"/>
              <a:t>企画書</a:t>
            </a:r>
          </a:p>
        </p:txBody>
      </p:sp>
      <p:sp>
        <p:nvSpPr>
          <p:cNvPr id="15" name="テキスト ボックス 14">
            <a:extLst>
              <a:ext uri="{FF2B5EF4-FFF2-40B4-BE49-F238E27FC236}">
                <a16:creationId xmlns:a16="http://schemas.microsoft.com/office/drawing/2014/main" id="{3AA5EC93-B1D0-3D21-60D4-1CCF1AD56B86}"/>
              </a:ext>
            </a:extLst>
          </p:cNvPr>
          <p:cNvSpPr txBox="1"/>
          <p:nvPr/>
        </p:nvSpPr>
        <p:spPr>
          <a:xfrm>
            <a:off x="5695890" y="5540085"/>
            <a:ext cx="1463040" cy="523220"/>
          </a:xfrm>
          <a:prstGeom prst="rect">
            <a:avLst/>
          </a:prstGeom>
          <a:noFill/>
        </p:spPr>
        <p:txBody>
          <a:bodyPr wrap="square" rtlCol="0">
            <a:spAutoFit/>
          </a:bodyPr>
          <a:lstStyle/>
          <a:p>
            <a:r>
              <a:rPr kumimoji="1" lang="ja-JP" altLang="en-US" sz="2800" dirty="0"/>
              <a:t>仕様書</a:t>
            </a:r>
          </a:p>
        </p:txBody>
      </p:sp>
      <p:sp>
        <p:nvSpPr>
          <p:cNvPr id="16" name="テキスト ボックス 15">
            <a:extLst>
              <a:ext uri="{FF2B5EF4-FFF2-40B4-BE49-F238E27FC236}">
                <a16:creationId xmlns:a16="http://schemas.microsoft.com/office/drawing/2014/main" id="{F20B178A-220A-CA7A-029C-9417299E4EA3}"/>
              </a:ext>
            </a:extLst>
          </p:cNvPr>
          <p:cNvSpPr txBox="1"/>
          <p:nvPr/>
        </p:nvSpPr>
        <p:spPr>
          <a:xfrm>
            <a:off x="9277531" y="5540085"/>
            <a:ext cx="2169403" cy="523220"/>
          </a:xfrm>
          <a:prstGeom prst="rect">
            <a:avLst/>
          </a:prstGeom>
          <a:noFill/>
        </p:spPr>
        <p:txBody>
          <a:bodyPr wrap="square" rtlCol="0">
            <a:spAutoFit/>
          </a:bodyPr>
          <a:lstStyle/>
          <a:p>
            <a:r>
              <a:rPr kumimoji="1" lang="ja-JP" altLang="en-US" sz="2800" dirty="0"/>
              <a:t>ゲーム作品</a:t>
            </a:r>
          </a:p>
        </p:txBody>
      </p:sp>
      <p:sp>
        <p:nvSpPr>
          <p:cNvPr id="17" name="テキスト ボックス 16">
            <a:extLst>
              <a:ext uri="{FF2B5EF4-FFF2-40B4-BE49-F238E27FC236}">
                <a16:creationId xmlns:a16="http://schemas.microsoft.com/office/drawing/2014/main" id="{FCB6A587-E2F0-5B20-03BF-A9E6AC9852AA}"/>
              </a:ext>
            </a:extLst>
          </p:cNvPr>
          <p:cNvSpPr txBox="1"/>
          <p:nvPr/>
        </p:nvSpPr>
        <p:spPr>
          <a:xfrm>
            <a:off x="809898" y="1603085"/>
            <a:ext cx="7254240" cy="523220"/>
          </a:xfrm>
          <a:prstGeom prst="rect">
            <a:avLst/>
          </a:prstGeom>
          <a:noFill/>
        </p:spPr>
        <p:txBody>
          <a:bodyPr wrap="square" rtlCol="0">
            <a:spAutoFit/>
          </a:bodyPr>
          <a:lstStyle/>
          <a:p>
            <a:r>
              <a:rPr kumimoji="1" lang="ja-JP" altLang="en-US" sz="2800" dirty="0"/>
              <a:t>製作物</a:t>
            </a:r>
            <a:r>
              <a:rPr kumimoji="1" lang="en-US" altLang="ja-JP" sz="2800" dirty="0"/>
              <a:t>(</a:t>
            </a:r>
            <a:r>
              <a:rPr kumimoji="1" lang="ja-JP" altLang="en-US" sz="2800" dirty="0"/>
              <a:t>企画書、仕様書、ゲーム開発等</a:t>
            </a:r>
            <a:r>
              <a:rPr kumimoji="1" lang="en-US" altLang="ja-JP" sz="2800" dirty="0"/>
              <a:t>)</a:t>
            </a:r>
            <a:endParaRPr kumimoji="1" lang="ja-JP" altLang="en-US" sz="2800" dirty="0"/>
          </a:p>
        </p:txBody>
      </p:sp>
      <p:sp>
        <p:nvSpPr>
          <p:cNvPr id="18" name="テキスト ボックス 17">
            <a:extLst>
              <a:ext uri="{FF2B5EF4-FFF2-40B4-BE49-F238E27FC236}">
                <a16:creationId xmlns:a16="http://schemas.microsoft.com/office/drawing/2014/main" id="{C910C52D-49F9-B573-332B-6A8D236B5EAC}"/>
              </a:ext>
            </a:extLst>
          </p:cNvPr>
          <p:cNvSpPr txBox="1"/>
          <p:nvPr/>
        </p:nvSpPr>
        <p:spPr>
          <a:xfrm>
            <a:off x="1776546" y="4258489"/>
            <a:ext cx="1558835" cy="1323439"/>
          </a:xfrm>
          <a:prstGeom prst="rect">
            <a:avLst/>
          </a:prstGeom>
          <a:noFill/>
        </p:spPr>
        <p:txBody>
          <a:bodyPr wrap="square" rtlCol="0">
            <a:spAutoFit/>
          </a:bodyPr>
          <a:lstStyle/>
          <a:p>
            <a:r>
              <a:rPr kumimoji="1" lang="en-US" altLang="ja-JP" sz="8000" dirty="0"/>
              <a:t>10</a:t>
            </a:r>
            <a:endParaRPr kumimoji="1" lang="ja-JP" altLang="en-US" sz="8000" dirty="0"/>
          </a:p>
        </p:txBody>
      </p:sp>
      <p:sp>
        <p:nvSpPr>
          <p:cNvPr id="20" name="テキスト ボックス 19">
            <a:extLst>
              <a:ext uri="{FF2B5EF4-FFF2-40B4-BE49-F238E27FC236}">
                <a16:creationId xmlns:a16="http://schemas.microsoft.com/office/drawing/2014/main" id="{90F0D085-EFA1-F316-03D4-2428DF9CA6DA}"/>
              </a:ext>
            </a:extLst>
          </p:cNvPr>
          <p:cNvSpPr txBox="1"/>
          <p:nvPr/>
        </p:nvSpPr>
        <p:spPr>
          <a:xfrm>
            <a:off x="5483013" y="4216646"/>
            <a:ext cx="1558835" cy="1323439"/>
          </a:xfrm>
          <a:prstGeom prst="rect">
            <a:avLst/>
          </a:prstGeom>
          <a:noFill/>
        </p:spPr>
        <p:txBody>
          <a:bodyPr wrap="square" rtlCol="0">
            <a:spAutoFit/>
          </a:bodyPr>
          <a:lstStyle/>
          <a:p>
            <a:pPr algn="ctr"/>
            <a:r>
              <a:rPr kumimoji="1" lang="en-US" altLang="ja-JP" sz="8000" dirty="0"/>
              <a:t>4</a:t>
            </a:r>
            <a:endParaRPr kumimoji="1" lang="ja-JP" altLang="en-US" sz="8000" dirty="0"/>
          </a:p>
        </p:txBody>
      </p:sp>
      <p:sp>
        <p:nvSpPr>
          <p:cNvPr id="22" name="テキスト ボックス 21">
            <a:extLst>
              <a:ext uri="{FF2B5EF4-FFF2-40B4-BE49-F238E27FC236}">
                <a16:creationId xmlns:a16="http://schemas.microsoft.com/office/drawing/2014/main" id="{581826EC-9F31-086E-2C1E-34A3F2016257}"/>
              </a:ext>
            </a:extLst>
          </p:cNvPr>
          <p:cNvSpPr txBox="1"/>
          <p:nvPr/>
        </p:nvSpPr>
        <p:spPr>
          <a:xfrm>
            <a:off x="9284304" y="4258489"/>
            <a:ext cx="1558835" cy="1323439"/>
          </a:xfrm>
          <a:prstGeom prst="rect">
            <a:avLst/>
          </a:prstGeom>
          <a:noFill/>
        </p:spPr>
        <p:txBody>
          <a:bodyPr wrap="square" rtlCol="0">
            <a:spAutoFit/>
          </a:bodyPr>
          <a:lstStyle/>
          <a:p>
            <a:pPr algn="ctr"/>
            <a:r>
              <a:rPr kumimoji="1" lang="en-US" altLang="ja-JP" sz="8000" dirty="0"/>
              <a:t>4</a:t>
            </a:r>
            <a:endParaRPr kumimoji="1" lang="ja-JP" altLang="en-US" sz="8000" dirty="0"/>
          </a:p>
        </p:txBody>
      </p:sp>
      <p:pic>
        <p:nvPicPr>
          <p:cNvPr id="24" name="グラフィックス 23" descr="ドキュメント 単色塗りつぶし">
            <a:extLst>
              <a:ext uri="{FF2B5EF4-FFF2-40B4-BE49-F238E27FC236}">
                <a16:creationId xmlns:a16="http://schemas.microsoft.com/office/drawing/2014/main" id="{BCE6BDDE-0700-F4BB-856C-CB37C8F8FD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23179" y="2557663"/>
            <a:ext cx="1658983" cy="1658983"/>
          </a:xfrm>
          <a:prstGeom prst="rect">
            <a:avLst/>
          </a:prstGeom>
        </p:spPr>
      </p:pic>
      <p:pic>
        <p:nvPicPr>
          <p:cNvPr id="26" name="グラフィックス 25" descr="紙 単色塗りつぶし">
            <a:extLst>
              <a:ext uri="{FF2B5EF4-FFF2-40B4-BE49-F238E27FC236}">
                <a16:creationId xmlns:a16="http://schemas.microsoft.com/office/drawing/2014/main" id="{BC3B7ACB-9F65-3013-4BC6-EFFF1F05F0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48662" y="2589109"/>
            <a:ext cx="1627537" cy="1627537"/>
          </a:xfrm>
          <a:prstGeom prst="rect">
            <a:avLst/>
          </a:prstGeom>
        </p:spPr>
      </p:pic>
      <p:pic>
        <p:nvPicPr>
          <p:cNvPr id="28" name="グラフィックス 27" descr="ゲーム コントローラー 単色塗りつぶし">
            <a:extLst>
              <a:ext uri="{FF2B5EF4-FFF2-40B4-BE49-F238E27FC236}">
                <a16:creationId xmlns:a16="http://schemas.microsoft.com/office/drawing/2014/main" id="{E891523B-F792-AC6D-CC09-4FA4A0D9AF5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72842" y="2699654"/>
            <a:ext cx="1558835" cy="1558835"/>
          </a:xfrm>
          <a:prstGeom prst="rect">
            <a:avLst/>
          </a:prstGeom>
        </p:spPr>
      </p:pic>
    </p:spTree>
    <p:extLst>
      <p:ext uri="{BB962C8B-B14F-4D97-AF65-F5344CB8AC3E}">
        <p14:creationId xmlns:p14="http://schemas.microsoft.com/office/powerpoint/2010/main" val="211200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92CF9-856A-D206-497F-E358732CDC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DF8F9B-7587-84DF-8F94-F8C4DFB2A12C}"/>
              </a:ext>
            </a:extLst>
          </p:cNvPr>
          <p:cNvSpPr>
            <a:spLocks noGrp="1"/>
          </p:cNvSpPr>
          <p:nvPr>
            <p:ph type="ctrTitle"/>
          </p:nvPr>
        </p:nvSpPr>
        <p:spPr/>
        <p:txBody>
          <a:bodyPr/>
          <a:lstStyle/>
          <a:p>
            <a:r>
              <a:rPr lang="ja-JP" altLang="en-US" dirty="0"/>
              <a:t>プレイ可能作品</a:t>
            </a:r>
            <a:endParaRPr kumimoji="1" lang="ja-JP" altLang="en-US" dirty="0"/>
          </a:p>
        </p:txBody>
      </p:sp>
      <p:sp>
        <p:nvSpPr>
          <p:cNvPr id="3" name="スライド番号プレースホルダー 2">
            <a:extLst>
              <a:ext uri="{FF2B5EF4-FFF2-40B4-BE49-F238E27FC236}">
                <a16:creationId xmlns:a16="http://schemas.microsoft.com/office/drawing/2014/main" id="{03E3DD46-0AE6-5D82-F8B7-3E4FC00E00BE}"/>
              </a:ext>
            </a:extLst>
          </p:cNvPr>
          <p:cNvSpPr>
            <a:spLocks noGrp="1"/>
          </p:cNvSpPr>
          <p:nvPr>
            <p:ph type="sldNum" sz="quarter" idx="12"/>
          </p:nvPr>
        </p:nvSpPr>
        <p:spPr/>
        <p:txBody>
          <a:bodyPr/>
          <a:lstStyle/>
          <a:p>
            <a:fld id="{D77CE0F4-93DF-401C-9042-9C402698D8AB}" type="slidenum">
              <a:rPr kumimoji="1" lang="ja-JP" altLang="en-US" smtClean="0"/>
              <a:t>7</a:t>
            </a:fld>
            <a:endParaRPr kumimoji="1" lang="ja-JP" altLang="en-US"/>
          </a:p>
        </p:txBody>
      </p:sp>
    </p:spTree>
    <p:extLst>
      <p:ext uri="{BB962C8B-B14F-4D97-AF65-F5344CB8AC3E}">
        <p14:creationId xmlns:p14="http://schemas.microsoft.com/office/powerpoint/2010/main" val="1211357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4C390F48-C8DB-5F04-8FE8-9E037E637D85}"/>
              </a:ext>
            </a:extLst>
          </p:cNvPr>
          <p:cNvPicPr>
            <a:picLocks noChangeAspect="1"/>
          </p:cNvPicPr>
          <p:nvPr/>
        </p:nvPicPr>
        <p:blipFill>
          <a:blip r:embed="rId2"/>
          <a:stretch>
            <a:fillRect/>
          </a:stretch>
        </p:blipFill>
        <p:spPr>
          <a:xfrm>
            <a:off x="247105" y="259385"/>
            <a:ext cx="11697788" cy="6322607"/>
          </a:xfrm>
          <a:prstGeom prst="rect">
            <a:avLst/>
          </a:prstGeom>
        </p:spPr>
      </p:pic>
      <p:sp>
        <p:nvSpPr>
          <p:cNvPr id="30" name="正方形/長方形 29">
            <a:extLst>
              <a:ext uri="{FF2B5EF4-FFF2-40B4-BE49-F238E27FC236}">
                <a16:creationId xmlns:a16="http://schemas.microsoft.com/office/drawing/2014/main" id="{38DB902E-2CE1-3CD6-F248-3A636DDD17C5}"/>
              </a:ext>
            </a:extLst>
          </p:cNvPr>
          <p:cNvSpPr/>
          <p:nvPr/>
        </p:nvSpPr>
        <p:spPr>
          <a:xfrm>
            <a:off x="8170273" y="5331567"/>
            <a:ext cx="2612571" cy="81665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10" name="スライド番号プレースホルダー 9">
            <a:extLst>
              <a:ext uri="{FF2B5EF4-FFF2-40B4-BE49-F238E27FC236}">
                <a16:creationId xmlns:a16="http://schemas.microsoft.com/office/drawing/2014/main" id="{69D43882-9919-4849-9F7E-3C102EF492F7}"/>
              </a:ext>
            </a:extLst>
          </p:cNvPr>
          <p:cNvSpPr>
            <a:spLocks noGrp="1"/>
          </p:cNvSpPr>
          <p:nvPr>
            <p:ph type="sldNum" sz="quarter" idx="12"/>
          </p:nvPr>
        </p:nvSpPr>
        <p:spPr/>
        <p:txBody>
          <a:bodyPr/>
          <a:lstStyle/>
          <a:p>
            <a:fld id="{D77CE0F4-93DF-401C-9042-9C402698D8AB}" type="slidenum">
              <a:rPr kumimoji="1" lang="ja-JP" altLang="en-US" smtClean="0"/>
              <a:t>8</a:t>
            </a:fld>
            <a:endParaRPr kumimoji="1" lang="ja-JP" altLang="en-US" dirty="0"/>
          </a:p>
        </p:txBody>
      </p:sp>
      <p:sp>
        <p:nvSpPr>
          <p:cNvPr id="11" name="正方形/長方形 10">
            <a:extLst>
              <a:ext uri="{FF2B5EF4-FFF2-40B4-BE49-F238E27FC236}">
                <a16:creationId xmlns:a16="http://schemas.microsoft.com/office/drawing/2014/main" id="{1DE76075-327B-356E-843A-C4B416E41C89}"/>
              </a:ext>
            </a:extLst>
          </p:cNvPr>
          <p:cNvSpPr/>
          <p:nvPr/>
        </p:nvSpPr>
        <p:spPr>
          <a:xfrm>
            <a:off x="247105" y="5259977"/>
            <a:ext cx="11697789" cy="132201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12" name="テキスト ボックス 11">
            <a:extLst>
              <a:ext uri="{FF2B5EF4-FFF2-40B4-BE49-F238E27FC236}">
                <a16:creationId xmlns:a16="http://schemas.microsoft.com/office/drawing/2014/main" id="{926E7C50-640F-94AA-B0F5-65B17084AD51}"/>
              </a:ext>
            </a:extLst>
          </p:cNvPr>
          <p:cNvSpPr txBox="1"/>
          <p:nvPr/>
        </p:nvSpPr>
        <p:spPr>
          <a:xfrm>
            <a:off x="501766" y="5416731"/>
            <a:ext cx="5742280" cy="646331"/>
          </a:xfrm>
          <a:prstGeom prst="rect">
            <a:avLst/>
          </a:prstGeom>
          <a:noFill/>
        </p:spPr>
        <p:txBody>
          <a:bodyPr wrap="square" rtlCol="0">
            <a:spAutoFit/>
          </a:bodyPr>
          <a:lstStyle/>
          <a:p>
            <a:r>
              <a:rPr kumimoji="1" lang="ja-JP" altLang="en-US" sz="3600" dirty="0">
                <a:solidFill>
                  <a:schemeClr val="bg1"/>
                </a:solidFill>
              </a:rPr>
              <a:t>けいさつとおにごっこ</a:t>
            </a:r>
          </a:p>
        </p:txBody>
      </p:sp>
      <p:sp>
        <p:nvSpPr>
          <p:cNvPr id="15" name="テキスト ボックス 14">
            <a:extLst>
              <a:ext uri="{FF2B5EF4-FFF2-40B4-BE49-F238E27FC236}">
                <a16:creationId xmlns:a16="http://schemas.microsoft.com/office/drawing/2014/main" id="{DBAC6BCD-274B-6992-254F-C3C4A5E74526}"/>
              </a:ext>
            </a:extLst>
          </p:cNvPr>
          <p:cNvSpPr txBox="1"/>
          <p:nvPr/>
        </p:nvSpPr>
        <p:spPr>
          <a:xfrm>
            <a:off x="5259977" y="5617028"/>
            <a:ext cx="2804160" cy="369332"/>
          </a:xfrm>
          <a:prstGeom prst="rect">
            <a:avLst/>
          </a:prstGeom>
          <a:noFill/>
        </p:spPr>
        <p:txBody>
          <a:bodyPr wrap="square" rtlCol="0">
            <a:spAutoFit/>
          </a:bodyPr>
          <a:lstStyle/>
          <a:p>
            <a:r>
              <a:rPr kumimoji="1" lang="en-US" altLang="ja-JP" dirty="0">
                <a:solidFill>
                  <a:schemeClr val="bg1"/>
                </a:solidFill>
              </a:rPr>
              <a:t>2025</a:t>
            </a:r>
            <a:r>
              <a:rPr kumimoji="1" lang="ja-JP" altLang="en-US" dirty="0">
                <a:solidFill>
                  <a:schemeClr val="bg1"/>
                </a:solidFill>
              </a:rPr>
              <a:t>年</a:t>
            </a:r>
            <a:r>
              <a:rPr kumimoji="1" lang="en-US" altLang="ja-JP" dirty="0">
                <a:solidFill>
                  <a:schemeClr val="bg1"/>
                </a:solidFill>
              </a:rPr>
              <a:t>5</a:t>
            </a:r>
            <a:r>
              <a:rPr kumimoji="1" lang="ja-JP" altLang="en-US" dirty="0">
                <a:solidFill>
                  <a:schemeClr val="bg1"/>
                </a:solidFill>
              </a:rPr>
              <a:t>月</a:t>
            </a:r>
            <a:r>
              <a:rPr kumimoji="1" lang="en-US" altLang="ja-JP" dirty="0">
                <a:solidFill>
                  <a:schemeClr val="bg1"/>
                </a:solidFill>
              </a:rPr>
              <a:t>~2025</a:t>
            </a:r>
            <a:r>
              <a:rPr kumimoji="1" lang="ja-JP" altLang="en-US" dirty="0">
                <a:solidFill>
                  <a:schemeClr val="bg1"/>
                </a:solidFill>
              </a:rPr>
              <a:t>年</a:t>
            </a:r>
            <a:r>
              <a:rPr kumimoji="1" lang="en-US" altLang="ja-JP" dirty="0">
                <a:solidFill>
                  <a:schemeClr val="bg1"/>
                </a:solidFill>
              </a:rPr>
              <a:t>~8</a:t>
            </a:r>
            <a:r>
              <a:rPr kumimoji="1" lang="ja-JP" altLang="en-US" dirty="0">
                <a:solidFill>
                  <a:schemeClr val="bg1"/>
                </a:solidFill>
              </a:rPr>
              <a:t>月</a:t>
            </a:r>
          </a:p>
        </p:txBody>
      </p:sp>
      <p:sp>
        <p:nvSpPr>
          <p:cNvPr id="16" name="テキスト ボックス 15">
            <a:extLst>
              <a:ext uri="{FF2B5EF4-FFF2-40B4-BE49-F238E27FC236}">
                <a16:creationId xmlns:a16="http://schemas.microsoft.com/office/drawing/2014/main" id="{0F631458-B029-796A-9E37-D321D3BD28E4}"/>
              </a:ext>
            </a:extLst>
          </p:cNvPr>
          <p:cNvSpPr txBox="1"/>
          <p:nvPr/>
        </p:nvSpPr>
        <p:spPr>
          <a:xfrm>
            <a:off x="583474" y="5952284"/>
            <a:ext cx="1323703" cy="584775"/>
          </a:xfrm>
          <a:prstGeom prst="rect">
            <a:avLst/>
          </a:prstGeom>
          <a:noFill/>
        </p:spPr>
        <p:txBody>
          <a:bodyPr wrap="square" rtlCol="0">
            <a:spAutoFit/>
          </a:bodyPr>
          <a:lstStyle/>
          <a:p>
            <a:r>
              <a:rPr kumimoji="1" lang="ja-JP" altLang="en-US" sz="1400" dirty="0">
                <a:solidFill>
                  <a:schemeClr val="bg1"/>
                </a:solidFill>
              </a:rPr>
              <a:t>企画期間</a:t>
            </a:r>
            <a:endParaRPr kumimoji="1" lang="en-US" altLang="ja-JP" sz="1400" dirty="0">
              <a:solidFill>
                <a:schemeClr val="bg1"/>
              </a:solidFill>
            </a:endParaRPr>
          </a:p>
          <a:p>
            <a:r>
              <a:rPr kumimoji="1" lang="en-US" altLang="ja-JP" dirty="0">
                <a:solidFill>
                  <a:schemeClr val="bg1"/>
                </a:solidFill>
              </a:rPr>
              <a:t> 1</a:t>
            </a:r>
            <a:r>
              <a:rPr kumimoji="1" lang="ja-JP" altLang="en-US" dirty="0">
                <a:solidFill>
                  <a:schemeClr val="bg1"/>
                </a:solidFill>
              </a:rPr>
              <a:t>週間</a:t>
            </a:r>
          </a:p>
        </p:txBody>
      </p:sp>
      <p:sp>
        <p:nvSpPr>
          <p:cNvPr id="18" name="テキスト ボックス 17">
            <a:extLst>
              <a:ext uri="{FF2B5EF4-FFF2-40B4-BE49-F238E27FC236}">
                <a16:creationId xmlns:a16="http://schemas.microsoft.com/office/drawing/2014/main" id="{9625662B-5783-B0DB-D784-58A66CE0C853}"/>
              </a:ext>
            </a:extLst>
          </p:cNvPr>
          <p:cNvSpPr txBox="1"/>
          <p:nvPr/>
        </p:nvSpPr>
        <p:spPr>
          <a:xfrm>
            <a:off x="1862000" y="5952284"/>
            <a:ext cx="1323703" cy="584775"/>
          </a:xfrm>
          <a:prstGeom prst="rect">
            <a:avLst/>
          </a:prstGeom>
          <a:noFill/>
        </p:spPr>
        <p:txBody>
          <a:bodyPr wrap="square" rtlCol="0">
            <a:spAutoFit/>
          </a:bodyPr>
          <a:lstStyle/>
          <a:p>
            <a:r>
              <a:rPr kumimoji="1" lang="ja-JP" altLang="en-US" sz="1400" dirty="0">
                <a:solidFill>
                  <a:schemeClr val="bg1"/>
                </a:solidFill>
              </a:rPr>
              <a:t>開発期間</a:t>
            </a:r>
            <a:endParaRPr kumimoji="1" lang="en-US" altLang="ja-JP" sz="1400" dirty="0">
              <a:solidFill>
                <a:schemeClr val="bg1"/>
              </a:solidFill>
            </a:endParaRPr>
          </a:p>
          <a:p>
            <a:r>
              <a:rPr kumimoji="1" lang="en-US" altLang="ja-JP" dirty="0">
                <a:solidFill>
                  <a:schemeClr val="bg1"/>
                </a:solidFill>
              </a:rPr>
              <a:t>11</a:t>
            </a:r>
            <a:r>
              <a:rPr kumimoji="1" lang="ja-JP" altLang="en-US" dirty="0">
                <a:solidFill>
                  <a:schemeClr val="bg1"/>
                </a:solidFill>
              </a:rPr>
              <a:t>週間</a:t>
            </a:r>
          </a:p>
        </p:txBody>
      </p:sp>
      <p:sp>
        <p:nvSpPr>
          <p:cNvPr id="21" name="テキスト ボックス 20">
            <a:extLst>
              <a:ext uri="{FF2B5EF4-FFF2-40B4-BE49-F238E27FC236}">
                <a16:creationId xmlns:a16="http://schemas.microsoft.com/office/drawing/2014/main" id="{9B4D8EAC-CBE1-1963-FF36-22FA0EC8B8B9}"/>
              </a:ext>
            </a:extLst>
          </p:cNvPr>
          <p:cNvSpPr txBox="1"/>
          <p:nvPr/>
        </p:nvSpPr>
        <p:spPr>
          <a:xfrm>
            <a:off x="3924300" y="5952284"/>
            <a:ext cx="2171699" cy="584775"/>
          </a:xfrm>
          <a:prstGeom prst="rect">
            <a:avLst/>
          </a:prstGeom>
          <a:noFill/>
        </p:spPr>
        <p:txBody>
          <a:bodyPr wrap="square" rtlCol="0">
            <a:spAutoFit/>
          </a:bodyPr>
          <a:lstStyle/>
          <a:p>
            <a:r>
              <a:rPr kumimoji="1" lang="ja-JP" altLang="en-US" sz="1400" dirty="0">
                <a:solidFill>
                  <a:schemeClr val="bg1"/>
                </a:solidFill>
              </a:rPr>
              <a:t>製作人数</a:t>
            </a:r>
            <a:r>
              <a:rPr kumimoji="1" lang="en-US" altLang="ja-JP" sz="1400" dirty="0">
                <a:solidFill>
                  <a:schemeClr val="bg1"/>
                </a:solidFill>
              </a:rPr>
              <a:t>/</a:t>
            </a:r>
            <a:r>
              <a:rPr kumimoji="1" lang="ja-JP" altLang="en-US" sz="1400" dirty="0">
                <a:solidFill>
                  <a:schemeClr val="bg1"/>
                </a:solidFill>
              </a:rPr>
              <a:t>担当</a:t>
            </a:r>
            <a:endParaRPr kumimoji="1" lang="en-US" altLang="ja-JP" sz="1400" dirty="0">
              <a:solidFill>
                <a:schemeClr val="bg1"/>
              </a:solidFill>
            </a:endParaRPr>
          </a:p>
          <a:p>
            <a:r>
              <a:rPr kumimoji="1" lang="en-US" altLang="ja-JP" dirty="0">
                <a:solidFill>
                  <a:schemeClr val="bg1"/>
                </a:solidFill>
              </a:rPr>
              <a:t>3</a:t>
            </a:r>
            <a:r>
              <a:rPr kumimoji="1" lang="ja-JP" altLang="en-US" dirty="0">
                <a:solidFill>
                  <a:schemeClr val="bg1"/>
                </a:solidFill>
              </a:rPr>
              <a:t>人</a:t>
            </a:r>
            <a:r>
              <a:rPr kumimoji="1" lang="en-US" altLang="ja-JP" dirty="0">
                <a:solidFill>
                  <a:schemeClr val="bg1"/>
                </a:solidFill>
              </a:rPr>
              <a:t>(</a:t>
            </a:r>
            <a:r>
              <a:rPr kumimoji="1" lang="ja-JP" altLang="en-US" dirty="0">
                <a:solidFill>
                  <a:schemeClr val="bg1"/>
                </a:solidFill>
              </a:rPr>
              <a:t>企画・開発</a:t>
            </a:r>
            <a:r>
              <a:rPr kumimoji="1" lang="en-US" altLang="ja-JP" dirty="0">
                <a:solidFill>
                  <a:schemeClr val="bg1"/>
                </a:solidFill>
              </a:rPr>
              <a:t>)</a:t>
            </a:r>
            <a:endParaRPr kumimoji="1" lang="ja-JP" altLang="en-US" dirty="0">
              <a:solidFill>
                <a:schemeClr val="bg1"/>
              </a:solidFill>
            </a:endParaRPr>
          </a:p>
        </p:txBody>
      </p:sp>
      <p:sp>
        <p:nvSpPr>
          <p:cNvPr id="27" name="テキスト ボックス 26">
            <a:extLst>
              <a:ext uri="{FF2B5EF4-FFF2-40B4-BE49-F238E27FC236}">
                <a16:creationId xmlns:a16="http://schemas.microsoft.com/office/drawing/2014/main" id="{A44E76B6-0C9F-431A-8FA3-9C8068F54CC6}"/>
              </a:ext>
            </a:extLst>
          </p:cNvPr>
          <p:cNvSpPr txBox="1"/>
          <p:nvPr/>
        </p:nvSpPr>
        <p:spPr>
          <a:xfrm>
            <a:off x="6580415" y="5952283"/>
            <a:ext cx="4037512" cy="584775"/>
          </a:xfrm>
          <a:prstGeom prst="rect">
            <a:avLst/>
          </a:prstGeom>
          <a:noFill/>
        </p:spPr>
        <p:txBody>
          <a:bodyPr wrap="square" rtlCol="0">
            <a:spAutoFit/>
          </a:bodyPr>
          <a:lstStyle/>
          <a:p>
            <a:r>
              <a:rPr kumimoji="1" lang="ja-JP" altLang="en-US" sz="1400" dirty="0">
                <a:solidFill>
                  <a:schemeClr val="bg1"/>
                </a:solidFill>
              </a:rPr>
              <a:t>使用ツール</a:t>
            </a:r>
            <a:endParaRPr kumimoji="1" lang="en-US" altLang="ja-JP" sz="1400" dirty="0">
              <a:solidFill>
                <a:schemeClr val="bg1"/>
              </a:solidFill>
            </a:endParaRPr>
          </a:p>
          <a:p>
            <a:r>
              <a:rPr kumimoji="1" lang="en-US" altLang="ja-JP" dirty="0">
                <a:solidFill>
                  <a:schemeClr val="bg1"/>
                </a:solidFill>
              </a:rPr>
              <a:t>Dx</a:t>
            </a:r>
            <a:r>
              <a:rPr kumimoji="1" lang="ja-JP" altLang="en-US" dirty="0">
                <a:solidFill>
                  <a:schemeClr val="bg1"/>
                </a:solidFill>
              </a:rPr>
              <a:t>ライブラリ</a:t>
            </a:r>
            <a:r>
              <a:rPr kumimoji="1" lang="en-US" altLang="ja-JP" dirty="0">
                <a:solidFill>
                  <a:schemeClr val="bg1"/>
                </a:solidFill>
              </a:rPr>
              <a:t>/PowerPoint/Excel</a:t>
            </a:r>
            <a:endParaRPr kumimoji="1" lang="ja-JP" altLang="en-US" dirty="0">
              <a:solidFill>
                <a:schemeClr val="bg1"/>
              </a:solidFill>
            </a:endParaRPr>
          </a:p>
        </p:txBody>
      </p:sp>
      <p:pic>
        <p:nvPicPr>
          <p:cNvPr id="29" name="図 28">
            <a:extLst>
              <a:ext uri="{FF2B5EF4-FFF2-40B4-BE49-F238E27FC236}">
                <a16:creationId xmlns:a16="http://schemas.microsoft.com/office/drawing/2014/main" id="{C1D9B09A-123C-57D8-F6BC-757C2E194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3955" y="5370870"/>
            <a:ext cx="738051" cy="738051"/>
          </a:xfrm>
          <a:prstGeom prst="rect">
            <a:avLst/>
          </a:prstGeom>
        </p:spPr>
      </p:pic>
      <p:sp>
        <p:nvSpPr>
          <p:cNvPr id="31" name="テキスト ボックス 30">
            <a:extLst>
              <a:ext uri="{FF2B5EF4-FFF2-40B4-BE49-F238E27FC236}">
                <a16:creationId xmlns:a16="http://schemas.microsoft.com/office/drawing/2014/main" id="{62F2F1FA-85C8-21F7-0634-A793DA099E42}"/>
              </a:ext>
            </a:extLst>
          </p:cNvPr>
          <p:cNvSpPr txBox="1"/>
          <p:nvPr/>
        </p:nvSpPr>
        <p:spPr>
          <a:xfrm>
            <a:off x="9099176" y="5555228"/>
            <a:ext cx="1370704" cy="369332"/>
          </a:xfrm>
          <a:prstGeom prst="rect">
            <a:avLst/>
          </a:prstGeom>
          <a:noFill/>
        </p:spPr>
        <p:txBody>
          <a:bodyPr wrap="square" rtlCol="0">
            <a:spAutoFit/>
          </a:bodyPr>
          <a:lstStyle/>
          <a:p>
            <a:r>
              <a:rPr kumimoji="1" lang="ja-JP" altLang="en-US" dirty="0">
                <a:solidFill>
                  <a:schemeClr val="bg1"/>
                </a:solidFill>
              </a:rPr>
              <a:t>ゲーム</a:t>
            </a:r>
            <a:r>
              <a:rPr kumimoji="1" lang="en-US" altLang="ja-JP" dirty="0">
                <a:solidFill>
                  <a:schemeClr val="bg1"/>
                </a:solidFill>
              </a:rPr>
              <a:t>QR</a:t>
            </a:r>
            <a:endParaRPr kumimoji="1" lang="ja-JP" altLang="en-US" dirty="0">
              <a:solidFill>
                <a:schemeClr val="bg1"/>
              </a:solidFill>
            </a:endParaRPr>
          </a:p>
        </p:txBody>
      </p:sp>
    </p:spTree>
    <p:extLst>
      <p:ext uri="{BB962C8B-B14F-4D97-AF65-F5344CB8AC3E}">
        <p14:creationId xmlns:p14="http://schemas.microsoft.com/office/powerpoint/2010/main" val="1152548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C1EC376-5C5A-C441-BE19-D9296B4A3C99}"/>
              </a:ext>
            </a:extLst>
          </p:cNvPr>
          <p:cNvSpPr>
            <a:spLocks noGrp="1"/>
          </p:cNvSpPr>
          <p:nvPr>
            <p:ph type="sldNum" sz="quarter" idx="12"/>
          </p:nvPr>
        </p:nvSpPr>
        <p:spPr/>
        <p:txBody>
          <a:bodyPr/>
          <a:lstStyle/>
          <a:p>
            <a:fld id="{D77CE0F4-93DF-401C-9042-9C402698D8AB}" type="slidenum">
              <a:rPr kumimoji="1" lang="ja-JP" altLang="en-US" smtClean="0"/>
              <a:t>9</a:t>
            </a:fld>
            <a:endParaRPr kumimoji="1" lang="ja-JP" altLang="en-US"/>
          </a:p>
        </p:txBody>
      </p:sp>
      <p:pic>
        <p:nvPicPr>
          <p:cNvPr id="6" name="図 5">
            <a:extLst>
              <a:ext uri="{FF2B5EF4-FFF2-40B4-BE49-F238E27FC236}">
                <a16:creationId xmlns:a16="http://schemas.microsoft.com/office/drawing/2014/main" id="{D1237B05-77C3-549C-8F93-ABC554E0E6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0680" y="1651020"/>
            <a:ext cx="6071705" cy="4549562"/>
          </a:xfrm>
          <a:prstGeom prst="rect">
            <a:avLst/>
          </a:prstGeom>
        </p:spPr>
      </p:pic>
      <p:sp>
        <p:nvSpPr>
          <p:cNvPr id="13" name="タイトル 1">
            <a:extLst>
              <a:ext uri="{FF2B5EF4-FFF2-40B4-BE49-F238E27FC236}">
                <a16:creationId xmlns:a16="http://schemas.microsoft.com/office/drawing/2014/main" id="{BE2AC346-C88C-D0C0-2812-4ED262541FB7}"/>
              </a:ext>
            </a:extLst>
          </p:cNvPr>
          <p:cNvSpPr>
            <a:spLocks noGrp="1"/>
          </p:cNvSpPr>
          <p:nvPr>
            <p:ph type="title"/>
          </p:nvPr>
        </p:nvSpPr>
        <p:spPr>
          <a:xfrm>
            <a:off x="411480" y="172331"/>
            <a:ext cx="10058400" cy="1371600"/>
          </a:xfrm>
        </p:spPr>
        <p:txBody>
          <a:bodyPr/>
          <a:lstStyle/>
          <a:p>
            <a:r>
              <a:rPr lang="ja-JP" altLang="en-US" dirty="0"/>
              <a:t>概要</a:t>
            </a:r>
            <a:endParaRPr kumimoji="1" lang="ja-JP" altLang="en-US" dirty="0"/>
          </a:p>
        </p:txBody>
      </p:sp>
      <p:sp>
        <p:nvSpPr>
          <p:cNvPr id="2" name="テキスト ボックス 1">
            <a:extLst>
              <a:ext uri="{FF2B5EF4-FFF2-40B4-BE49-F238E27FC236}">
                <a16:creationId xmlns:a16="http://schemas.microsoft.com/office/drawing/2014/main" id="{0BF3BC97-7233-4289-A990-66BD686ED568}"/>
              </a:ext>
            </a:extLst>
          </p:cNvPr>
          <p:cNvSpPr txBox="1"/>
          <p:nvPr/>
        </p:nvSpPr>
        <p:spPr>
          <a:xfrm>
            <a:off x="1537063" y="1099457"/>
            <a:ext cx="9196251" cy="461665"/>
          </a:xfrm>
          <a:prstGeom prst="rect">
            <a:avLst/>
          </a:prstGeom>
          <a:noFill/>
        </p:spPr>
        <p:txBody>
          <a:bodyPr wrap="square" rtlCol="0">
            <a:spAutoFit/>
          </a:bodyPr>
          <a:lstStyle/>
          <a:p>
            <a:r>
              <a:rPr kumimoji="1" lang="ja-JP" altLang="en-US" sz="2400" dirty="0"/>
              <a:t>鬼である警察から逃げてゴールを目指す</a:t>
            </a:r>
            <a:r>
              <a:rPr kumimoji="1" lang="en-US" altLang="ja-JP" sz="2400" dirty="0"/>
              <a:t>2D</a:t>
            </a:r>
            <a:r>
              <a:rPr kumimoji="1" lang="ja-JP" altLang="en-US" sz="2400" dirty="0"/>
              <a:t>チェイスアクション</a:t>
            </a:r>
          </a:p>
        </p:txBody>
      </p:sp>
      <p:sp>
        <p:nvSpPr>
          <p:cNvPr id="3" name="四角形: 角を丸くする 2">
            <a:extLst>
              <a:ext uri="{FF2B5EF4-FFF2-40B4-BE49-F238E27FC236}">
                <a16:creationId xmlns:a16="http://schemas.microsoft.com/office/drawing/2014/main" id="{18CC09AF-822F-45BA-B908-041C2DE47594}"/>
              </a:ext>
            </a:extLst>
          </p:cNvPr>
          <p:cNvSpPr/>
          <p:nvPr/>
        </p:nvSpPr>
        <p:spPr>
          <a:xfrm>
            <a:off x="410391" y="1792201"/>
            <a:ext cx="2253343" cy="21336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43F008DF-738C-457B-A4BA-80414A1D2E2F}"/>
              </a:ext>
            </a:extLst>
          </p:cNvPr>
          <p:cNvSpPr/>
          <p:nvPr/>
        </p:nvSpPr>
        <p:spPr>
          <a:xfrm>
            <a:off x="3077935" y="4230601"/>
            <a:ext cx="2253343" cy="21336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38C37289-8B40-4C4D-8E03-D796E1BFD951}"/>
              </a:ext>
            </a:extLst>
          </p:cNvPr>
          <p:cNvSpPr/>
          <p:nvPr/>
        </p:nvSpPr>
        <p:spPr>
          <a:xfrm>
            <a:off x="410391" y="4230601"/>
            <a:ext cx="2253343" cy="21336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A7F5A4CA-4667-467E-93E0-4C16A5B1AAAF}"/>
              </a:ext>
            </a:extLst>
          </p:cNvPr>
          <p:cNvSpPr/>
          <p:nvPr/>
        </p:nvSpPr>
        <p:spPr>
          <a:xfrm>
            <a:off x="3077935" y="1792201"/>
            <a:ext cx="2253343" cy="21336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pic>
        <p:nvPicPr>
          <p:cNvPr id="7" name="グラフィックス 6" descr="ゲーム コントローラー 単色塗りつぶし">
            <a:extLst>
              <a:ext uri="{FF2B5EF4-FFF2-40B4-BE49-F238E27FC236}">
                <a16:creationId xmlns:a16="http://schemas.microsoft.com/office/drawing/2014/main" id="{F94593FB-AC14-4C24-94D8-A11D2CD432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5809" y="1651020"/>
            <a:ext cx="1542505" cy="1542505"/>
          </a:xfrm>
          <a:prstGeom prst="rect">
            <a:avLst/>
          </a:prstGeom>
        </p:spPr>
      </p:pic>
      <p:pic>
        <p:nvPicPr>
          <p:cNvPr id="15" name="グラフィックス 14" descr="ユーザー 単色塗りつぶし">
            <a:extLst>
              <a:ext uri="{FF2B5EF4-FFF2-40B4-BE49-F238E27FC236}">
                <a16:creationId xmlns:a16="http://schemas.microsoft.com/office/drawing/2014/main" id="{2A13BA58-8DB9-4077-898A-7F2FE1E65B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5172" y="4174071"/>
            <a:ext cx="1643778" cy="1643778"/>
          </a:xfrm>
          <a:prstGeom prst="rect">
            <a:avLst/>
          </a:prstGeom>
        </p:spPr>
      </p:pic>
      <p:pic>
        <p:nvPicPr>
          <p:cNvPr id="17" name="グラフィックス 16" descr="ユーザー 単色塗りつぶし">
            <a:extLst>
              <a:ext uri="{FF2B5EF4-FFF2-40B4-BE49-F238E27FC236}">
                <a16:creationId xmlns:a16="http://schemas.microsoft.com/office/drawing/2014/main" id="{8B825838-1D6F-443E-A95A-5783A18250A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25042" y="1631497"/>
            <a:ext cx="1679120" cy="1679120"/>
          </a:xfrm>
          <a:prstGeom prst="rect">
            <a:avLst/>
          </a:prstGeom>
        </p:spPr>
      </p:pic>
      <p:pic>
        <p:nvPicPr>
          <p:cNvPr id="19" name="グラフィックス 18" descr="コンピューター 単色塗りつぶし">
            <a:extLst>
              <a:ext uri="{FF2B5EF4-FFF2-40B4-BE49-F238E27FC236}">
                <a16:creationId xmlns:a16="http://schemas.microsoft.com/office/drawing/2014/main" id="{EC080126-A3D3-4D8D-BB29-7372D2A6B3A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481795" y="4230601"/>
            <a:ext cx="1549038" cy="1549038"/>
          </a:xfrm>
          <a:prstGeom prst="rect">
            <a:avLst/>
          </a:prstGeom>
        </p:spPr>
      </p:pic>
      <p:sp>
        <p:nvSpPr>
          <p:cNvPr id="20" name="テキスト ボックス 19">
            <a:extLst>
              <a:ext uri="{FF2B5EF4-FFF2-40B4-BE49-F238E27FC236}">
                <a16:creationId xmlns:a16="http://schemas.microsoft.com/office/drawing/2014/main" id="{BA8B209F-3059-46BE-89B3-C42DE0DE9AF6}"/>
              </a:ext>
            </a:extLst>
          </p:cNvPr>
          <p:cNvSpPr txBox="1"/>
          <p:nvPr/>
        </p:nvSpPr>
        <p:spPr>
          <a:xfrm>
            <a:off x="1030876" y="3589126"/>
            <a:ext cx="1219200" cy="369332"/>
          </a:xfrm>
          <a:prstGeom prst="rect">
            <a:avLst/>
          </a:prstGeom>
          <a:noFill/>
        </p:spPr>
        <p:txBody>
          <a:bodyPr wrap="square" rtlCol="0">
            <a:spAutoFit/>
          </a:bodyPr>
          <a:lstStyle/>
          <a:p>
            <a:r>
              <a:rPr kumimoji="1" lang="ja-JP" altLang="en-US" dirty="0"/>
              <a:t>ジャンル</a:t>
            </a:r>
          </a:p>
        </p:txBody>
      </p:sp>
      <p:sp>
        <p:nvSpPr>
          <p:cNvPr id="21" name="テキスト ボックス 20">
            <a:extLst>
              <a:ext uri="{FF2B5EF4-FFF2-40B4-BE49-F238E27FC236}">
                <a16:creationId xmlns:a16="http://schemas.microsoft.com/office/drawing/2014/main" id="{6E36FC29-EA66-4093-A226-88E8D16AC6B9}"/>
              </a:ext>
            </a:extLst>
          </p:cNvPr>
          <p:cNvSpPr txBox="1"/>
          <p:nvPr/>
        </p:nvSpPr>
        <p:spPr>
          <a:xfrm>
            <a:off x="3672831" y="5994869"/>
            <a:ext cx="1219200" cy="369332"/>
          </a:xfrm>
          <a:prstGeom prst="rect">
            <a:avLst/>
          </a:prstGeom>
          <a:noFill/>
        </p:spPr>
        <p:txBody>
          <a:bodyPr wrap="square" rtlCol="0">
            <a:spAutoFit/>
          </a:bodyPr>
          <a:lstStyle/>
          <a:p>
            <a:r>
              <a:rPr kumimoji="1" lang="ja-JP" altLang="en-US" dirty="0"/>
              <a:t>対応機種</a:t>
            </a:r>
          </a:p>
        </p:txBody>
      </p:sp>
      <p:sp>
        <p:nvSpPr>
          <p:cNvPr id="22" name="テキスト ボックス 21">
            <a:extLst>
              <a:ext uri="{FF2B5EF4-FFF2-40B4-BE49-F238E27FC236}">
                <a16:creationId xmlns:a16="http://schemas.microsoft.com/office/drawing/2014/main" id="{6677EDEC-34ED-4CB1-9FDE-A30AAD0860FA}"/>
              </a:ext>
            </a:extLst>
          </p:cNvPr>
          <p:cNvSpPr txBox="1"/>
          <p:nvPr/>
        </p:nvSpPr>
        <p:spPr>
          <a:xfrm>
            <a:off x="3537840" y="3589126"/>
            <a:ext cx="1489182" cy="369332"/>
          </a:xfrm>
          <a:prstGeom prst="rect">
            <a:avLst/>
          </a:prstGeom>
          <a:noFill/>
        </p:spPr>
        <p:txBody>
          <a:bodyPr wrap="square" rtlCol="0">
            <a:spAutoFit/>
          </a:bodyPr>
          <a:lstStyle/>
          <a:p>
            <a:r>
              <a:rPr kumimoji="1" lang="ja-JP" altLang="en-US"/>
              <a:t>ターゲット</a:t>
            </a:r>
            <a:endParaRPr kumimoji="1" lang="ja-JP" altLang="en-US" dirty="0"/>
          </a:p>
        </p:txBody>
      </p:sp>
      <p:sp>
        <p:nvSpPr>
          <p:cNvPr id="23" name="テキスト ボックス 22">
            <a:extLst>
              <a:ext uri="{FF2B5EF4-FFF2-40B4-BE49-F238E27FC236}">
                <a16:creationId xmlns:a16="http://schemas.microsoft.com/office/drawing/2014/main" id="{6FADD77D-FA5A-4474-A5A6-79488CB91B5E}"/>
              </a:ext>
            </a:extLst>
          </p:cNvPr>
          <p:cNvSpPr txBox="1"/>
          <p:nvPr/>
        </p:nvSpPr>
        <p:spPr>
          <a:xfrm>
            <a:off x="908956" y="5969938"/>
            <a:ext cx="1463040" cy="369332"/>
          </a:xfrm>
          <a:prstGeom prst="rect">
            <a:avLst/>
          </a:prstGeom>
          <a:noFill/>
        </p:spPr>
        <p:txBody>
          <a:bodyPr wrap="square" rtlCol="0">
            <a:spAutoFit/>
          </a:bodyPr>
          <a:lstStyle/>
          <a:p>
            <a:r>
              <a:rPr kumimoji="1" lang="ja-JP" altLang="en-US" dirty="0"/>
              <a:t>プレイ人数</a:t>
            </a:r>
          </a:p>
        </p:txBody>
      </p:sp>
      <p:sp>
        <p:nvSpPr>
          <p:cNvPr id="24" name="テキスト ボックス 23">
            <a:extLst>
              <a:ext uri="{FF2B5EF4-FFF2-40B4-BE49-F238E27FC236}">
                <a16:creationId xmlns:a16="http://schemas.microsoft.com/office/drawing/2014/main" id="{383A9786-434A-4525-8751-99C76684858B}"/>
              </a:ext>
            </a:extLst>
          </p:cNvPr>
          <p:cNvSpPr txBox="1"/>
          <p:nvPr/>
        </p:nvSpPr>
        <p:spPr>
          <a:xfrm>
            <a:off x="313253" y="2866750"/>
            <a:ext cx="2557582" cy="646331"/>
          </a:xfrm>
          <a:prstGeom prst="rect">
            <a:avLst/>
          </a:prstGeom>
          <a:noFill/>
        </p:spPr>
        <p:txBody>
          <a:bodyPr wrap="square" rtlCol="0">
            <a:spAutoFit/>
          </a:bodyPr>
          <a:lstStyle/>
          <a:p>
            <a:pPr algn="ctr"/>
            <a:r>
              <a:rPr kumimoji="1" lang="en-US" altLang="ja-JP" dirty="0"/>
              <a:t>2D</a:t>
            </a:r>
          </a:p>
          <a:p>
            <a:pPr algn="ctr"/>
            <a:r>
              <a:rPr kumimoji="1" lang="ja-JP" altLang="en-US" dirty="0"/>
              <a:t>チェイスアクション</a:t>
            </a:r>
          </a:p>
        </p:txBody>
      </p:sp>
      <p:sp>
        <p:nvSpPr>
          <p:cNvPr id="25" name="テキスト ボックス 24">
            <a:extLst>
              <a:ext uri="{FF2B5EF4-FFF2-40B4-BE49-F238E27FC236}">
                <a16:creationId xmlns:a16="http://schemas.microsoft.com/office/drawing/2014/main" id="{BEE82267-793B-4CCA-94D7-7EBD8F6591A1}"/>
              </a:ext>
            </a:extLst>
          </p:cNvPr>
          <p:cNvSpPr txBox="1"/>
          <p:nvPr/>
        </p:nvSpPr>
        <p:spPr>
          <a:xfrm>
            <a:off x="3466546" y="3137815"/>
            <a:ext cx="1631769" cy="369332"/>
          </a:xfrm>
          <a:prstGeom prst="rect">
            <a:avLst/>
          </a:prstGeom>
          <a:noFill/>
        </p:spPr>
        <p:txBody>
          <a:bodyPr wrap="square" rtlCol="0">
            <a:spAutoFit/>
          </a:bodyPr>
          <a:lstStyle/>
          <a:p>
            <a:r>
              <a:rPr kumimoji="1" lang="en-US" altLang="ja-JP" dirty="0"/>
              <a:t>10~20</a:t>
            </a:r>
            <a:r>
              <a:rPr kumimoji="1" lang="ja-JP" altLang="en-US" dirty="0"/>
              <a:t>代前半</a:t>
            </a:r>
          </a:p>
        </p:txBody>
      </p:sp>
      <p:sp>
        <p:nvSpPr>
          <p:cNvPr id="26" name="テキスト ボックス 25">
            <a:extLst>
              <a:ext uri="{FF2B5EF4-FFF2-40B4-BE49-F238E27FC236}">
                <a16:creationId xmlns:a16="http://schemas.microsoft.com/office/drawing/2014/main" id="{267E91A4-7D0D-44EE-AD64-86C041AAF650}"/>
              </a:ext>
            </a:extLst>
          </p:cNvPr>
          <p:cNvSpPr txBox="1"/>
          <p:nvPr/>
        </p:nvSpPr>
        <p:spPr>
          <a:xfrm>
            <a:off x="1290772" y="5633183"/>
            <a:ext cx="1631769" cy="369332"/>
          </a:xfrm>
          <a:prstGeom prst="rect">
            <a:avLst/>
          </a:prstGeom>
          <a:noFill/>
        </p:spPr>
        <p:txBody>
          <a:bodyPr wrap="square" rtlCol="0">
            <a:spAutoFit/>
          </a:bodyPr>
          <a:lstStyle/>
          <a:p>
            <a:r>
              <a:rPr kumimoji="1" lang="en-US" altLang="ja-JP" dirty="0"/>
              <a:t>1</a:t>
            </a:r>
            <a:r>
              <a:rPr kumimoji="1" lang="ja-JP" altLang="en-US" dirty="0"/>
              <a:t>人</a:t>
            </a:r>
          </a:p>
        </p:txBody>
      </p:sp>
      <p:sp>
        <p:nvSpPr>
          <p:cNvPr id="27" name="テキスト ボックス 26">
            <a:extLst>
              <a:ext uri="{FF2B5EF4-FFF2-40B4-BE49-F238E27FC236}">
                <a16:creationId xmlns:a16="http://schemas.microsoft.com/office/drawing/2014/main" id="{23FEB8C8-C7E2-4C0A-8FF7-8FBA571E1680}"/>
              </a:ext>
            </a:extLst>
          </p:cNvPr>
          <p:cNvSpPr txBox="1"/>
          <p:nvPr/>
        </p:nvSpPr>
        <p:spPr>
          <a:xfrm>
            <a:off x="3917785" y="5573877"/>
            <a:ext cx="1631769" cy="369332"/>
          </a:xfrm>
          <a:prstGeom prst="rect">
            <a:avLst/>
          </a:prstGeom>
          <a:noFill/>
        </p:spPr>
        <p:txBody>
          <a:bodyPr wrap="square" rtlCol="0">
            <a:spAutoFit/>
          </a:bodyPr>
          <a:lstStyle/>
          <a:p>
            <a:r>
              <a:rPr kumimoji="1" lang="en-US" altLang="ja-JP" dirty="0"/>
              <a:t>PC</a:t>
            </a:r>
            <a:endParaRPr kumimoji="1" lang="ja-JP" altLang="en-US" dirty="0"/>
          </a:p>
        </p:txBody>
      </p:sp>
    </p:spTree>
    <p:extLst>
      <p:ext uri="{BB962C8B-B14F-4D97-AF65-F5344CB8AC3E}">
        <p14:creationId xmlns:p14="http://schemas.microsoft.com/office/powerpoint/2010/main" val="4237832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9D56F34-7C25-8B7A-E6F3-F6F908FEC674}"/>
              </a:ext>
            </a:extLst>
          </p:cNvPr>
          <p:cNvSpPr>
            <a:spLocks noGrp="1"/>
          </p:cNvSpPr>
          <p:nvPr>
            <p:ph type="sldNum" sz="quarter" idx="12"/>
          </p:nvPr>
        </p:nvSpPr>
        <p:spPr/>
        <p:txBody>
          <a:bodyPr/>
          <a:lstStyle/>
          <a:p>
            <a:fld id="{D77CE0F4-93DF-401C-9042-9C402698D8AB}" type="slidenum">
              <a:rPr kumimoji="1" lang="ja-JP" altLang="en-US" smtClean="0"/>
              <a:t>10</a:t>
            </a:fld>
            <a:endParaRPr kumimoji="1" lang="ja-JP" altLang="en-US"/>
          </a:p>
        </p:txBody>
      </p:sp>
      <p:sp>
        <p:nvSpPr>
          <p:cNvPr id="5" name="タイトル 1">
            <a:extLst>
              <a:ext uri="{FF2B5EF4-FFF2-40B4-BE49-F238E27FC236}">
                <a16:creationId xmlns:a16="http://schemas.microsoft.com/office/drawing/2014/main" id="{4A7845F8-25EC-669E-AB6F-5AF03EFD75C2}"/>
              </a:ext>
            </a:extLst>
          </p:cNvPr>
          <p:cNvSpPr>
            <a:spLocks noGrp="1"/>
          </p:cNvSpPr>
          <p:nvPr>
            <p:ph type="title"/>
          </p:nvPr>
        </p:nvSpPr>
        <p:spPr>
          <a:xfrm>
            <a:off x="411480" y="172331"/>
            <a:ext cx="10058400" cy="1371600"/>
          </a:xfrm>
        </p:spPr>
        <p:txBody>
          <a:bodyPr/>
          <a:lstStyle/>
          <a:p>
            <a:r>
              <a:rPr lang="ja-JP" altLang="en-US" dirty="0"/>
              <a:t>企画のこだわりポイント</a:t>
            </a:r>
            <a:endParaRPr kumimoji="1" lang="ja-JP" altLang="en-US" dirty="0"/>
          </a:p>
        </p:txBody>
      </p:sp>
      <p:pic>
        <p:nvPicPr>
          <p:cNvPr id="6" name="図 5">
            <a:extLst>
              <a:ext uri="{FF2B5EF4-FFF2-40B4-BE49-F238E27FC236}">
                <a16:creationId xmlns:a16="http://schemas.microsoft.com/office/drawing/2014/main" id="{87F28B98-4EBC-400C-8EFD-9E512796BE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844" y="2081882"/>
            <a:ext cx="3722915" cy="2789601"/>
          </a:xfrm>
          <a:prstGeom prst="rect">
            <a:avLst/>
          </a:prstGeom>
        </p:spPr>
      </p:pic>
      <p:pic>
        <p:nvPicPr>
          <p:cNvPr id="7" name="図 6">
            <a:extLst>
              <a:ext uri="{FF2B5EF4-FFF2-40B4-BE49-F238E27FC236}">
                <a16:creationId xmlns:a16="http://schemas.microsoft.com/office/drawing/2014/main" id="{59BA5B1F-04F1-4719-BA05-00A56AE7F434}"/>
              </a:ext>
            </a:extLst>
          </p:cNvPr>
          <p:cNvPicPr>
            <a:picLocks noChangeAspect="1"/>
          </p:cNvPicPr>
          <p:nvPr/>
        </p:nvPicPr>
        <p:blipFill rotWithShape="1">
          <a:blip r:embed="rId3">
            <a:extLst>
              <a:ext uri="{28A0092B-C50C-407E-A947-70E740481C1C}">
                <a14:useLocalDpi xmlns:a14="http://schemas.microsoft.com/office/drawing/2010/main" val="0"/>
              </a:ext>
            </a:extLst>
          </a:blip>
          <a:srcRect l="835" t="1786" r="80192" b="82150"/>
          <a:stretch/>
        </p:blipFill>
        <p:spPr>
          <a:xfrm>
            <a:off x="4236158" y="2505380"/>
            <a:ext cx="3719684" cy="2359743"/>
          </a:xfrm>
          <a:prstGeom prst="rect">
            <a:avLst/>
          </a:prstGeom>
        </p:spPr>
      </p:pic>
      <p:sp>
        <p:nvSpPr>
          <p:cNvPr id="2" name="テキスト ボックス 1">
            <a:extLst>
              <a:ext uri="{FF2B5EF4-FFF2-40B4-BE49-F238E27FC236}">
                <a16:creationId xmlns:a16="http://schemas.microsoft.com/office/drawing/2014/main" id="{F6C5C8F1-C062-43C1-B7FC-9C9AE21EDD7F}"/>
              </a:ext>
            </a:extLst>
          </p:cNvPr>
          <p:cNvSpPr txBox="1"/>
          <p:nvPr/>
        </p:nvSpPr>
        <p:spPr>
          <a:xfrm>
            <a:off x="735975" y="4981355"/>
            <a:ext cx="3722914" cy="307777"/>
          </a:xfrm>
          <a:prstGeom prst="rect">
            <a:avLst/>
          </a:prstGeom>
          <a:noFill/>
        </p:spPr>
        <p:txBody>
          <a:bodyPr wrap="square" rtlCol="0">
            <a:spAutoFit/>
          </a:bodyPr>
          <a:lstStyle/>
          <a:p>
            <a:r>
              <a:rPr kumimoji="1" lang="ja-JP" altLang="en-US" sz="1400" b="1" dirty="0"/>
              <a:t>二種のアイテムによる状況判断</a:t>
            </a:r>
          </a:p>
        </p:txBody>
      </p:sp>
      <p:sp>
        <p:nvSpPr>
          <p:cNvPr id="8" name="テキスト ボックス 7">
            <a:extLst>
              <a:ext uri="{FF2B5EF4-FFF2-40B4-BE49-F238E27FC236}">
                <a16:creationId xmlns:a16="http://schemas.microsoft.com/office/drawing/2014/main" id="{442EB4D2-7EE9-4110-817B-C19234B1AAD2}"/>
              </a:ext>
            </a:extLst>
          </p:cNvPr>
          <p:cNvSpPr txBox="1"/>
          <p:nvPr/>
        </p:nvSpPr>
        <p:spPr>
          <a:xfrm>
            <a:off x="4236158" y="5002283"/>
            <a:ext cx="5421086" cy="307777"/>
          </a:xfrm>
          <a:prstGeom prst="rect">
            <a:avLst/>
          </a:prstGeom>
          <a:noFill/>
        </p:spPr>
        <p:txBody>
          <a:bodyPr wrap="square" rtlCol="0">
            <a:spAutoFit/>
          </a:bodyPr>
          <a:lstStyle/>
          <a:p>
            <a:r>
              <a:rPr kumimoji="1" lang="ja-JP" altLang="en-US" sz="1400" b="1" dirty="0"/>
              <a:t>ミニマップを入れることで状況判断をしやすく</a:t>
            </a:r>
          </a:p>
        </p:txBody>
      </p:sp>
      <p:pic>
        <p:nvPicPr>
          <p:cNvPr id="9" name="図 8">
            <a:extLst>
              <a:ext uri="{FF2B5EF4-FFF2-40B4-BE49-F238E27FC236}">
                <a16:creationId xmlns:a16="http://schemas.microsoft.com/office/drawing/2014/main" id="{41FB644D-1035-4328-9F08-4FBA3DFEEF92}"/>
              </a:ext>
            </a:extLst>
          </p:cNvPr>
          <p:cNvPicPr>
            <a:picLocks noChangeAspect="1"/>
          </p:cNvPicPr>
          <p:nvPr/>
        </p:nvPicPr>
        <p:blipFill rotWithShape="1">
          <a:blip r:embed="rId2">
            <a:extLst>
              <a:ext uri="{28A0092B-C50C-407E-A947-70E740481C1C}">
                <a14:useLocalDpi xmlns:a14="http://schemas.microsoft.com/office/drawing/2010/main" val="0"/>
              </a:ext>
            </a:extLst>
          </a:blip>
          <a:srcRect t="56847"/>
          <a:stretch/>
        </p:blipFill>
        <p:spPr>
          <a:xfrm>
            <a:off x="8142241" y="3704710"/>
            <a:ext cx="3722915" cy="1203801"/>
          </a:xfrm>
          <a:prstGeom prst="rect">
            <a:avLst/>
          </a:prstGeom>
        </p:spPr>
      </p:pic>
      <p:sp>
        <p:nvSpPr>
          <p:cNvPr id="10" name="テキスト ボックス 9">
            <a:extLst>
              <a:ext uri="{FF2B5EF4-FFF2-40B4-BE49-F238E27FC236}">
                <a16:creationId xmlns:a16="http://schemas.microsoft.com/office/drawing/2014/main" id="{ED0E8308-7A2D-45DE-93F9-45E13B135B0C}"/>
              </a:ext>
            </a:extLst>
          </p:cNvPr>
          <p:cNvSpPr txBox="1"/>
          <p:nvPr/>
        </p:nvSpPr>
        <p:spPr>
          <a:xfrm>
            <a:off x="9120776" y="5023211"/>
            <a:ext cx="5421086" cy="307777"/>
          </a:xfrm>
          <a:prstGeom prst="rect">
            <a:avLst/>
          </a:prstGeom>
          <a:noFill/>
        </p:spPr>
        <p:txBody>
          <a:bodyPr wrap="square" rtlCol="0">
            <a:spAutoFit/>
          </a:bodyPr>
          <a:lstStyle/>
          <a:p>
            <a:r>
              <a:rPr kumimoji="1" lang="ja-JP" altLang="en-US" sz="1400" b="1" dirty="0"/>
              <a:t>現在やることを表示</a:t>
            </a:r>
          </a:p>
        </p:txBody>
      </p:sp>
      <p:pic>
        <p:nvPicPr>
          <p:cNvPr id="11" name="グラフィックス 10" descr="電球 単色塗りつぶし">
            <a:extLst>
              <a:ext uri="{FF2B5EF4-FFF2-40B4-BE49-F238E27FC236}">
                <a16:creationId xmlns:a16="http://schemas.microsoft.com/office/drawing/2014/main" id="{D4E00528-2FF1-413C-BC29-535C5E24BC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88302" y="5426292"/>
            <a:ext cx="1155700" cy="1155700"/>
          </a:xfrm>
          <a:prstGeom prst="rect">
            <a:avLst/>
          </a:prstGeom>
        </p:spPr>
      </p:pic>
      <p:sp>
        <p:nvSpPr>
          <p:cNvPr id="12" name="テキスト ボックス 11">
            <a:extLst>
              <a:ext uri="{FF2B5EF4-FFF2-40B4-BE49-F238E27FC236}">
                <a16:creationId xmlns:a16="http://schemas.microsoft.com/office/drawing/2014/main" id="{6B1D19AC-0FAA-4140-8A62-3F1357D19A93}"/>
              </a:ext>
            </a:extLst>
          </p:cNvPr>
          <p:cNvSpPr txBox="1"/>
          <p:nvPr/>
        </p:nvSpPr>
        <p:spPr>
          <a:xfrm>
            <a:off x="3162300" y="5613835"/>
            <a:ext cx="9207500" cy="830997"/>
          </a:xfrm>
          <a:prstGeom prst="rect">
            <a:avLst/>
          </a:prstGeom>
          <a:noFill/>
        </p:spPr>
        <p:txBody>
          <a:bodyPr wrap="square" rtlCol="0">
            <a:spAutoFit/>
          </a:bodyPr>
          <a:lstStyle/>
          <a:p>
            <a:r>
              <a:rPr kumimoji="1" lang="ja-JP" altLang="en-US" sz="2400" dirty="0"/>
              <a:t>プレイヤーの有利不利を明確にすることで</a:t>
            </a:r>
            <a:endParaRPr kumimoji="1" lang="en-US" altLang="ja-JP" sz="2400" dirty="0"/>
          </a:p>
          <a:p>
            <a:r>
              <a:rPr kumimoji="1" lang="ja-JP" altLang="en-US" sz="2400" dirty="0"/>
              <a:t>遊びやすい設計を意識しました</a:t>
            </a:r>
          </a:p>
        </p:txBody>
      </p:sp>
      <p:pic>
        <p:nvPicPr>
          <p:cNvPr id="14" name="図 13">
            <a:extLst>
              <a:ext uri="{FF2B5EF4-FFF2-40B4-BE49-F238E27FC236}">
                <a16:creationId xmlns:a16="http://schemas.microsoft.com/office/drawing/2014/main" id="{38B5A38C-329B-42C5-9E6D-2147958A8A29}"/>
              </a:ext>
            </a:extLst>
          </p:cNvPr>
          <p:cNvPicPr>
            <a:picLocks noChangeAspect="1"/>
          </p:cNvPicPr>
          <p:nvPr/>
        </p:nvPicPr>
        <p:blipFill>
          <a:blip r:embed="rId6"/>
          <a:stretch>
            <a:fillRect/>
          </a:stretch>
        </p:blipFill>
        <p:spPr>
          <a:xfrm>
            <a:off x="8142241" y="2362548"/>
            <a:ext cx="3716222" cy="1244252"/>
          </a:xfrm>
          <a:prstGeom prst="rect">
            <a:avLst/>
          </a:prstGeom>
        </p:spPr>
      </p:pic>
    </p:spTree>
    <p:extLst>
      <p:ext uri="{BB962C8B-B14F-4D97-AF65-F5344CB8AC3E}">
        <p14:creationId xmlns:p14="http://schemas.microsoft.com/office/powerpoint/2010/main" val="4291515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068F311-17AF-6752-E945-4CFDC242EF6D}"/>
              </a:ext>
            </a:extLst>
          </p:cNvPr>
          <p:cNvSpPr>
            <a:spLocks noGrp="1"/>
          </p:cNvSpPr>
          <p:nvPr>
            <p:ph type="sldNum" sz="quarter" idx="12"/>
          </p:nvPr>
        </p:nvSpPr>
        <p:spPr/>
        <p:txBody>
          <a:bodyPr/>
          <a:lstStyle/>
          <a:p>
            <a:fld id="{D77CE0F4-93DF-401C-9042-9C402698D8AB}" type="slidenum">
              <a:rPr kumimoji="1" lang="ja-JP" altLang="en-US" smtClean="0"/>
              <a:t>11</a:t>
            </a:fld>
            <a:endParaRPr kumimoji="1" lang="ja-JP" altLang="en-US"/>
          </a:p>
        </p:txBody>
      </p:sp>
      <p:sp>
        <p:nvSpPr>
          <p:cNvPr id="4" name="タイトル 1">
            <a:extLst>
              <a:ext uri="{FF2B5EF4-FFF2-40B4-BE49-F238E27FC236}">
                <a16:creationId xmlns:a16="http://schemas.microsoft.com/office/drawing/2014/main" id="{2B709279-88C1-989A-99A1-E7599AE1444E}"/>
              </a:ext>
            </a:extLst>
          </p:cNvPr>
          <p:cNvSpPr txBox="1">
            <a:spLocks/>
          </p:cNvSpPr>
          <p:nvPr/>
        </p:nvSpPr>
        <p:spPr>
          <a:xfrm>
            <a:off x="472440" y="390046"/>
            <a:ext cx="10058400" cy="1371600"/>
          </a:xfrm>
          <a:prstGeom prst="rect">
            <a:avLst/>
          </a:prstGeom>
        </p:spPr>
        <p:txBody>
          <a:bodyPr/>
          <a:lstStyle>
            <a:lvl1pPr algn="l" defTabSz="914400" rtl="0" eaLnBrk="1" latinLnBrk="0" hangingPunct="1">
              <a:lnSpc>
                <a:spcPct val="90000"/>
              </a:lnSpc>
              <a:spcBef>
                <a:spcPct val="0"/>
              </a:spcBef>
              <a:buNone/>
              <a:defRPr kumimoji="1" lang="en-US" sz="4800" kern="1200" cap="none" spc="0" baseline="0" dirty="0">
                <a:solidFill>
                  <a:schemeClr val="tx1">
                    <a:lumMod val="85000"/>
                    <a:lumOff val="15000"/>
                  </a:schemeClr>
                </a:solidFill>
                <a:effectLst/>
                <a:latin typeface="+mj-lt"/>
                <a:ea typeface="+mn-ea"/>
                <a:cs typeface="+mn-cs"/>
              </a:defRPr>
            </a:lvl1pPr>
          </a:lstStyle>
          <a:p>
            <a:r>
              <a:rPr lang="ja-JP" altLang="en-US" dirty="0"/>
              <a:t>開発のこだわりポイント</a:t>
            </a:r>
          </a:p>
        </p:txBody>
      </p:sp>
      <p:pic>
        <p:nvPicPr>
          <p:cNvPr id="5" name="図 4">
            <a:extLst>
              <a:ext uri="{FF2B5EF4-FFF2-40B4-BE49-F238E27FC236}">
                <a16:creationId xmlns:a16="http://schemas.microsoft.com/office/drawing/2014/main" id="{06E2F42A-BB13-4461-8490-556914C10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19" y="1213114"/>
            <a:ext cx="3345281" cy="2506638"/>
          </a:xfrm>
          <a:prstGeom prst="rect">
            <a:avLst/>
          </a:prstGeom>
        </p:spPr>
      </p:pic>
      <p:sp>
        <p:nvSpPr>
          <p:cNvPr id="3" name="テキスト ボックス 2">
            <a:extLst>
              <a:ext uri="{FF2B5EF4-FFF2-40B4-BE49-F238E27FC236}">
                <a16:creationId xmlns:a16="http://schemas.microsoft.com/office/drawing/2014/main" id="{787D9F48-84B7-485A-A878-F750CFEE36CB}"/>
              </a:ext>
            </a:extLst>
          </p:cNvPr>
          <p:cNvSpPr txBox="1"/>
          <p:nvPr/>
        </p:nvSpPr>
        <p:spPr>
          <a:xfrm>
            <a:off x="472440" y="3850144"/>
            <a:ext cx="5864860" cy="2246769"/>
          </a:xfrm>
          <a:prstGeom prst="rect">
            <a:avLst/>
          </a:prstGeom>
          <a:noFill/>
        </p:spPr>
        <p:txBody>
          <a:bodyPr wrap="square" rtlCol="0">
            <a:spAutoFit/>
          </a:bodyPr>
          <a:lstStyle/>
          <a:p>
            <a:r>
              <a:rPr kumimoji="1" lang="ja-JP" altLang="en-US" sz="2800" dirty="0"/>
              <a:t>警察官の視野範囲を視覚的にも</a:t>
            </a:r>
            <a:endParaRPr kumimoji="1" lang="en-US" altLang="ja-JP" sz="2800" dirty="0"/>
          </a:p>
          <a:p>
            <a:r>
              <a:rPr kumimoji="1" lang="ja-JP" altLang="en-US" sz="2800" dirty="0"/>
              <a:t>わかりやすく直観的に遊べるよう</a:t>
            </a:r>
            <a:endParaRPr kumimoji="1" lang="en-US" altLang="ja-JP" sz="2800" dirty="0"/>
          </a:p>
          <a:p>
            <a:r>
              <a:rPr kumimoji="1" lang="ja-JP" altLang="en-US" sz="2800" dirty="0"/>
              <a:t>オブジェクトなどに被った場合</a:t>
            </a:r>
            <a:endParaRPr kumimoji="1" lang="en-US" altLang="ja-JP" sz="2800" dirty="0"/>
          </a:p>
          <a:p>
            <a:r>
              <a:rPr kumimoji="1" lang="ja-JP" altLang="en-US" sz="2800" dirty="0"/>
              <a:t>その範囲の削るなど</a:t>
            </a:r>
            <a:endParaRPr kumimoji="1" lang="en-US" altLang="ja-JP" sz="2800" dirty="0"/>
          </a:p>
          <a:p>
            <a:r>
              <a:rPr kumimoji="1" lang="ja-JP" altLang="en-US" sz="2800" dirty="0"/>
              <a:t>視覚的工夫をこだわりました</a:t>
            </a:r>
            <a:endParaRPr kumimoji="1" lang="en-US" altLang="ja-JP" sz="2800" dirty="0"/>
          </a:p>
        </p:txBody>
      </p:sp>
      <p:pic>
        <p:nvPicPr>
          <p:cNvPr id="7" name="図 6">
            <a:extLst>
              <a:ext uri="{FF2B5EF4-FFF2-40B4-BE49-F238E27FC236}">
                <a16:creationId xmlns:a16="http://schemas.microsoft.com/office/drawing/2014/main" id="{11C6AC21-CCF6-41B7-B3CE-D2747EDD6FE4}"/>
              </a:ext>
            </a:extLst>
          </p:cNvPr>
          <p:cNvPicPr>
            <a:picLocks noChangeAspect="1"/>
          </p:cNvPicPr>
          <p:nvPr/>
        </p:nvPicPr>
        <p:blipFill rotWithShape="1">
          <a:blip r:embed="rId3">
            <a:extLst>
              <a:ext uri="{28A0092B-C50C-407E-A947-70E740481C1C}">
                <a14:useLocalDpi xmlns:a14="http://schemas.microsoft.com/office/drawing/2010/main" val="0"/>
              </a:ext>
            </a:extLst>
          </a:blip>
          <a:srcRect l="1014" t="2020" r="697"/>
          <a:stretch/>
        </p:blipFill>
        <p:spPr>
          <a:xfrm>
            <a:off x="7157291" y="1158420"/>
            <a:ext cx="3505528" cy="2616026"/>
          </a:xfrm>
          <a:prstGeom prst="rect">
            <a:avLst/>
          </a:prstGeom>
        </p:spPr>
      </p:pic>
      <p:sp>
        <p:nvSpPr>
          <p:cNvPr id="8" name="テキスト ボックス 7">
            <a:extLst>
              <a:ext uri="{FF2B5EF4-FFF2-40B4-BE49-F238E27FC236}">
                <a16:creationId xmlns:a16="http://schemas.microsoft.com/office/drawing/2014/main" id="{4F655822-6F2E-4AE1-B18E-7A753E5824EA}"/>
              </a:ext>
            </a:extLst>
          </p:cNvPr>
          <p:cNvSpPr txBox="1"/>
          <p:nvPr/>
        </p:nvSpPr>
        <p:spPr>
          <a:xfrm>
            <a:off x="6337300" y="4160465"/>
            <a:ext cx="5740400" cy="1815882"/>
          </a:xfrm>
          <a:prstGeom prst="rect">
            <a:avLst/>
          </a:prstGeom>
          <a:noFill/>
        </p:spPr>
        <p:txBody>
          <a:bodyPr wrap="square" rtlCol="0">
            <a:spAutoFit/>
          </a:bodyPr>
          <a:lstStyle/>
          <a:p>
            <a:r>
              <a:rPr kumimoji="1" lang="ja-JP" altLang="en-US" sz="2800" dirty="0"/>
              <a:t>追いかけられている場合には</a:t>
            </a:r>
            <a:endParaRPr kumimoji="1" lang="en-US" altLang="ja-JP" sz="2800" dirty="0"/>
          </a:p>
          <a:p>
            <a:r>
              <a:rPr kumimoji="1" lang="ja-JP" altLang="en-US" sz="2800" dirty="0"/>
              <a:t>視野の色、</a:t>
            </a:r>
            <a:r>
              <a:rPr kumimoji="1" lang="en-US" altLang="ja-JP" sz="2800" dirty="0"/>
              <a:t>BGM</a:t>
            </a:r>
            <a:r>
              <a:rPr kumimoji="1" lang="ja-JP" altLang="en-US" sz="2800" dirty="0"/>
              <a:t>、画面の点滅など</a:t>
            </a:r>
            <a:endParaRPr kumimoji="1" lang="en-US" altLang="ja-JP" sz="2800" dirty="0"/>
          </a:p>
          <a:p>
            <a:r>
              <a:rPr kumimoji="1" lang="ja-JP" altLang="en-US" sz="2800" dirty="0"/>
              <a:t>現在の状況や緊迫感を演出する</a:t>
            </a:r>
            <a:endParaRPr kumimoji="1" lang="en-US" altLang="ja-JP" sz="2800" dirty="0"/>
          </a:p>
          <a:p>
            <a:r>
              <a:rPr kumimoji="1" lang="ja-JP" altLang="en-US" sz="2800" dirty="0"/>
              <a:t>ことをこだわりました</a:t>
            </a:r>
          </a:p>
        </p:txBody>
      </p:sp>
    </p:spTree>
    <p:extLst>
      <p:ext uri="{BB962C8B-B14F-4D97-AF65-F5344CB8AC3E}">
        <p14:creationId xmlns:p14="http://schemas.microsoft.com/office/powerpoint/2010/main" val="1541076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D1CF7C7-67CC-3754-2569-AEC584B7E5DF}"/>
              </a:ext>
            </a:extLst>
          </p:cNvPr>
          <p:cNvSpPr>
            <a:spLocks noGrp="1"/>
          </p:cNvSpPr>
          <p:nvPr>
            <p:ph type="sldNum" sz="quarter" idx="12"/>
          </p:nvPr>
        </p:nvSpPr>
        <p:spPr/>
        <p:txBody>
          <a:bodyPr/>
          <a:lstStyle/>
          <a:p>
            <a:fld id="{D77CE0F4-93DF-401C-9042-9C402698D8AB}" type="slidenum">
              <a:rPr kumimoji="1" lang="ja-JP" altLang="en-US" smtClean="0"/>
              <a:t>12</a:t>
            </a:fld>
            <a:endParaRPr kumimoji="1" lang="ja-JP" altLang="en-US"/>
          </a:p>
        </p:txBody>
      </p:sp>
      <p:sp>
        <p:nvSpPr>
          <p:cNvPr id="5" name="タイトル 1">
            <a:extLst>
              <a:ext uri="{FF2B5EF4-FFF2-40B4-BE49-F238E27FC236}">
                <a16:creationId xmlns:a16="http://schemas.microsoft.com/office/drawing/2014/main" id="{B9C55569-A259-185F-A0B8-D580B5962BE7}"/>
              </a:ext>
            </a:extLst>
          </p:cNvPr>
          <p:cNvSpPr txBox="1">
            <a:spLocks/>
          </p:cNvSpPr>
          <p:nvPr/>
        </p:nvSpPr>
        <p:spPr>
          <a:xfrm>
            <a:off x="472440" y="390046"/>
            <a:ext cx="10058400" cy="1371600"/>
          </a:xfrm>
          <a:prstGeom prst="rect">
            <a:avLst/>
          </a:prstGeom>
        </p:spPr>
        <p:txBody>
          <a:bodyPr/>
          <a:lstStyle>
            <a:lvl1pPr algn="l" defTabSz="914400" rtl="0" eaLnBrk="1" latinLnBrk="0" hangingPunct="1">
              <a:lnSpc>
                <a:spcPct val="90000"/>
              </a:lnSpc>
              <a:spcBef>
                <a:spcPct val="0"/>
              </a:spcBef>
              <a:buNone/>
              <a:defRPr kumimoji="1" lang="en-US" sz="4800" kern="1200" cap="none" spc="0" baseline="0" dirty="0">
                <a:solidFill>
                  <a:schemeClr val="tx1">
                    <a:lumMod val="85000"/>
                    <a:lumOff val="15000"/>
                  </a:schemeClr>
                </a:solidFill>
                <a:effectLst/>
                <a:latin typeface="+mj-lt"/>
                <a:ea typeface="+mn-ea"/>
                <a:cs typeface="+mn-cs"/>
              </a:defRPr>
            </a:lvl1pPr>
          </a:lstStyle>
          <a:p>
            <a:r>
              <a:rPr lang="ja-JP" altLang="en-US" dirty="0"/>
              <a:t>苦戦した点とその工夫</a:t>
            </a:r>
            <a:r>
              <a:rPr lang="en-US" altLang="ja-JP" dirty="0"/>
              <a:t>(</a:t>
            </a:r>
            <a:r>
              <a:rPr lang="ja-JP" altLang="en-US" dirty="0"/>
              <a:t>企画</a:t>
            </a:r>
            <a:r>
              <a:rPr lang="en-US" altLang="ja-JP" dirty="0"/>
              <a:t>)</a:t>
            </a:r>
            <a:endParaRPr lang="ja-JP" altLang="en-US" dirty="0"/>
          </a:p>
        </p:txBody>
      </p:sp>
      <p:sp>
        <p:nvSpPr>
          <p:cNvPr id="3" name="テキスト ボックス 2">
            <a:extLst>
              <a:ext uri="{FF2B5EF4-FFF2-40B4-BE49-F238E27FC236}">
                <a16:creationId xmlns:a16="http://schemas.microsoft.com/office/drawing/2014/main" id="{46B83272-4857-4160-B4AC-EFF49770566E}"/>
              </a:ext>
            </a:extLst>
          </p:cNvPr>
          <p:cNvSpPr txBox="1"/>
          <p:nvPr/>
        </p:nvSpPr>
        <p:spPr>
          <a:xfrm>
            <a:off x="609600" y="1244600"/>
            <a:ext cx="4432300" cy="707886"/>
          </a:xfrm>
          <a:prstGeom prst="rect">
            <a:avLst/>
          </a:prstGeom>
          <a:noFill/>
        </p:spPr>
        <p:txBody>
          <a:bodyPr wrap="square" rtlCol="0">
            <a:spAutoFit/>
          </a:bodyPr>
          <a:lstStyle/>
          <a:p>
            <a:pPr marL="571500" indent="-571500">
              <a:buFont typeface="Arial" panose="020B0604020202020204" pitchFamily="34" charset="0"/>
              <a:buChar char="•"/>
            </a:pPr>
            <a:r>
              <a:rPr kumimoji="1" lang="ja-JP" altLang="en-US" sz="4000" dirty="0"/>
              <a:t>苦戦をした点</a:t>
            </a:r>
          </a:p>
        </p:txBody>
      </p:sp>
      <p:sp>
        <p:nvSpPr>
          <p:cNvPr id="6" name="テキスト ボックス 5">
            <a:extLst>
              <a:ext uri="{FF2B5EF4-FFF2-40B4-BE49-F238E27FC236}">
                <a16:creationId xmlns:a16="http://schemas.microsoft.com/office/drawing/2014/main" id="{12F7C800-46BD-4BAE-9F5B-8846BCE7B7ED}"/>
              </a:ext>
            </a:extLst>
          </p:cNvPr>
          <p:cNvSpPr txBox="1"/>
          <p:nvPr/>
        </p:nvSpPr>
        <p:spPr>
          <a:xfrm>
            <a:off x="609600" y="3822700"/>
            <a:ext cx="4432300" cy="707886"/>
          </a:xfrm>
          <a:prstGeom prst="rect">
            <a:avLst/>
          </a:prstGeom>
          <a:noFill/>
        </p:spPr>
        <p:txBody>
          <a:bodyPr wrap="square" rtlCol="0">
            <a:spAutoFit/>
          </a:bodyPr>
          <a:lstStyle/>
          <a:p>
            <a:pPr marL="571500" indent="-571500">
              <a:buFont typeface="Arial" panose="020B0604020202020204" pitchFamily="34" charset="0"/>
              <a:buChar char="•"/>
            </a:pPr>
            <a:r>
              <a:rPr kumimoji="1" lang="ja-JP" altLang="en-US" sz="4000" dirty="0"/>
              <a:t>工夫をした点</a:t>
            </a:r>
          </a:p>
        </p:txBody>
      </p:sp>
      <p:sp>
        <p:nvSpPr>
          <p:cNvPr id="7" name="テキスト ボックス 6">
            <a:extLst>
              <a:ext uri="{FF2B5EF4-FFF2-40B4-BE49-F238E27FC236}">
                <a16:creationId xmlns:a16="http://schemas.microsoft.com/office/drawing/2014/main" id="{F4619455-5FF3-4F09-9625-E2379DC87E7C}"/>
              </a:ext>
            </a:extLst>
          </p:cNvPr>
          <p:cNvSpPr txBox="1"/>
          <p:nvPr/>
        </p:nvSpPr>
        <p:spPr>
          <a:xfrm>
            <a:off x="1223434" y="1883708"/>
            <a:ext cx="4724400" cy="1938992"/>
          </a:xfrm>
          <a:prstGeom prst="rect">
            <a:avLst/>
          </a:prstGeom>
          <a:noFill/>
        </p:spPr>
        <p:txBody>
          <a:bodyPr wrap="square" rtlCol="0">
            <a:spAutoFit/>
          </a:bodyPr>
          <a:lstStyle/>
          <a:p>
            <a:r>
              <a:rPr kumimoji="1" lang="en-US" altLang="ja-JP" sz="2400" dirty="0"/>
              <a:t>2D</a:t>
            </a:r>
            <a:r>
              <a:rPr kumimoji="1" lang="ja-JP" altLang="en-US" sz="2400" dirty="0"/>
              <a:t>の他のチェイスゲームとの差別化を図ることに苦労しました</a:t>
            </a:r>
            <a:endParaRPr kumimoji="1" lang="en-US" altLang="ja-JP" sz="2400" dirty="0"/>
          </a:p>
          <a:p>
            <a:r>
              <a:rPr kumimoji="1" lang="ja-JP" altLang="en-US" sz="2400" dirty="0"/>
              <a:t>他のゲームなどはストーリーなどがあるのでこのゲームならではの要素をつけること</a:t>
            </a:r>
          </a:p>
        </p:txBody>
      </p:sp>
      <p:sp>
        <p:nvSpPr>
          <p:cNvPr id="8" name="テキスト ボックス 7">
            <a:extLst>
              <a:ext uri="{FF2B5EF4-FFF2-40B4-BE49-F238E27FC236}">
                <a16:creationId xmlns:a16="http://schemas.microsoft.com/office/drawing/2014/main" id="{ABF508E3-09A5-4392-8645-9B47348DE15A}"/>
              </a:ext>
            </a:extLst>
          </p:cNvPr>
          <p:cNvSpPr txBox="1"/>
          <p:nvPr/>
        </p:nvSpPr>
        <p:spPr>
          <a:xfrm>
            <a:off x="1223434" y="4530586"/>
            <a:ext cx="4330699" cy="1569660"/>
          </a:xfrm>
          <a:prstGeom prst="rect">
            <a:avLst/>
          </a:prstGeom>
          <a:noFill/>
        </p:spPr>
        <p:txBody>
          <a:bodyPr wrap="square" rtlCol="0">
            <a:spAutoFit/>
          </a:bodyPr>
          <a:lstStyle/>
          <a:p>
            <a:r>
              <a:rPr kumimoji="1" lang="ja-JP" altLang="en-US" sz="2400" dirty="0"/>
              <a:t>敵の増加量を指数関数的に</a:t>
            </a:r>
            <a:endParaRPr kumimoji="1" lang="en-US" altLang="ja-JP" sz="2400" dirty="0"/>
          </a:p>
          <a:p>
            <a:r>
              <a:rPr kumimoji="1" lang="ja-JP" altLang="en-US" sz="2400" dirty="0"/>
              <a:t>増やすことで</a:t>
            </a:r>
            <a:endParaRPr kumimoji="1" lang="en-US" altLang="ja-JP" sz="2400" dirty="0"/>
          </a:p>
          <a:p>
            <a:r>
              <a:rPr kumimoji="1" lang="ja-JP" altLang="en-US" sz="2400" dirty="0"/>
              <a:t>時間による難易度の</a:t>
            </a:r>
            <a:endParaRPr kumimoji="1" lang="en-US" altLang="ja-JP" sz="2400" dirty="0"/>
          </a:p>
          <a:p>
            <a:r>
              <a:rPr kumimoji="1" lang="ja-JP" altLang="en-US" sz="2400" dirty="0"/>
              <a:t>変化が起こと</a:t>
            </a:r>
          </a:p>
        </p:txBody>
      </p:sp>
      <p:pic>
        <p:nvPicPr>
          <p:cNvPr id="10" name="図 9">
            <a:extLst>
              <a:ext uri="{FF2B5EF4-FFF2-40B4-BE49-F238E27FC236}">
                <a16:creationId xmlns:a16="http://schemas.microsoft.com/office/drawing/2014/main" id="{BB91CC53-D2F9-44CD-B433-D2197A96E1D7}"/>
              </a:ext>
            </a:extLst>
          </p:cNvPr>
          <p:cNvPicPr>
            <a:picLocks noChangeAspect="1"/>
          </p:cNvPicPr>
          <p:nvPr/>
        </p:nvPicPr>
        <p:blipFill>
          <a:blip r:embed="rId2"/>
          <a:stretch>
            <a:fillRect/>
          </a:stretch>
        </p:blipFill>
        <p:spPr>
          <a:xfrm>
            <a:off x="5722181" y="1723259"/>
            <a:ext cx="6210739" cy="4622800"/>
          </a:xfrm>
          <a:prstGeom prst="rect">
            <a:avLst/>
          </a:prstGeom>
        </p:spPr>
      </p:pic>
      <p:sp>
        <p:nvSpPr>
          <p:cNvPr id="11" name="テキスト ボックス 10">
            <a:extLst>
              <a:ext uri="{FF2B5EF4-FFF2-40B4-BE49-F238E27FC236}">
                <a16:creationId xmlns:a16="http://schemas.microsoft.com/office/drawing/2014/main" id="{FD6D003F-114F-4299-8EED-8023BBD2F0B2}"/>
              </a:ext>
            </a:extLst>
          </p:cNvPr>
          <p:cNvSpPr txBox="1"/>
          <p:nvPr/>
        </p:nvSpPr>
        <p:spPr>
          <a:xfrm>
            <a:off x="7877386" y="1260512"/>
            <a:ext cx="4055534" cy="369332"/>
          </a:xfrm>
          <a:prstGeom prst="rect">
            <a:avLst/>
          </a:prstGeom>
          <a:noFill/>
        </p:spPr>
        <p:txBody>
          <a:bodyPr wrap="square" rtlCol="0">
            <a:spAutoFit/>
          </a:bodyPr>
          <a:lstStyle/>
          <a:p>
            <a:r>
              <a:rPr kumimoji="1" lang="ja-JP" altLang="en-US" dirty="0"/>
              <a:t>初期の企画概要書</a:t>
            </a:r>
          </a:p>
        </p:txBody>
      </p:sp>
    </p:spTree>
    <p:extLst>
      <p:ext uri="{BB962C8B-B14F-4D97-AF65-F5344CB8AC3E}">
        <p14:creationId xmlns:p14="http://schemas.microsoft.com/office/powerpoint/2010/main" val="697514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2C15D-68D7-12C5-2E63-16E460EC28F0}"/>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8E6D479-BCA7-F596-98C2-D173DE1A7289}"/>
              </a:ext>
            </a:extLst>
          </p:cNvPr>
          <p:cNvSpPr>
            <a:spLocks noGrp="1"/>
          </p:cNvSpPr>
          <p:nvPr>
            <p:ph type="sldNum" sz="quarter" idx="12"/>
          </p:nvPr>
        </p:nvSpPr>
        <p:spPr/>
        <p:txBody>
          <a:bodyPr/>
          <a:lstStyle/>
          <a:p>
            <a:fld id="{D77CE0F4-93DF-401C-9042-9C402698D8AB}" type="slidenum">
              <a:rPr kumimoji="1" lang="ja-JP" altLang="en-US" smtClean="0"/>
              <a:t>13</a:t>
            </a:fld>
            <a:endParaRPr kumimoji="1" lang="ja-JP" altLang="en-US"/>
          </a:p>
        </p:txBody>
      </p:sp>
      <p:sp>
        <p:nvSpPr>
          <p:cNvPr id="5" name="タイトル 1">
            <a:extLst>
              <a:ext uri="{FF2B5EF4-FFF2-40B4-BE49-F238E27FC236}">
                <a16:creationId xmlns:a16="http://schemas.microsoft.com/office/drawing/2014/main" id="{D7582E46-ABAB-4F9C-E88C-8EFB54D0F3E4}"/>
              </a:ext>
            </a:extLst>
          </p:cNvPr>
          <p:cNvSpPr txBox="1">
            <a:spLocks/>
          </p:cNvSpPr>
          <p:nvPr/>
        </p:nvSpPr>
        <p:spPr>
          <a:xfrm>
            <a:off x="472440" y="390046"/>
            <a:ext cx="10058400" cy="1371600"/>
          </a:xfrm>
          <a:prstGeom prst="rect">
            <a:avLst/>
          </a:prstGeom>
        </p:spPr>
        <p:txBody>
          <a:bodyPr/>
          <a:lstStyle>
            <a:lvl1pPr algn="l" defTabSz="914400" rtl="0" eaLnBrk="1" latinLnBrk="0" hangingPunct="1">
              <a:lnSpc>
                <a:spcPct val="90000"/>
              </a:lnSpc>
              <a:spcBef>
                <a:spcPct val="0"/>
              </a:spcBef>
              <a:buNone/>
              <a:defRPr kumimoji="1" lang="en-US" sz="4800" kern="1200" cap="none" spc="0" baseline="0" dirty="0">
                <a:solidFill>
                  <a:schemeClr val="tx1">
                    <a:lumMod val="85000"/>
                    <a:lumOff val="15000"/>
                  </a:schemeClr>
                </a:solidFill>
                <a:effectLst/>
                <a:latin typeface="+mj-lt"/>
                <a:ea typeface="+mn-ea"/>
                <a:cs typeface="+mn-cs"/>
              </a:defRPr>
            </a:lvl1pPr>
          </a:lstStyle>
          <a:p>
            <a:r>
              <a:rPr lang="ja-JP" altLang="en-US" dirty="0"/>
              <a:t>苦戦した点とその工夫</a:t>
            </a:r>
            <a:r>
              <a:rPr lang="en-US" altLang="ja-JP" dirty="0"/>
              <a:t>(</a:t>
            </a:r>
            <a:r>
              <a:rPr lang="ja-JP" altLang="en-US" dirty="0"/>
              <a:t>開発</a:t>
            </a:r>
            <a:r>
              <a:rPr lang="en-US" altLang="ja-JP" dirty="0"/>
              <a:t>)</a:t>
            </a:r>
            <a:endParaRPr lang="ja-JP" altLang="en-US" dirty="0"/>
          </a:p>
        </p:txBody>
      </p:sp>
      <p:sp>
        <p:nvSpPr>
          <p:cNvPr id="4" name="テキスト ボックス 3">
            <a:extLst>
              <a:ext uri="{FF2B5EF4-FFF2-40B4-BE49-F238E27FC236}">
                <a16:creationId xmlns:a16="http://schemas.microsoft.com/office/drawing/2014/main" id="{B8071AD0-7232-48C3-AA56-0CDD02C3AFA5}"/>
              </a:ext>
            </a:extLst>
          </p:cNvPr>
          <p:cNvSpPr txBox="1"/>
          <p:nvPr/>
        </p:nvSpPr>
        <p:spPr>
          <a:xfrm>
            <a:off x="609600" y="1244600"/>
            <a:ext cx="4432300" cy="707886"/>
          </a:xfrm>
          <a:prstGeom prst="rect">
            <a:avLst/>
          </a:prstGeom>
          <a:noFill/>
        </p:spPr>
        <p:txBody>
          <a:bodyPr wrap="square" rtlCol="0">
            <a:spAutoFit/>
          </a:bodyPr>
          <a:lstStyle/>
          <a:p>
            <a:pPr marL="571500" indent="-571500">
              <a:buFont typeface="Arial" panose="020B0604020202020204" pitchFamily="34" charset="0"/>
              <a:buChar char="•"/>
            </a:pPr>
            <a:r>
              <a:rPr kumimoji="1" lang="ja-JP" altLang="en-US" sz="4000" dirty="0"/>
              <a:t>苦戦をした点</a:t>
            </a:r>
          </a:p>
        </p:txBody>
      </p:sp>
      <p:sp>
        <p:nvSpPr>
          <p:cNvPr id="6" name="テキスト ボックス 5">
            <a:extLst>
              <a:ext uri="{FF2B5EF4-FFF2-40B4-BE49-F238E27FC236}">
                <a16:creationId xmlns:a16="http://schemas.microsoft.com/office/drawing/2014/main" id="{2BF8FC38-CDFA-4DBE-BF3A-A63E03AABEB0}"/>
              </a:ext>
            </a:extLst>
          </p:cNvPr>
          <p:cNvSpPr txBox="1"/>
          <p:nvPr/>
        </p:nvSpPr>
        <p:spPr>
          <a:xfrm>
            <a:off x="609600" y="3822700"/>
            <a:ext cx="4432300" cy="707886"/>
          </a:xfrm>
          <a:prstGeom prst="rect">
            <a:avLst/>
          </a:prstGeom>
          <a:noFill/>
        </p:spPr>
        <p:txBody>
          <a:bodyPr wrap="square" rtlCol="0">
            <a:spAutoFit/>
          </a:bodyPr>
          <a:lstStyle/>
          <a:p>
            <a:pPr marL="571500" indent="-571500">
              <a:buFont typeface="Arial" panose="020B0604020202020204" pitchFamily="34" charset="0"/>
              <a:buChar char="•"/>
            </a:pPr>
            <a:r>
              <a:rPr kumimoji="1" lang="ja-JP" altLang="en-US" sz="4000" dirty="0"/>
              <a:t>工夫をした点</a:t>
            </a:r>
          </a:p>
        </p:txBody>
      </p:sp>
      <p:sp>
        <p:nvSpPr>
          <p:cNvPr id="3" name="テキスト ボックス 2">
            <a:extLst>
              <a:ext uri="{FF2B5EF4-FFF2-40B4-BE49-F238E27FC236}">
                <a16:creationId xmlns:a16="http://schemas.microsoft.com/office/drawing/2014/main" id="{C09509F0-C988-4302-B3AA-3835B31B205C}"/>
              </a:ext>
            </a:extLst>
          </p:cNvPr>
          <p:cNvSpPr txBox="1"/>
          <p:nvPr/>
        </p:nvSpPr>
        <p:spPr>
          <a:xfrm>
            <a:off x="1083733" y="1906316"/>
            <a:ext cx="5147734" cy="1938992"/>
          </a:xfrm>
          <a:prstGeom prst="rect">
            <a:avLst/>
          </a:prstGeom>
          <a:noFill/>
        </p:spPr>
        <p:txBody>
          <a:bodyPr wrap="square" rtlCol="0">
            <a:spAutoFit/>
          </a:bodyPr>
          <a:lstStyle/>
          <a:p>
            <a:r>
              <a:rPr kumimoji="1" lang="ja-JP" altLang="en-US" sz="2400" dirty="0"/>
              <a:t>初のチーム制作でメンバーとの認識の齟齬が多かった。</a:t>
            </a:r>
            <a:endParaRPr kumimoji="1" lang="en-US" altLang="ja-JP" sz="2400" dirty="0"/>
          </a:p>
          <a:p>
            <a:r>
              <a:rPr kumimoji="1" lang="ja-JP" altLang="en-US" sz="2400" dirty="0"/>
              <a:t>チームの間での進捗のズレが大きく一人にかかる負担が大きくなってしまったところ。</a:t>
            </a:r>
            <a:endParaRPr kumimoji="1" lang="en-US" altLang="ja-JP" sz="2400" dirty="0"/>
          </a:p>
        </p:txBody>
      </p:sp>
      <p:sp>
        <p:nvSpPr>
          <p:cNvPr id="7" name="テキスト ボックス 6">
            <a:extLst>
              <a:ext uri="{FF2B5EF4-FFF2-40B4-BE49-F238E27FC236}">
                <a16:creationId xmlns:a16="http://schemas.microsoft.com/office/drawing/2014/main" id="{DD676355-ED47-4DA5-BDA0-6810E4D165A2}"/>
              </a:ext>
            </a:extLst>
          </p:cNvPr>
          <p:cNvSpPr txBox="1"/>
          <p:nvPr/>
        </p:nvSpPr>
        <p:spPr>
          <a:xfrm>
            <a:off x="1083733" y="4377266"/>
            <a:ext cx="6265334" cy="2308324"/>
          </a:xfrm>
          <a:prstGeom prst="rect">
            <a:avLst/>
          </a:prstGeom>
          <a:noFill/>
        </p:spPr>
        <p:txBody>
          <a:bodyPr wrap="square" rtlCol="0">
            <a:spAutoFit/>
          </a:bodyPr>
          <a:lstStyle/>
          <a:p>
            <a:r>
              <a:rPr kumimoji="1" lang="ja-JP" altLang="en-US" sz="2400" dirty="0"/>
              <a:t>仕様の説明の時に具体的なゲームのこのシステムが実装したいなどといったプレイ動画を交えながら説明をした点。</a:t>
            </a:r>
            <a:endParaRPr kumimoji="1" lang="en-US" altLang="ja-JP" sz="2400" dirty="0"/>
          </a:p>
          <a:p>
            <a:r>
              <a:rPr kumimoji="1" lang="ja-JP" altLang="en-US" sz="2400" dirty="0"/>
              <a:t>ガントチャートを作りメンバーがどこを担当をして、どのように進めていくのかを分かりやすく割り振った点。</a:t>
            </a:r>
          </a:p>
        </p:txBody>
      </p:sp>
      <p:pic>
        <p:nvPicPr>
          <p:cNvPr id="9" name="図 8">
            <a:extLst>
              <a:ext uri="{FF2B5EF4-FFF2-40B4-BE49-F238E27FC236}">
                <a16:creationId xmlns:a16="http://schemas.microsoft.com/office/drawing/2014/main" id="{7DA7EFAF-2FD5-451C-BEC5-199C0EF75259}"/>
              </a:ext>
            </a:extLst>
          </p:cNvPr>
          <p:cNvPicPr>
            <a:picLocks noChangeAspect="1"/>
          </p:cNvPicPr>
          <p:nvPr/>
        </p:nvPicPr>
        <p:blipFill>
          <a:blip r:embed="rId2"/>
          <a:stretch>
            <a:fillRect/>
          </a:stretch>
        </p:blipFill>
        <p:spPr>
          <a:xfrm>
            <a:off x="6239934" y="1902480"/>
            <a:ext cx="5701453" cy="2333951"/>
          </a:xfrm>
          <a:prstGeom prst="rect">
            <a:avLst/>
          </a:prstGeom>
        </p:spPr>
      </p:pic>
      <p:sp>
        <p:nvSpPr>
          <p:cNvPr id="10" name="正方形/長方形 9">
            <a:extLst>
              <a:ext uri="{FF2B5EF4-FFF2-40B4-BE49-F238E27FC236}">
                <a16:creationId xmlns:a16="http://schemas.microsoft.com/office/drawing/2014/main" id="{A3A89ED6-0EA3-4369-B784-4CE15E3256FD}"/>
              </a:ext>
            </a:extLst>
          </p:cNvPr>
          <p:cNvSpPr/>
          <p:nvPr/>
        </p:nvSpPr>
        <p:spPr>
          <a:xfrm>
            <a:off x="7543800" y="1902480"/>
            <a:ext cx="711200" cy="233395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C486BDD8-03AF-484A-AB10-E4E0BCB33A14}"/>
              </a:ext>
            </a:extLst>
          </p:cNvPr>
          <p:cNvSpPr txBox="1"/>
          <p:nvPr/>
        </p:nvSpPr>
        <p:spPr>
          <a:xfrm>
            <a:off x="8373533" y="1397578"/>
            <a:ext cx="4030133" cy="369332"/>
          </a:xfrm>
          <a:prstGeom prst="rect">
            <a:avLst/>
          </a:prstGeom>
          <a:noFill/>
        </p:spPr>
        <p:txBody>
          <a:bodyPr wrap="square" rtlCol="0">
            <a:spAutoFit/>
          </a:bodyPr>
          <a:lstStyle/>
          <a:p>
            <a:r>
              <a:rPr kumimoji="1" lang="ja-JP" altLang="en-US" dirty="0"/>
              <a:t>ガントチャート</a:t>
            </a:r>
          </a:p>
        </p:txBody>
      </p:sp>
    </p:spTree>
    <p:extLst>
      <p:ext uri="{BB962C8B-B14F-4D97-AF65-F5344CB8AC3E}">
        <p14:creationId xmlns:p14="http://schemas.microsoft.com/office/powerpoint/2010/main" val="751744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17AE631-709E-0E4F-E91D-8EC7D10CC504}"/>
              </a:ext>
            </a:extLst>
          </p:cNvPr>
          <p:cNvSpPr>
            <a:spLocks noGrp="1"/>
          </p:cNvSpPr>
          <p:nvPr>
            <p:ph type="sldNum" sz="quarter" idx="12"/>
          </p:nvPr>
        </p:nvSpPr>
        <p:spPr/>
        <p:txBody>
          <a:bodyPr/>
          <a:lstStyle/>
          <a:p>
            <a:fld id="{D77CE0F4-93DF-401C-9042-9C402698D8AB}" type="slidenum">
              <a:rPr kumimoji="1" lang="ja-JP" altLang="en-US" smtClean="0"/>
              <a:t>14</a:t>
            </a:fld>
            <a:endParaRPr kumimoji="1" lang="ja-JP" altLang="en-US"/>
          </a:p>
        </p:txBody>
      </p:sp>
      <p:sp>
        <p:nvSpPr>
          <p:cNvPr id="4" name="タイトル 1">
            <a:extLst>
              <a:ext uri="{FF2B5EF4-FFF2-40B4-BE49-F238E27FC236}">
                <a16:creationId xmlns:a16="http://schemas.microsoft.com/office/drawing/2014/main" id="{1CC832B0-D0B6-77E9-A225-A364A2E40036}"/>
              </a:ext>
            </a:extLst>
          </p:cNvPr>
          <p:cNvSpPr txBox="1">
            <a:spLocks/>
          </p:cNvSpPr>
          <p:nvPr/>
        </p:nvSpPr>
        <p:spPr>
          <a:xfrm>
            <a:off x="472440" y="390046"/>
            <a:ext cx="10058400" cy="1371600"/>
          </a:xfrm>
          <a:prstGeom prst="rect">
            <a:avLst/>
          </a:prstGeom>
        </p:spPr>
        <p:txBody>
          <a:bodyPr/>
          <a:lstStyle>
            <a:lvl1pPr algn="l" defTabSz="914400" rtl="0" eaLnBrk="1" latinLnBrk="0" hangingPunct="1">
              <a:lnSpc>
                <a:spcPct val="90000"/>
              </a:lnSpc>
              <a:spcBef>
                <a:spcPct val="0"/>
              </a:spcBef>
              <a:buNone/>
              <a:defRPr kumimoji="1" lang="en-US" sz="4800" kern="1200" cap="none" spc="0" baseline="0" dirty="0">
                <a:solidFill>
                  <a:schemeClr val="tx1">
                    <a:lumMod val="85000"/>
                    <a:lumOff val="15000"/>
                  </a:schemeClr>
                </a:solidFill>
                <a:effectLst/>
                <a:latin typeface="+mj-lt"/>
                <a:ea typeface="+mn-ea"/>
                <a:cs typeface="+mn-cs"/>
              </a:defRPr>
            </a:lvl1pPr>
          </a:lstStyle>
          <a:p>
            <a:r>
              <a:rPr lang="ja-JP" altLang="en-US" dirty="0"/>
              <a:t>学んだこと・今後の改善点</a:t>
            </a:r>
          </a:p>
        </p:txBody>
      </p:sp>
      <p:sp>
        <p:nvSpPr>
          <p:cNvPr id="5" name="テキスト ボックス 4">
            <a:extLst>
              <a:ext uri="{FF2B5EF4-FFF2-40B4-BE49-F238E27FC236}">
                <a16:creationId xmlns:a16="http://schemas.microsoft.com/office/drawing/2014/main" id="{EA169BBB-5B68-4B71-A707-02457E2249E5}"/>
              </a:ext>
            </a:extLst>
          </p:cNvPr>
          <p:cNvSpPr txBox="1"/>
          <p:nvPr/>
        </p:nvSpPr>
        <p:spPr>
          <a:xfrm>
            <a:off x="829733" y="1459416"/>
            <a:ext cx="6096000" cy="646331"/>
          </a:xfrm>
          <a:prstGeom prst="rect">
            <a:avLst/>
          </a:prstGeom>
          <a:noFill/>
        </p:spPr>
        <p:txBody>
          <a:bodyPr wrap="square">
            <a:spAutoFit/>
          </a:bodyPr>
          <a:lstStyle/>
          <a:p>
            <a:r>
              <a:rPr lang="ja-JP" altLang="en-US" sz="3600" dirty="0"/>
              <a:t>学んだこと</a:t>
            </a:r>
          </a:p>
        </p:txBody>
      </p:sp>
      <p:sp>
        <p:nvSpPr>
          <p:cNvPr id="6" name="テキスト ボックス 5">
            <a:extLst>
              <a:ext uri="{FF2B5EF4-FFF2-40B4-BE49-F238E27FC236}">
                <a16:creationId xmlns:a16="http://schemas.microsoft.com/office/drawing/2014/main" id="{B56D2A76-BAAE-4A0F-A109-A843643DCEF6}"/>
              </a:ext>
            </a:extLst>
          </p:cNvPr>
          <p:cNvSpPr txBox="1"/>
          <p:nvPr/>
        </p:nvSpPr>
        <p:spPr>
          <a:xfrm>
            <a:off x="829733" y="4409631"/>
            <a:ext cx="6096000" cy="646331"/>
          </a:xfrm>
          <a:prstGeom prst="rect">
            <a:avLst/>
          </a:prstGeom>
          <a:noFill/>
        </p:spPr>
        <p:txBody>
          <a:bodyPr wrap="square">
            <a:spAutoFit/>
          </a:bodyPr>
          <a:lstStyle/>
          <a:p>
            <a:r>
              <a:rPr lang="ja-JP" altLang="en-US" sz="3600" dirty="0"/>
              <a:t>今後の改善点</a:t>
            </a:r>
          </a:p>
        </p:txBody>
      </p:sp>
      <p:sp>
        <p:nvSpPr>
          <p:cNvPr id="7" name="テキスト ボックス 6">
            <a:extLst>
              <a:ext uri="{FF2B5EF4-FFF2-40B4-BE49-F238E27FC236}">
                <a16:creationId xmlns:a16="http://schemas.microsoft.com/office/drawing/2014/main" id="{C442DA2D-ADCE-4645-9884-D2CDED1ED919}"/>
              </a:ext>
            </a:extLst>
          </p:cNvPr>
          <p:cNvSpPr txBox="1"/>
          <p:nvPr/>
        </p:nvSpPr>
        <p:spPr>
          <a:xfrm>
            <a:off x="829733" y="2105747"/>
            <a:ext cx="5894493" cy="830997"/>
          </a:xfrm>
          <a:prstGeom prst="rect">
            <a:avLst/>
          </a:prstGeom>
          <a:noFill/>
        </p:spPr>
        <p:txBody>
          <a:bodyPr wrap="square" rtlCol="0">
            <a:spAutoFit/>
          </a:bodyPr>
          <a:lstStyle/>
          <a:p>
            <a:r>
              <a:rPr kumimoji="1" lang="ja-JP" altLang="en-US" sz="2400" dirty="0"/>
              <a:t>①</a:t>
            </a:r>
            <a:r>
              <a:rPr lang="ja-JP" altLang="en-US" sz="2400" dirty="0"/>
              <a:t>チーム開発における工数管理と</a:t>
            </a:r>
            <a:endParaRPr lang="en-US" altLang="ja-JP" sz="2400" dirty="0"/>
          </a:p>
          <a:p>
            <a:r>
              <a:rPr lang="ja-JP" altLang="en-US" sz="2400" dirty="0"/>
              <a:t>　タスク割り振りの重要性 </a:t>
            </a:r>
            <a:endParaRPr kumimoji="1" lang="ja-JP" altLang="en-US" sz="2400" dirty="0"/>
          </a:p>
        </p:txBody>
      </p:sp>
      <p:sp>
        <p:nvSpPr>
          <p:cNvPr id="8" name="テキスト ボックス 7">
            <a:extLst>
              <a:ext uri="{FF2B5EF4-FFF2-40B4-BE49-F238E27FC236}">
                <a16:creationId xmlns:a16="http://schemas.microsoft.com/office/drawing/2014/main" id="{9B36AEAE-DB6A-4BE7-8B11-2BED5F0DB4CE}"/>
              </a:ext>
            </a:extLst>
          </p:cNvPr>
          <p:cNvSpPr txBox="1"/>
          <p:nvPr/>
        </p:nvSpPr>
        <p:spPr>
          <a:xfrm>
            <a:off x="6432973" y="2105747"/>
            <a:ext cx="4097867" cy="1200329"/>
          </a:xfrm>
          <a:prstGeom prst="rect">
            <a:avLst/>
          </a:prstGeom>
          <a:noFill/>
        </p:spPr>
        <p:txBody>
          <a:bodyPr wrap="square" rtlCol="0">
            <a:spAutoFit/>
          </a:bodyPr>
          <a:lstStyle/>
          <a:p>
            <a:r>
              <a:rPr kumimoji="1" lang="ja-JP" altLang="en-US" sz="2400" dirty="0"/>
              <a:t>②</a:t>
            </a:r>
            <a:r>
              <a:rPr lang="ja-JP" altLang="en-US" sz="2400" dirty="0"/>
              <a:t>誰にでも伝わる正確な</a:t>
            </a:r>
            <a:endParaRPr lang="en-US" altLang="ja-JP" sz="2400" dirty="0"/>
          </a:p>
          <a:p>
            <a:r>
              <a:rPr lang="ja-JP" altLang="en-US" sz="2400" dirty="0"/>
              <a:t>　仕様書作成・</a:t>
            </a:r>
            <a:endParaRPr lang="en-US" altLang="ja-JP" sz="2400" dirty="0"/>
          </a:p>
          <a:p>
            <a:r>
              <a:rPr lang="ja-JP" altLang="en-US" sz="2400" dirty="0"/>
              <a:t>　共通言語化の徹底</a:t>
            </a:r>
            <a:endParaRPr kumimoji="1" lang="ja-JP" altLang="en-US" sz="2400" dirty="0"/>
          </a:p>
        </p:txBody>
      </p:sp>
      <p:sp>
        <p:nvSpPr>
          <p:cNvPr id="10" name="テキスト ボックス 9">
            <a:extLst>
              <a:ext uri="{FF2B5EF4-FFF2-40B4-BE49-F238E27FC236}">
                <a16:creationId xmlns:a16="http://schemas.microsoft.com/office/drawing/2014/main" id="{70A43951-4B59-43B3-89E3-DF5B31B1500F}"/>
              </a:ext>
            </a:extLst>
          </p:cNvPr>
          <p:cNvSpPr txBox="1"/>
          <p:nvPr/>
        </p:nvSpPr>
        <p:spPr>
          <a:xfrm>
            <a:off x="1261533" y="5188375"/>
            <a:ext cx="10143067" cy="923330"/>
          </a:xfrm>
          <a:prstGeom prst="rect">
            <a:avLst/>
          </a:prstGeom>
          <a:noFill/>
        </p:spPr>
        <p:txBody>
          <a:bodyPr wrap="square" rtlCol="0">
            <a:spAutoFit/>
          </a:bodyPr>
          <a:lstStyle/>
          <a:p>
            <a:r>
              <a:rPr kumimoji="1" lang="ja-JP" altLang="en-US" dirty="0"/>
              <a:t>①</a:t>
            </a:r>
            <a:r>
              <a:rPr kumimoji="1" lang="en-US" altLang="ja-JP" dirty="0"/>
              <a:t>.</a:t>
            </a:r>
            <a:r>
              <a:rPr lang="ja-JP" altLang="en-US" dirty="0"/>
              <a:t>メンバーそれぞれのスキルや作業スピードを考慮したタスク管理・工数見積もりを行う</a:t>
            </a:r>
            <a:endParaRPr lang="en-US" altLang="ja-JP" dirty="0"/>
          </a:p>
          <a:p>
            <a:endParaRPr kumimoji="1" lang="en-US" altLang="ja-JP" dirty="0"/>
          </a:p>
          <a:p>
            <a:r>
              <a:rPr kumimoji="1" lang="ja-JP" altLang="en-US" dirty="0"/>
              <a:t>②</a:t>
            </a:r>
            <a:r>
              <a:rPr kumimoji="1" lang="en-US" altLang="ja-JP" dirty="0"/>
              <a:t>.</a:t>
            </a:r>
            <a:r>
              <a:rPr lang="ja-JP" altLang="en-US" dirty="0"/>
              <a:t>共通認識を持ちやすいよう、業界標準の共通言語や仕様書のフォーマットを使用する</a:t>
            </a:r>
            <a:endParaRPr kumimoji="1" lang="ja-JP" altLang="en-US" dirty="0"/>
          </a:p>
        </p:txBody>
      </p:sp>
      <p:sp>
        <p:nvSpPr>
          <p:cNvPr id="11" name="テキスト ボックス 10">
            <a:extLst>
              <a:ext uri="{FF2B5EF4-FFF2-40B4-BE49-F238E27FC236}">
                <a16:creationId xmlns:a16="http://schemas.microsoft.com/office/drawing/2014/main" id="{82FFD21F-75E7-4982-BD4F-F3F45C74A2C7}"/>
              </a:ext>
            </a:extLst>
          </p:cNvPr>
          <p:cNvSpPr txBox="1"/>
          <p:nvPr/>
        </p:nvSpPr>
        <p:spPr>
          <a:xfrm>
            <a:off x="1261533" y="3362961"/>
            <a:ext cx="4351867" cy="923330"/>
          </a:xfrm>
          <a:prstGeom prst="rect">
            <a:avLst/>
          </a:prstGeom>
          <a:noFill/>
        </p:spPr>
        <p:txBody>
          <a:bodyPr wrap="square" rtlCol="0">
            <a:spAutoFit/>
          </a:bodyPr>
          <a:lstStyle/>
          <a:p>
            <a:r>
              <a:rPr lang="ja-JP" altLang="en-US" dirty="0"/>
              <a:t>メンバー各自の作業スピードや習熟度を考慮した、現実的な工数計算と割り振りの必要性を実感した。</a:t>
            </a:r>
            <a:endParaRPr kumimoji="1" lang="ja-JP" altLang="en-US" dirty="0"/>
          </a:p>
        </p:txBody>
      </p:sp>
      <p:sp>
        <p:nvSpPr>
          <p:cNvPr id="13" name="テキスト ボックス 12">
            <a:extLst>
              <a:ext uri="{FF2B5EF4-FFF2-40B4-BE49-F238E27FC236}">
                <a16:creationId xmlns:a16="http://schemas.microsoft.com/office/drawing/2014/main" id="{EAFCC955-C3B3-43DD-8866-822A88DEFB4E}"/>
              </a:ext>
            </a:extLst>
          </p:cNvPr>
          <p:cNvSpPr txBox="1"/>
          <p:nvPr/>
        </p:nvSpPr>
        <p:spPr>
          <a:xfrm>
            <a:off x="6432973" y="3362962"/>
            <a:ext cx="6096000" cy="923330"/>
          </a:xfrm>
          <a:prstGeom prst="rect">
            <a:avLst/>
          </a:prstGeom>
          <a:noFill/>
        </p:spPr>
        <p:txBody>
          <a:bodyPr wrap="square">
            <a:spAutoFit/>
          </a:bodyPr>
          <a:lstStyle/>
          <a:p>
            <a:r>
              <a:rPr lang="ja-JP" altLang="en-US" dirty="0"/>
              <a:t>独自の言葉で仕様を説明してしまい、</a:t>
            </a:r>
            <a:endParaRPr lang="en-US" altLang="ja-JP" dirty="0"/>
          </a:p>
          <a:p>
            <a:r>
              <a:rPr lang="ja-JP" altLang="en-US" dirty="0"/>
              <a:t>メンバー間での認識齟齬や意図のズレを</a:t>
            </a:r>
            <a:endParaRPr lang="en-US" altLang="ja-JP" dirty="0"/>
          </a:p>
          <a:p>
            <a:r>
              <a:rPr lang="ja-JP" altLang="en-US" dirty="0"/>
              <a:t>生じさせてしまった。</a:t>
            </a:r>
          </a:p>
        </p:txBody>
      </p:sp>
    </p:spTree>
    <p:extLst>
      <p:ext uri="{BB962C8B-B14F-4D97-AF65-F5344CB8AC3E}">
        <p14:creationId xmlns:p14="http://schemas.microsoft.com/office/powerpoint/2010/main" val="3758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A8F888-5E13-4944-9D93-EB503E1FACC4}"/>
              </a:ext>
            </a:extLst>
          </p:cNvPr>
          <p:cNvSpPr>
            <a:spLocks noGrp="1"/>
          </p:cNvSpPr>
          <p:nvPr>
            <p:ph type="ctrTitle"/>
          </p:nvPr>
        </p:nvSpPr>
        <p:spPr/>
        <p:txBody>
          <a:bodyPr/>
          <a:lstStyle/>
          <a:p>
            <a:r>
              <a:rPr kumimoji="1" lang="ja-JP" altLang="en-US" dirty="0"/>
              <a:t>企画書</a:t>
            </a:r>
          </a:p>
        </p:txBody>
      </p:sp>
      <p:sp>
        <p:nvSpPr>
          <p:cNvPr id="3" name="スライド番号プレースホルダー 2">
            <a:extLst>
              <a:ext uri="{FF2B5EF4-FFF2-40B4-BE49-F238E27FC236}">
                <a16:creationId xmlns:a16="http://schemas.microsoft.com/office/drawing/2014/main" id="{64EC88E2-7842-4E6F-A93A-4F42D07ECA5C}"/>
              </a:ext>
            </a:extLst>
          </p:cNvPr>
          <p:cNvSpPr>
            <a:spLocks noGrp="1"/>
          </p:cNvSpPr>
          <p:nvPr>
            <p:ph type="sldNum" sz="quarter" idx="12"/>
          </p:nvPr>
        </p:nvSpPr>
        <p:spPr/>
        <p:txBody>
          <a:bodyPr/>
          <a:lstStyle/>
          <a:p>
            <a:fld id="{D77CE0F4-93DF-401C-9042-9C402698D8AB}" type="slidenum">
              <a:rPr kumimoji="1" lang="ja-JP" altLang="en-US" smtClean="0"/>
              <a:t>15</a:t>
            </a:fld>
            <a:endParaRPr kumimoji="1" lang="ja-JP" altLang="en-US"/>
          </a:p>
        </p:txBody>
      </p:sp>
    </p:spTree>
    <p:extLst>
      <p:ext uri="{BB962C8B-B14F-4D97-AF65-F5344CB8AC3E}">
        <p14:creationId xmlns:p14="http://schemas.microsoft.com/office/powerpoint/2010/main" val="2311821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D9FEA-B63C-AE0E-D6A8-8101DBA7D17B}"/>
            </a:ext>
          </a:extLst>
        </p:cNvPr>
        <p:cNvGrpSpPr/>
        <p:nvPr/>
      </p:nvGrpSpPr>
      <p:grpSpPr>
        <a:xfrm>
          <a:off x="0" y="0"/>
          <a:ext cx="0" cy="0"/>
          <a:chOff x="0" y="0"/>
          <a:chExt cx="0" cy="0"/>
        </a:xfrm>
      </p:grpSpPr>
      <p:pic>
        <p:nvPicPr>
          <p:cNvPr id="13" name="図 12">
            <a:extLst>
              <a:ext uri="{FF2B5EF4-FFF2-40B4-BE49-F238E27FC236}">
                <a16:creationId xmlns:a16="http://schemas.microsoft.com/office/drawing/2014/main" id="{3FD1FD28-D8D5-408F-A64A-1C0A64E73F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105" y="210950"/>
            <a:ext cx="11685815" cy="6371042"/>
          </a:xfrm>
          <a:prstGeom prst="rect">
            <a:avLst/>
          </a:prstGeom>
        </p:spPr>
      </p:pic>
      <p:sp>
        <p:nvSpPr>
          <p:cNvPr id="51" name="正方形/長方形 50">
            <a:extLst>
              <a:ext uri="{FF2B5EF4-FFF2-40B4-BE49-F238E27FC236}">
                <a16:creationId xmlns:a16="http://schemas.microsoft.com/office/drawing/2014/main" id="{CD2A2F83-25D8-4380-2F1F-7E81D3B2558E}"/>
              </a:ext>
            </a:extLst>
          </p:cNvPr>
          <p:cNvSpPr/>
          <p:nvPr/>
        </p:nvSpPr>
        <p:spPr>
          <a:xfrm>
            <a:off x="9267777" y="5313322"/>
            <a:ext cx="2612571" cy="81665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338FA7D3-8F54-6C54-4B06-70782EB9E33C}"/>
              </a:ext>
            </a:extLst>
          </p:cNvPr>
          <p:cNvSpPr/>
          <p:nvPr/>
        </p:nvSpPr>
        <p:spPr>
          <a:xfrm>
            <a:off x="247105" y="5259977"/>
            <a:ext cx="11697789" cy="132201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29" name="スライド番号プレースホルダー 28">
            <a:extLst>
              <a:ext uri="{FF2B5EF4-FFF2-40B4-BE49-F238E27FC236}">
                <a16:creationId xmlns:a16="http://schemas.microsoft.com/office/drawing/2014/main" id="{2D4DD210-C60B-1E79-125E-F2241E34AE08}"/>
              </a:ext>
            </a:extLst>
          </p:cNvPr>
          <p:cNvSpPr>
            <a:spLocks noGrp="1"/>
          </p:cNvSpPr>
          <p:nvPr>
            <p:ph type="sldNum" sz="quarter" idx="7"/>
          </p:nvPr>
        </p:nvSpPr>
        <p:spPr/>
        <p:txBody>
          <a:bodyPr/>
          <a:lstStyle/>
          <a:p>
            <a:fld id="{B6F15528-21DE-4FAA-801E-634DDDAF4B2B}" type="slidenum">
              <a:rPr lang="en-US" altLang="ja-JP" smtClean="0"/>
              <a:t>16</a:t>
            </a:fld>
            <a:endParaRPr lang="ja-JP" altLang="en-US" dirty="0"/>
          </a:p>
        </p:txBody>
      </p:sp>
      <p:sp>
        <p:nvSpPr>
          <p:cNvPr id="35" name="テキスト ボックス 34">
            <a:extLst>
              <a:ext uri="{FF2B5EF4-FFF2-40B4-BE49-F238E27FC236}">
                <a16:creationId xmlns:a16="http://schemas.microsoft.com/office/drawing/2014/main" id="{C875CDF7-DA9F-57DE-BDCD-AA09CB16E715}"/>
              </a:ext>
            </a:extLst>
          </p:cNvPr>
          <p:cNvSpPr txBox="1"/>
          <p:nvPr/>
        </p:nvSpPr>
        <p:spPr>
          <a:xfrm>
            <a:off x="501766" y="5416731"/>
            <a:ext cx="8284446" cy="646331"/>
          </a:xfrm>
          <a:prstGeom prst="rect">
            <a:avLst/>
          </a:prstGeom>
          <a:noFill/>
        </p:spPr>
        <p:txBody>
          <a:bodyPr wrap="square" rtlCol="0">
            <a:spAutoFit/>
          </a:bodyPr>
          <a:lstStyle/>
          <a:p>
            <a:r>
              <a:rPr kumimoji="1" lang="ja-JP" altLang="en-US" sz="3600" dirty="0">
                <a:solidFill>
                  <a:schemeClr val="bg1"/>
                </a:solidFill>
              </a:rPr>
              <a:t>爆汁！！ドパガキクッキング！！</a:t>
            </a:r>
          </a:p>
        </p:txBody>
      </p:sp>
      <p:sp>
        <p:nvSpPr>
          <p:cNvPr id="37" name="テキスト ボックス 36">
            <a:extLst>
              <a:ext uri="{FF2B5EF4-FFF2-40B4-BE49-F238E27FC236}">
                <a16:creationId xmlns:a16="http://schemas.microsoft.com/office/drawing/2014/main" id="{D8660662-E57D-6D14-C9D8-C9CAED04D2F1}"/>
              </a:ext>
            </a:extLst>
          </p:cNvPr>
          <p:cNvSpPr txBox="1"/>
          <p:nvPr/>
        </p:nvSpPr>
        <p:spPr>
          <a:xfrm>
            <a:off x="583474" y="5952284"/>
            <a:ext cx="1323703" cy="584775"/>
          </a:xfrm>
          <a:prstGeom prst="rect">
            <a:avLst/>
          </a:prstGeom>
          <a:noFill/>
        </p:spPr>
        <p:txBody>
          <a:bodyPr wrap="square" rtlCol="0">
            <a:spAutoFit/>
          </a:bodyPr>
          <a:lstStyle/>
          <a:p>
            <a:r>
              <a:rPr kumimoji="1" lang="ja-JP" altLang="en-US" sz="1400" dirty="0">
                <a:solidFill>
                  <a:schemeClr val="bg1"/>
                </a:solidFill>
              </a:rPr>
              <a:t>企画期間</a:t>
            </a:r>
            <a:endParaRPr kumimoji="1" lang="en-US" altLang="ja-JP" sz="1400" dirty="0">
              <a:solidFill>
                <a:schemeClr val="bg1"/>
              </a:solidFill>
            </a:endParaRPr>
          </a:p>
          <a:p>
            <a:r>
              <a:rPr kumimoji="1" lang="en-US" altLang="ja-JP" dirty="0">
                <a:solidFill>
                  <a:schemeClr val="bg1"/>
                </a:solidFill>
              </a:rPr>
              <a:t>2</a:t>
            </a:r>
            <a:r>
              <a:rPr kumimoji="1" lang="ja-JP" altLang="en-US" dirty="0">
                <a:solidFill>
                  <a:schemeClr val="bg1"/>
                </a:solidFill>
              </a:rPr>
              <a:t>日</a:t>
            </a:r>
          </a:p>
        </p:txBody>
      </p:sp>
      <p:sp>
        <p:nvSpPr>
          <p:cNvPr id="39" name="テキスト ボックス 38">
            <a:extLst>
              <a:ext uri="{FF2B5EF4-FFF2-40B4-BE49-F238E27FC236}">
                <a16:creationId xmlns:a16="http://schemas.microsoft.com/office/drawing/2014/main" id="{B19E6CE7-0843-F4C5-0B21-5ED8CE8877C6}"/>
              </a:ext>
            </a:extLst>
          </p:cNvPr>
          <p:cNvSpPr txBox="1"/>
          <p:nvPr/>
        </p:nvSpPr>
        <p:spPr>
          <a:xfrm>
            <a:off x="1862000" y="5952284"/>
            <a:ext cx="1323703" cy="584775"/>
          </a:xfrm>
          <a:prstGeom prst="rect">
            <a:avLst/>
          </a:prstGeom>
          <a:noFill/>
        </p:spPr>
        <p:txBody>
          <a:bodyPr wrap="square" rtlCol="0">
            <a:spAutoFit/>
          </a:bodyPr>
          <a:lstStyle/>
          <a:p>
            <a:r>
              <a:rPr kumimoji="1" lang="ja-JP" altLang="en-US" sz="1400" dirty="0">
                <a:solidFill>
                  <a:schemeClr val="bg1"/>
                </a:solidFill>
              </a:rPr>
              <a:t>資料作成期間</a:t>
            </a:r>
            <a:r>
              <a:rPr kumimoji="1" lang="en-US" altLang="ja-JP" dirty="0">
                <a:solidFill>
                  <a:schemeClr val="bg1"/>
                </a:solidFill>
              </a:rPr>
              <a:t>4</a:t>
            </a:r>
            <a:r>
              <a:rPr kumimoji="1" lang="ja-JP" altLang="en-US" dirty="0">
                <a:solidFill>
                  <a:schemeClr val="bg1"/>
                </a:solidFill>
              </a:rPr>
              <a:t>日</a:t>
            </a:r>
          </a:p>
        </p:txBody>
      </p:sp>
      <p:sp>
        <p:nvSpPr>
          <p:cNvPr id="41" name="テキスト ボックス 40">
            <a:extLst>
              <a:ext uri="{FF2B5EF4-FFF2-40B4-BE49-F238E27FC236}">
                <a16:creationId xmlns:a16="http://schemas.microsoft.com/office/drawing/2014/main" id="{FF83051F-6147-2F7D-D6EE-A50258F52956}"/>
              </a:ext>
            </a:extLst>
          </p:cNvPr>
          <p:cNvSpPr txBox="1"/>
          <p:nvPr/>
        </p:nvSpPr>
        <p:spPr>
          <a:xfrm>
            <a:off x="3378379" y="5952284"/>
            <a:ext cx="2171699" cy="584775"/>
          </a:xfrm>
          <a:prstGeom prst="rect">
            <a:avLst/>
          </a:prstGeom>
          <a:noFill/>
        </p:spPr>
        <p:txBody>
          <a:bodyPr wrap="square" rtlCol="0">
            <a:spAutoFit/>
          </a:bodyPr>
          <a:lstStyle/>
          <a:p>
            <a:r>
              <a:rPr kumimoji="1" lang="ja-JP" altLang="en-US" sz="1400" dirty="0">
                <a:solidFill>
                  <a:schemeClr val="bg1"/>
                </a:solidFill>
              </a:rPr>
              <a:t>製作人数</a:t>
            </a:r>
            <a:endParaRPr kumimoji="1" lang="en-US" altLang="ja-JP" sz="1400" dirty="0">
              <a:solidFill>
                <a:schemeClr val="bg1"/>
              </a:solidFill>
            </a:endParaRPr>
          </a:p>
          <a:p>
            <a:r>
              <a:rPr kumimoji="1" lang="en-US" altLang="ja-JP" dirty="0">
                <a:solidFill>
                  <a:schemeClr val="bg1"/>
                </a:solidFill>
              </a:rPr>
              <a:t>1</a:t>
            </a:r>
            <a:endParaRPr kumimoji="1" lang="ja-JP" altLang="en-US" dirty="0">
              <a:solidFill>
                <a:schemeClr val="bg1"/>
              </a:solidFill>
            </a:endParaRPr>
          </a:p>
        </p:txBody>
      </p:sp>
      <p:sp>
        <p:nvSpPr>
          <p:cNvPr id="43" name="テキスト ボックス 42">
            <a:extLst>
              <a:ext uri="{FF2B5EF4-FFF2-40B4-BE49-F238E27FC236}">
                <a16:creationId xmlns:a16="http://schemas.microsoft.com/office/drawing/2014/main" id="{AA04B175-A0B3-3ACC-0E8E-14FC8866304B}"/>
              </a:ext>
            </a:extLst>
          </p:cNvPr>
          <p:cNvSpPr txBox="1"/>
          <p:nvPr/>
        </p:nvSpPr>
        <p:spPr>
          <a:xfrm>
            <a:off x="4464228" y="5964295"/>
            <a:ext cx="4037512" cy="584775"/>
          </a:xfrm>
          <a:prstGeom prst="rect">
            <a:avLst/>
          </a:prstGeom>
          <a:noFill/>
        </p:spPr>
        <p:txBody>
          <a:bodyPr wrap="square" rtlCol="0">
            <a:spAutoFit/>
          </a:bodyPr>
          <a:lstStyle/>
          <a:p>
            <a:r>
              <a:rPr kumimoji="1" lang="ja-JP" altLang="en-US" sz="1400" dirty="0">
                <a:solidFill>
                  <a:schemeClr val="bg1"/>
                </a:solidFill>
              </a:rPr>
              <a:t>使用ツール</a:t>
            </a:r>
            <a:endParaRPr kumimoji="1" lang="en-US" altLang="ja-JP" sz="1400" dirty="0">
              <a:solidFill>
                <a:schemeClr val="bg1"/>
              </a:solidFill>
            </a:endParaRPr>
          </a:p>
          <a:p>
            <a:r>
              <a:rPr kumimoji="1" lang="en-US" altLang="ja-JP" dirty="0">
                <a:solidFill>
                  <a:schemeClr val="bg1"/>
                </a:solidFill>
              </a:rPr>
              <a:t>PowerPoint</a:t>
            </a:r>
            <a:endParaRPr kumimoji="1" lang="ja-JP" altLang="en-US" dirty="0">
              <a:solidFill>
                <a:schemeClr val="bg1"/>
              </a:solidFill>
            </a:endParaRPr>
          </a:p>
        </p:txBody>
      </p:sp>
      <p:sp>
        <p:nvSpPr>
          <p:cNvPr id="45" name="テキスト ボックス 44">
            <a:extLst>
              <a:ext uri="{FF2B5EF4-FFF2-40B4-BE49-F238E27FC236}">
                <a16:creationId xmlns:a16="http://schemas.microsoft.com/office/drawing/2014/main" id="{30C1C6C8-A359-2B19-AC47-AEABBD945870}"/>
              </a:ext>
            </a:extLst>
          </p:cNvPr>
          <p:cNvSpPr txBox="1"/>
          <p:nvPr/>
        </p:nvSpPr>
        <p:spPr>
          <a:xfrm>
            <a:off x="6031643" y="6085550"/>
            <a:ext cx="4139837" cy="369332"/>
          </a:xfrm>
          <a:prstGeom prst="rect">
            <a:avLst/>
          </a:prstGeom>
          <a:noFill/>
        </p:spPr>
        <p:txBody>
          <a:bodyPr wrap="square" rtlCol="0">
            <a:spAutoFit/>
          </a:bodyPr>
          <a:lstStyle/>
          <a:p>
            <a:r>
              <a:rPr kumimoji="1" lang="en-US" altLang="ja-JP" dirty="0">
                <a:solidFill>
                  <a:schemeClr val="bg1"/>
                </a:solidFill>
              </a:rPr>
              <a:t>2026</a:t>
            </a:r>
            <a:r>
              <a:rPr kumimoji="1" lang="ja-JP" altLang="en-US" dirty="0">
                <a:solidFill>
                  <a:schemeClr val="bg1"/>
                </a:solidFill>
              </a:rPr>
              <a:t>年</a:t>
            </a:r>
            <a:r>
              <a:rPr kumimoji="1" lang="en-US" altLang="ja-JP" dirty="0">
                <a:solidFill>
                  <a:schemeClr val="bg1"/>
                </a:solidFill>
              </a:rPr>
              <a:t>9</a:t>
            </a:r>
            <a:r>
              <a:rPr kumimoji="1" lang="ja-JP" altLang="en-US" dirty="0">
                <a:solidFill>
                  <a:schemeClr val="bg1"/>
                </a:solidFill>
              </a:rPr>
              <a:t>月</a:t>
            </a:r>
            <a:r>
              <a:rPr kumimoji="1" lang="en-US" altLang="ja-JP" dirty="0">
                <a:solidFill>
                  <a:schemeClr val="bg1"/>
                </a:solidFill>
              </a:rPr>
              <a:t>20</a:t>
            </a:r>
            <a:r>
              <a:rPr kumimoji="1" lang="ja-JP" altLang="en-US" dirty="0">
                <a:solidFill>
                  <a:schemeClr val="bg1"/>
                </a:solidFill>
              </a:rPr>
              <a:t>日</a:t>
            </a:r>
            <a:r>
              <a:rPr kumimoji="1" lang="en-US" altLang="ja-JP" dirty="0">
                <a:solidFill>
                  <a:schemeClr val="bg1"/>
                </a:solidFill>
              </a:rPr>
              <a:t>~2026</a:t>
            </a:r>
            <a:r>
              <a:rPr kumimoji="1" lang="ja-JP" altLang="en-US" dirty="0">
                <a:solidFill>
                  <a:schemeClr val="bg1"/>
                </a:solidFill>
              </a:rPr>
              <a:t>年</a:t>
            </a:r>
            <a:r>
              <a:rPr kumimoji="1" lang="en-US" altLang="ja-JP" dirty="0">
                <a:solidFill>
                  <a:schemeClr val="bg1"/>
                </a:solidFill>
              </a:rPr>
              <a:t>~9</a:t>
            </a:r>
            <a:r>
              <a:rPr kumimoji="1" lang="ja-JP" altLang="en-US" dirty="0">
                <a:solidFill>
                  <a:schemeClr val="bg1"/>
                </a:solidFill>
              </a:rPr>
              <a:t>月</a:t>
            </a:r>
            <a:r>
              <a:rPr kumimoji="1" lang="en-US" altLang="ja-JP" dirty="0">
                <a:solidFill>
                  <a:schemeClr val="bg1"/>
                </a:solidFill>
              </a:rPr>
              <a:t>26</a:t>
            </a:r>
            <a:r>
              <a:rPr kumimoji="1" lang="ja-JP" altLang="en-US" dirty="0">
                <a:solidFill>
                  <a:schemeClr val="bg1"/>
                </a:solidFill>
              </a:rPr>
              <a:t>日</a:t>
            </a:r>
          </a:p>
        </p:txBody>
      </p:sp>
      <p:sp>
        <p:nvSpPr>
          <p:cNvPr id="49" name="テキスト ボックス 48">
            <a:extLst>
              <a:ext uri="{FF2B5EF4-FFF2-40B4-BE49-F238E27FC236}">
                <a16:creationId xmlns:a16="http://schemas.microsoft.com/office/drawing/2014/main" id="{509F593D-D7F1-A65A-E10C-F73A5561871F}"/>
              </a:ext>
            </a:extLst>
          </p:cNvPr>
          <p:cNvSpPr txBox="1"/>
          <p:nvPr/>
        </p:nvSpPr>
        <p:spPr>
          <a:xfrm>
            <a:off x="10196680" y="5536983"/>
            <a:ext cx="1370704" cy="369332"/>
          </a:xfrm>
          <a:prstGeom prst="rect">
            <a:avLst/>
          </a:prstGeom>
          <a:noFill/>
        </p:spPr>
        <p:txBody>
          <a:bodyPr wrap="square" rtlCol="0">
            <a:spAutoFit/>
          </a:bodyPr>
          <a:lstStyle/>
          <a:p>
            <a:r>
              <a:rPr kumimoji="1" lang="ja-JP" altLang="en-US" dirty="0">
                <a:solidFill>
                  <a:schemeClr val="bg1"/>
                </a:solidFill>
              </a:rPr>
              <a:t>企画書</a:t>
            </a:r>
            <a:r>
              <a:rPr kumimoji="1" lang="en-US" altLang="ja-JP" dirty="0">
                <a:solidFill>
                  <a:schemeClr val="bg1"/>
                </a:solidFill>
              </a:rPr>
              <a:t>QR</a:t>
            </a:r>
            <a:endParaRPr kumimoji="1" lang="ja-JP" altLang="en-US" dirty="0">
              <a:solidFill>
                <a:schemeClr val="bg1"/>
              </a:solidFill>
            </a:endParaRPr>
          </a:p>
        </p:txBody>
      </p:sp>
      <p:pic>
        <p:nvPicPr>
          <p:cNvPr id="4" name="図 3">
            <a:extLst>
              <a:ext uri="{FF2B5EF4-FFF2-40B4-BE49-F238E27FC236}">
                <a16:creationId xmlns:a16="http://schemas.microsoft.com/office/drawing/2014/main" id="{935CE4B8-EA01-043C-752E-AD56BDE3CF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4771" y="5349446"/>
            <a:ext cx="724860" cy="724860"/>
          </a:xfrm>
          <a:prstGeom prst="rect">
            <a:avLst/>
          </a:prstGeom>
        </p:spPr>
      </p:pic>
    </p:spTree>
    <p:extLst>
      <p:ext uri="{BB962C8B-B14F-4D97-AF65-F5344CB8AC3E}">
        <p14:creationId xmlns:p14="http://schemas.microsoft.com/office/powerpoint/2010/main" val="3678806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C1EC376-5C5A-C441-BE19-D9296B4A3C99}"/>
              </a:ext>
            </a:extLst>
          </p:cNvPr>
          <p:cNvSpPr>
            <a:spLocks noGrp="1"/>
          </p:cNvSpPr>
          <p:nvPr>
            <p:ph type="sldNum" sz="quarter" idx="12"/>
          </p:nvPr>
        </p:nvSpPr>
        <p:spPr/>
        <p:txBody>
          <a:bodyPr/>
          <a:lstStyle/>
          <a:p>
            <a:fld id="{D77CE0F4-93DF-401C-9042-9C402698D8AB}" type="slidenum">
              <a:rPr kumimoji="1" lang="ja-JP" altLang="en-US" smtClean="0"/>
              <a:t>17</a:t>
            </a:fld>
            <a:endParaRPr kumimoji="1" lang="ja-JP" altLang="en-US"/>
          </a:p>
        </p:txBody>
      </p:sp>
      <p:sp>
        <p:nvSpPr>
          <p:cNvPr id="13" name="タイトル 1">
            <a:extLst>
              <a:ext uri="{FF2B5EF4-FFF2-40B4-BE49-F238E27FC236}">
                <a16:creationId xmlns:a16="http://schemas.microsoft.com/office/drawing/2014/main" id="{BE2AC346-C88C-D0C0-2812-4ED262541FB7}"/>
              </a:ext>
            </a:extLst>
          </p:cNvPr>
          <p:cNvSpPr>
            <a:spLocks noGrp="1"/>
          </p:cNvSpPr>
          <p:nvPr>
            <p:ph type="title"/>
          </p:nvPr>
        </p:nvSpPr>
        <p:spPr>
          <a:xfrm>
            <a:off x="411480" y="172331"/>
            <a:ext cx="10058400" cy="1371600"/>
          </a:xfrm>
        </p:spPr>
        <p:txBody>
          <a:bodyPr/>
          <a:lstStyle/>
          <a:p>
            <a:r>
              <a:rPr lang="ja-JP" altLang="en-US" dirty="0"/>
              <a:t>概要</a:t>
            </a:r>
            <a:endParaRPr kumimoji="1" lang="ja-JP" altLang="en-US" dirty="0"/>
          </a:p>
        </p:txBody>
      </p:sp>
      <p:sp>
        <p:nvSpPr>
          <p:cNvPr id="3" name="四角形: 角を丸くする 2">
            <a:extLst>
              <a:ext uri="{FF2B5EF4-FFF2-40B4-BE49-F238E27FC236}">
                <a16:creationId xmlns:a16="http://schemas.microsoft.com/office/drawing/2014/main" id="{18CC09AF-822F-45BA-B908-041C2DE47594}"/>
              </a:ext>
            </a:extLst>
          </p:cNvPr>
          <p:cNvSpPr/>
          <p:nvPr/>
        </p:nvSpPr>
        <p:spPr>
          <a:xfrm>
            <a:off x="410391" y="1792201"/>
            <a:ext cx="2253343" cy="21336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43F008DF-738C-457B-A4BA-80414A1D2E2F}"/>
              </a:ext>
            </a:extLst>
          </p:cNvPr>
          <p:cNvSpPr/>
          <p:nvPr/>
        </p:nvSpPr>
        <p:spPr>
          <a:xfrm>
            <a:off x="3077935" y="4230601"/>
            <a:ext cx="2253343" cy="21336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38C37289-8B40-4C4D-8E03-D796E1BFD951}"/>
              </a:ext>
            </a:extLst>
          </p:cNvPr>
          <p:cNvSpPr/>
          <p:nvPr/>
        </p:nvSpPr>
        <p:spPr>
          <a:xfrm>
            <a:off x="410391" y="4230601"/>
            <a:ext cx="2253343" cy="21336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A7F5A4CA-4667-467E-93E0-4C16A5B1AAAF}"/>
              </a:ext>
            </a:extLst>
          </p:cNvPr>
          <p:cNvSpPr/>
          <p:nvPr/>
        </p:nvSpPr>
        <p:spPr>
          <a:xfrm>
            <a:off x="3077935" y="1792201"/>
            <a:ext cx="2253343" cy="21336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pic>
        <p:nvPicPr>
          <p:cNvPr id="7" name="グラフィックス 6" descr="ゲーム コントローラー 単色塗りつぶし">
            <a:extLst>
              <a:ext uri="{FF2B5EF4-FFF2-40B4-BE49-F238E27FC236}">
                <a16:creationId xmlns:a16="http://schemas.microsoft.com/office/drawing/2014/main" id="{F94593FB-AC14-4C24-94D8-A11D2CD432E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5809" y="1651020"/>
            <a:ext cx="1542505" cy="1542505"/>
          </a:xfrm>
          <a:prstGeom prst="rect">
            <a:avLst/>
          </a:prstGeom>
        </p:spPr>
      </p:pic>
      <p:pic>
        <p:nvPicPr>
          <p:cNvPr id="15" name="グラフィックス 14" descr="ユーザー 単色塗りつぶし">
            <a:extLst>
              <a:ext uri="{FF2B5EF4-FFF2-40B4-BE49-F238E27FC236}">
                <a16:creationId xmlns:a16="http://schemas.microsoft.com/office/drawing/2014/main" id="{2A13BA58-8DB9-4077-898A-7F2FE1E65B9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5172" y="4174071"/>
            <a:ext cx="1643778" cy="1643778"/>
          </a:xfrm>
          <a:prstGeom prst="rect">
            <a:avLst/>
          </a:prstGeom>
        </p:spPr>
      </p:pic>
      <p:pic>
        <p:nvPicPr>
          <p:cNvPr id="17" name="グラフィックス 16" descr="ユーザー 単色塗りつぶし">
            <a:extLst>
              <a:ext uri="{FF2B5EF4-FFF2-40B4-BE49-F238E27FC236}">
                <a16:creationId xmlns:a16="http://schemas.microsoft.com/office/drawing/2014/main" id="{8B825838-1D6F-443E-A95A-5783A18250A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25042" y="1631497"/>
            <a:ext cx="1679120" cy="1679120"/>
          </a:xfrm>
          <a:prstGeom prst="rect">
            <a:avLst/>
          </a:prstGeom>
        </p:spPr>
      </p:pic>
      <p:pic>
        <p:nvPicPr>
          <p:cNvPr id="19" name="グラフィックス 18" descr="コンピューター 単色塗りつぶし">
            <a:extLst>
              <a:ext uri="{FF2B5EF4-FFF2-40B4-BE49-F238E27FC236}">
                <a16:creationId xmlns:a16="http://schemas.microsoft.com/office/drawing/2014/main" id="{EC080126-A3D3-4D8D-BB29-7372D2A6B3A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81795" y="4230601"/>
            <a:ext cx="1549038" cy="1549038"/>
          </a:xfrm>
          <a:prstGeom prst="rect">
            <a:avLst/>
          </a:prstGeom>
        </p:spPr>
      </p:pic>
      <p:sp>
        <p:nvSpPr>
          <p:cNvPr id="20" name="テキスト ボックス 19">
            <a:extLst>
              <a:ext uri="{FF2B5EF4-FFF2-40B4-BE49-F238E27FC236}">
                <a16:creationId xmlns:a16="http://schemas.microsoft.com/office/drawing/2014/main" id="{BA8B209F-3059-46BE-89B3-C42DE0DE9AF6}"/>
              </a:ext>
            </a:extLst>
          </p:cNvPr>
          <p:cNvSpPr txBox="1"/>
          <p:nvPr/>
        </p:nvSpPr>
        <p:spPr>
          <a:xfrm>
            <a:off x="1030876" y="3589126"/>
            <a:ext cx="1219200" cy="369332"/>
          </a:xfrm>
          <a:prstGeom prst="rect">
            <a:avLst/>
          </a:prstGeom>
          <a:noFill/>
        </p:spPr>
        <p:txBody>
          <a:bodyPr wrap="square" rtlCol="0">
            <a:spAutoFit/>
          </a:bodyPr>
          <a:lstStyle/>
          <a:p>
            <a:r>
              <a:rPr kumimoji="1" lang="ja-JP" altLang="en-US" dirty="0"/>
              <a:t>ジャンル</a:t>
            </a:r>
          </a:p>
        </p:txBody>
      </p:sp>
      <p:sp>
        <p:nvSpPr>
          <p:cNvPr id="21" name="テキスト ボックス 20">
            <a:extLst>
              <a:ext uri="{FF2B5EF4-FFF2-40B4-BE49-F238E27FC236}">
                <a16:creationId xmlns:a16="http://schemas.microsoft.com/office/drawing/2014/main" id="{6E36FC29-EA66-4093-A226-88E8D16AC6B9}"/>
              </a:ext>
            </a:extLst>
          </p:cNvPr>
          <p:cNvSpPr txBox="1"/>
          <p:nvPr/>
        </p:nvSpPr>
        <p:spPr>
          <a:xfrm>
            <a:off x="3672831" y="5994869"/>
            <a:ext cx="1219200" cy="369332"/>
          </a:xfrm>
          <a:prstGeom prst="rect">
            <a:avLst/>
          </a:prstGeom>
          <a:noFill/>
        </p:spPr>
        <p:txBody>
          <a:bodyPr wrap="square" rtlCol="0">
            <a:spAutoFit/>
          </a:bodyPr>
          <a:lstStyle/>
          <a:p>
            <a:r>
              <a:rPr kumimoji="1" lang="ja-JP" altLang="en-US" dirty="0"/>
              <a:t>対応機種</a:t>
            </a:r>
          </a:p>
        </p:txBody>
      </p:sp>
      <p:sp>
        <p:nvSpPr>
          <p:cNvPr id="22" name="テキスト ボックス 21">
            <a:extLst>
              <a:ext uri="{FF2B5EF4-FFF2-40B4-BE49-F238E27FC236}">
                <a16:creationId xmlns:a16="http://schemas.microsoft.com/office/drawing/2014/main" id="{6677EDEC-34ED-4CB1-9FDE-A30AAD0860FA}"/>
              </a:ext>
            </a:extLst>
          </p:cNvPr>
          <p:cNvSpPr txBox="1"/>
          <p:nvPr/>
        </p:nvSpPr>
        <p:spPr>
          <a:xfrm>
            <a:off x="3537840" y="3589126"/>
            <a:ext cx="1489182" cy="369332"/>
          </a:xfrm>
          <a:prstGeom prst="rect">
            <a:avLst/>
          </a:prstGeom>
          <a:noFill/>
        </p:spPr>
        <p:txBody>
          <a:bodyPr wrap="square" rtlCol="0">
            <a:spAutoFit/>
          </a:bodyPr>
          <a:lstStyle/>
          <a:p>
            <a:r>
              <a:rPr kumimoji="1" lang="ja-JP" altLang="en-US"/>
              <a:t>ターゲット</a:t>
            </a:r>
            <a:endParaRPr kumimoji="1" lang="ja-JP" altLang="en-US" dirty="0"/>
          </a:p>
        </p:txBody>
      </p:sp>
      <p:sp>
        <p:nvSpPr>
          <p:cNvPr id="23" name="テキスト ボックス 22">
            <a:extLst>
              <a:ext uri="{FF2B5EF4-FFF2-40B4-BE49-F238E27FC236}">
                <a16:creationId xmlns:a16="http://schemas.microsoft.com/office/drawing/2014/main" id="{6FADD77D-FA5A-4474-A5A6-79488CB91B5E}"/>
              </a:ext>
            </a:extLst>
          </p:cNvPr>
          <p:cNvSpPr txBox="1"/>
          <p:nvPr/>
        </p:nvSpPr>
        <p:spPr>
          <a:xfrm>
            <a:off x="908956" y="5969938"/>
            <a:ext cx="1463040" cy="369332"/>
          </a:xfrm>
          <a:prstGeom prst="rect">
            <a:avLst/>
          </a:prstGeom>
          <a:noFill/>
        </p:spPr>
        <p:txBody>
          <a:bodyPr wrap="square" rtlCol="0">
            <a:spAutoFit/>
          </a:bodyPr>
          <a:lstStyle/>
          <a:p>
            <a:r>
              <a:rPr kumimoji="1" lang="ja-JP" altLang="en-US" dirty="0"/>
              <a:t>プレイ人数</a:t>
            </a:r>
          </a:p>
        </p:txBody>
      </p:sp>
      <p:sp>
        <p:nvSpPr>
          <p:cNvPr id="24" name="テキスト ボックス 23">
            <a:extLst>
              <a:ext uri="{FF2B5EF4-FFF2-40B4-BE49-F238E27FC236}">
                <a16:creationId xmlns:a16="http://schemas.microsoft.com/office/drawing/2014/main" id="{383A9786-434A-4525-8751-99C76684858B}"/>
              </a:ext>
            </a:extLst>
          </p:cNvPr>
          <p:cNvSpPr txBox="1"/>
          <p:nvPr/>
        </p:nvSpPr>
        <p:spPr>
          <a:xfrm>
            <a:off x="258270" y="2876372"/>
            <a:ext cx="2557582" cy="646331"/>
          </a:xfrm>
          <a:prstGeom prst="rect">
            <a:avLst/>
          </a:prstGeom>
          <a:noFill/>
        </p:spPr>
        <p:txBody>
          <a:bodyPr wrap="square" rtlCol="0">
            <a:spAutoFit/>
          </a:bodyPr>
          <a:lstStyle/>
          <a:p>
            <a:pPr algn="ctr"/>
            <a:r>
              <a:rPr kumimoji="1" lang="en-US" altLang="ja-JP" dirty="0"/>
              <a:t>3D</a:t>
            </a:r>
          </a:p>
          <a:p>
            <a:pPr algn="ctr"/>
            <a:r>
              <a:rPr kumimoji="1" lang="ja-JP" altLang="en-US" dirty="0"/>
              <a:t>料理シュミレーション</a:t>
            </a:r>
            <a:endParaRPr kumimoji="1" lang="en-US" altLang="ja-JP" dirty="0"/>
          </a:p>
        </p:txBody>
      </p:sp>
      <p:sp>
        <p:nvSpPr>
          <p:cNvPr id="25" name="テキスト ボックス 24">
            <a:extLst>
              <a:ext uri="{FF2B5EF4-FFF2-40B4-BE49-F238E27FC236}">
                <a16:creationId xmlns:a16="http://schemas.microsoft.com/office/drawing/2014/main" id="{BEE82267-793B-4CCA-94D7-7EBD8F6591A1}"/>
              </a:ext>
            </a:extLst>
          </p:cNvPr>
          <p:cNvSpPr txBox="1"/>
          <p:nvPr/>
        </p:nvSpPr>
        <p:spPr>
          <a:xfrm>
            <a:off x="3388721" y="2942795"/>
            <a:ext cx="1631769" cy="646331"/>
          </a:xfrm>
          <a:prstGeom prst="rect">
            <a:avLst/>
          </a:prstGeom>
          <a:noFill/>
        </p:spPr>
        <p:txBody>
          <a:bodyPr wrap="square" rtlCol="0">
            <a:spAutoFit/>
          </a:bodyPr>
          <a:lstStyle/>
          <a:p>
            <a:pPr algn="ctr"/>
            <a:r>
              <a:rPr kumimoji="1" lang="en-US" altLang="ja-JP" dirty="0"/>
              <a:t>10~20</a:t>
            </a:r>
            <a:r>
              <a:rPr kumimoji="1" lang="ja-JP" altLang="en-US" dirty="0"/>
              <a:t>代前半</a:t>
            </a:r>
            <a:endParaRPr kumimoji="1" lang="en-US" altLang="ja-JP" dirty="0"/>
          </a:p>
          <a:p>
            <a:pPr algn="ctr"/>
            <a:r>
              <a:rPr kumimoji="1" lang="ja-JP" altLang="en-US" dirty="0"/>
              <a:t>配信者</a:t>
            </a:r>
          </a:p>
        </p:txBody>
      </p:sp>
      <p:sp>
        <p:nvSpPr>
          <p:cNvPr id="26" name="テキスト ボックス 25">
            <a:extLst>
              <a:ext uri="{FF2B5EF4-FFF2-40B4-BE49-F238E27FC236}">
                <a16:creationId xmlns:a16="http://schemas.microsoft.com/office/drawing/2014/main" id="{267E91A4-7D0D-44EE-AD64-86C041AAF650}"/>
              </a:ext>
            </a:extLst>
          </p:cNvPr>
          <p:cNvSpPr txBox="1"/>
          <p:nvPr/>
        </p:nvSpPr>
        <p:spPr>
          <a:xfrm>
            <a:off x="1290772" y="5633183"/>
            <a:ext cx="1631769" cy="369332"/>
          </a:xfrm>
          <a:prstGeom prst="rect">
            <a:avLst/>
          </a:prstGeom>
          <a:noFill/>
        </p:spPr>
        <p:txBody>
          <a:bodyPr wrap="square" rtlCol="0">
            <a:spAutoFit/>
          </a:bodyPr>
          <a:lstStyle/>
          <a:p>
            <a:r>
              <a:rPr kumimoji="1" lang="en-US" altLang="ja-JP" dirty="0"/>
              <a:t>1</a:t>
            </a:r>
            <a:r>
              <a:rPr kumimoji="1" lang="ja-JP" altLang="en-US" dirty="0"/>
              <a:t>人</a:t>
            </a:r>
          </a:p>
        </p:txBody>
      </p:sp>
      <p:sp>
        <p:nvSpPr>
          <p:cNvPr id="27" name="テキスト ボックス 26">
            <a:extLst>
              <a:ext uri="{FF2B5EF4-FFF2-40B4-BE49-F238E27FC236}">
                <a16:creationId xmlns:a16="http://schemas.microsoft.com/office/drawing/2014/main" id="{23FEB8C8-C7E2-4C0A-8FF7-8FBA571E1680}"/>
              </a:ext>
            </a:extLst>
          </p:cNvPr>
          <p:cNvSpPr txBox="1"/>
          <p:nvPr/>
        </p:nvSpPr>
        <p:spPr>
          <a:xfrm>
            <a:off x="3802922" y="5573877"/>
            <a:ext cx="1631769" cy="369332"/>
          </a:xfrm>
          <a:prstGeom prst="rect">
            <a:avLst/>
          </a:prstGeom>
          <a:noFill/>
        </p:spPr>
        <p:txBody>
          <a:bodyPr wrap="square" rtlCol="0">
            <a:spAutoFit/>
          </a:bodyPr>
          <a:lstStyle/>
          <a:p>
            <a:r>
              <a:rPr kumimoji="1" lang="en-US" altLang="ja-JP" dirty="0"/>
              <a:t>Switch</a:t>
            </a:r>
          </a:p>
        </p:txBody>
      </p:sp>
      <p:pic>
        <p:nvPicPr>
          <p:cNvPr id="28" name="図 27">
            <a:extLst>
              <a:ext uri="{FF2B5EF4-FFF2-40B4-BE49-F238E27FC236}">
                <a16:creationId xmlns:a16="http://schemas.microsoft.com/office/drawing/2014/main" id="{19F27625-9B61-422E-863D-A887C7254EA6}"/>
              </a:ext>
            </a:extLst>
          </p:cNvPr>
          <p:cNvPicPr>
            <a:picLocks noChangeAspect="1"/>
          </p:cNvPicPr>
          <p:nvPr/>
        </p:nvPicPr>
        <p:blipFill rotWithShape="1">
          <a:blip r:embed="rId10">
            <a:extLst>
              <a:ext uri="{28A0092B-C50C-407E-A947-70E740481C1C}">
                <a14:useLocalDpi xmlns:a14="http://schemas.microsoft.com/office/drawing/2010/main" val="0"/>
              </a:ext>
            </a:extLst>
          </a:blip>
          <a:srcRect b="45487"/>
          <a:stretch/>
        </p:blipFill>
        <p:spPr>
          <a:xfrm>
            <a:off x="5745477" y="1867137"/>
            <a:ext cx="5946341" cy="4159683"/>
          </a:xfrm>
          <a:prstGeom prst="rect">
            <a:avLst/>
          </a:prstGeom>
        </p:spPr>
      </p:pic>
      <p:sp>
        <p:nvSpPr>
          <p:cNvPr id="29" name="テキスト ボックス 28">
            <a:extLst>
              <a:ext uri="{FF2B5EF4-FFF2-40B4-BE49-F238E27FC236}">
                <a16:creationId xmlns:a16="http://schemas.microsoft.com/office/drawing/2014/main" id="{04456A1C-A19A-4356-A4FF-0DD8B2AE3B42}"/>
              </a:ext>
            </a:extLst>
          </p:cNvPr>
          <p:cNvSpPr txBox="1"/>
          <p:nvPr/>
        </p:nvSpPr>
        <p:spPr>
          <a:xfrm>
            <a:off x="1537063" y="1099457"/>
            <a:ext cx="9196251" cy="461665"/>
          </a:xfrm>
          <a:prstGeom prst="rect">
            <a:avLst/>
          </a:prstGeom>
          <a:noFill/>
        </p:spPr>
        <p:txBody>
          <a:bodyPr wrap="square" rtlCol="0">
            <a:spAutoFit/>
          </a:bodyPr>
          <a:lstStyle/>
          <a:p>
            <a:r>
              <a:rPr lang="ja-JP" altLang="en-US" sz="2400" dirty="0"/>
              <a:t>脳汁とバズを最速でキメる、</a:t>
            </a:r>
            <a:r>
              <a:rPr lang="en-US" altLang="ja-JP" sz="2400" dirty="0"/>
              <a:t>3</a:t>
            </a:r>
            <a:r>
              <a:rPr lang="ja-JP" altLang="en-US" sz="2400" dirty="0"/>
              <a:t>分間の背徳クッキング</a:t>
            </a:r>
            <a:endParaRPr kumimoji="1" lang="ja-JP" altLang="en-US" sz="2400" dirty="0"/>
          </a:p>
        </p:txBody>
      </p:sp>
    </p:spTree>
    <p:extLst>
      <p:ext uri="{BB962C8B-B14F-4D97-AF65-F5344CB8AC3E}">
        <p14:creationId xmlns:p14="http://schemas.microsoft.com/office/powerpoint/2010/main" val="3177766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4D28C-9D9F-4638-A0BD-1A8B9E2D8CBD}"/>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95504355-865A-C8E7-FF99-E871D576ABD7}"/>
              </a:ext>
            </a:extLst>
          </p:cNvPr>
          <p:cNvSpPr>
            <a:spLocks noGrp="1"/>
          </p:cNvSpPr>
          <p:nvPr>
            <p:ph type="sldNum" sz="quarter" idx="12"/>
          </p:nvPr>
        </p:nvSpPr>
        <p:spPr/>
        <p:txBody>
          <a:bodyPr/>
          <a:lstStyle/>
          <a:p>
            <a:fld id="{D77CE0F4-93DF-401C-9042-9C402698D8AB}" type="slidenum">
              <a:rPr kumimoji="1" lang="ja-JP" altLang="en-US" smtClean="0"/>
              <a:t>18</a:t>
            </a:fld>
            <a:endParaRPr kumimoji="1" lang="ja-JP" altLang="en-US"/>
          </a:p>
        </p:txBody>
      </p:sp>
      <p:sp>
        <p:nvSpPr>
          <p:cNvPr id="5" name="タイトル 1">
            <a:extLst>
              <a:ext uri="{FF2B5EF4-FFF2-40B4-BE49-F238E27FC236}">
                <a16:creationId xmlns:a16="http://schemas.microsoft.com/office/drawing/2014/main" id="{CB3276D7-A87C-2F4A-B531-EBE226446E27}"/>
              </a:ext>
            </a:extLst>
          </p:cNvPr>
          <p:cNvSpPr>
            <a:spLocks noGrp="1"/>
          </p:cNvSpPr>
          <p:nvPr>
            <p:ph type="title"/>
          </p:nvPr>
        </p:nvSpPr>
        <p:spPr>
          <a:xfrm>
            <a:off x="411480" y="172331"/>
            <a:ext cx="10058400" cy="1371600"/>
          </a:xfrm>
        </p:spPr>
        <p:txBody>
          <a:bodyPr/>
          <a:lstStyle/>
          <a:p>
            <a:r>
              <a:rPr lang="ja-JP" altLang="en-US" dirty="0"/>
              <a:t>企画のこだわりポイント</a:t>
            </a:r>
            <a:endParaRPr kumimoji="1" lang="ja-JP" altLang="en-US" dirty="0"/>
          </a:p>
        </p:txBody>
      </p:sp>
      <p:pic>
        <p:nvPicPr>
          <p:cNvPr id="3" name="図 2">
            <a:extLst>
              <a:ext uri="{FF2B5EF4-FFF2-40B4-BE49-F238E27FC236}">
                <a16:creationId xmlns:a16="http://schemas.microsoft.com/office/drawing/2014/main" id="{40A20162-6C56-4F56-A951-DBDB218F1D4B}"/>
              </a:ext>
            </a:extLst>
          </p:cNvPr>
          <p:cNvPicPr>
            <a:picLocks noChangeAspect="1"/>
          </p:cNvPicPr>
          <p:nvPr/>
        </p:nvPicPr>
        <p:blipFill>
          <a:blip r:embed="rId2"/>
          <a:stretch>
            <a:fillRect/>
          </a:stretch>
        </p:blipFill>
        <p:spPr>
          <a:xfrm>
            <a:off x="1065187" y="1543931"/>
            <a:ext cx="4375493" cy="2263007"/>
          </a:xfrm>
          <a:prstGeom prst="rect">
            <a:avLst/>
          </a:prstGeom>
        </p:spPr>
      </p:pic>
      <p:pic>
        <p:nvPicPr>
          <p:cNvPr id="7" name="図 6">
            <a:extLst>
              <a:ext uri="{FF2B5EF4-FFF2-40B4-BE49-F238E27FC236}">
                <a16:creationId xmlns:a16="http://schemas.microsoft.com/office/drawing/2014/main" id="{EDC23117-7F10-4AE3-8B5B-7337BFDB9F3C}"/>
              </a:ext>
            </a:extLst>
          </p:cNvPr>
          <p:cNvPicPr>
            <a:picLocks noChangeAspect="1"/>
          </p:cNvPicPr>
          <p:nvPr/>
        </p:nvPicPr>
        <p:blipFill>
          <a:blip r:embed="rId3"/>
          <a:stretch>
            <a:fillRect/>
          </a:stretch>
        </p:blipFill>
        <p:spPr>
          <a:xfrm>
            <a:off x="6096000" y="1530146"/>
            <a:ext cx="4291611" cy="2276792"/>
          </a:xfrm>
          <a:prstGeom prst="rect">
            <a:avLst/>
          </a:prstGeom>
        </p:spPr>
      </p:pic>
      <p:sp>
        <p:nvSpPr>
          <p:cNvPr id="8" name="テキスト ボックス 7">
            <a:extLst>
              <a:ext uri="{FF2B5EF4-FFF2-40B4-BE49-F238E27FC236}">
                <a16:creationId xmlns:a16="http://schemas.microsoft.com/office/drawing/2014/main" id="{4318F56F-DF0F-464F-A1C3-E7E145C3FF89}"/>
              </a:ext>
            </a:extLst>
          </p:cNvPr>
          <p:cNvSpPr txBox="1"/>
          <p:nvPr/>
        </p:nvSpPr>
        <p:spPr>
          <a:xfrm>
            <a:off x="1473200" y="3996267"/>
            <a:ext cx="3361267" cy="646331"/>
          </a:xfrm>
          <a:prstGeom prst="rect">
            <a:avLst/>
          </a:prstGeom>
          <a:noFill/>
        </p:spPr>
        <p:txBody>
          <a:bodyPr wrap="square" rtlCol="0">
            <a:spAutoFit/>
          </a:bodyPr>
          <a:lstStyle/>
          <a:p>
            <a:r>
              <a:rPr kumimoji="1" lang="ja-JP" altLang="en-US" dirty="0"/>
              <a:t>現代のショート動画の文化などに</a:t>
            </a:r>
          </a:p>
        </p:txBody>
      </p:sp>
    </p:spTree>
    <p:extLst>
      <p:ext uri="{BB962C8B-B14F-4D97-AF65-F5344CB8AC3E}">
        <p14:creationId xmlns:p14="http://schemas.microsoft.com/office/powerpoint/2010/main" val="1941499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0EFE1-A967-F2AC-C8C9-53836797BA2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B9B6B674-0EF5-627D-18D7-EE664493608D}"/>
              </a:ext>
            </a:extLst>
          </p:cNvPr>
          <p:cNvSpPr>
            <a:spLocks noGrp="1"/>
          </p:cNvSpPr>
          <p:nvPr>
            <p:ph type="sldNum" sz="quarter" idx="12"/>
          </p:nvPr>
        </p:nvSpPr>
        <p:spPr/>
        <p:txBody>
          <a:bodyPr/>
          <a:lstStyle/>
          <a:p>
            <a:fld id="{D77CE0F4-93DF-401C-9042-9C402698D8AB}" type="slidenum">
              <a:rPr kumimoji="1" lang="ja-JP" altLang="en-US" smtClean="0"/>
              <a:t>19</a:t>
            </a:fld>
            <a:endParaRPr kumimoji="1" lang="ja-JP" altLang="en-US"/>
          </a:p>
        </p:txBody>
      </p:sp>
      <p:sp>
        <p:nvSpPr>
          <p:cNvPr id="4" name="タイトル 1">
            <a:extLst>
              <a:ext uri="{FF2B5EF4-FFF2-40B4-BE49-F238E27FC236}">
                <a16:creationId xmlns:a16="http://schemas.microsoft.com/office/drawing/2014/main" id="{ACF571BB-7169-4EED-0E47-6343731A4478}"/>
              </a:ext>
            </a:extLst>
          </p:cNvPr>
          <p:cNvSpPr txBox="1">
            <a:spLocks/>
          </p:cNvSpPr>
          <p:nvPr/>
        </p:nvSpPr>
        <p:spPr>
          <a:xfrm>
            <a:off x="472440" y="390046"/>
            <a:ext cx="10058400" cy="1371600"/>
          </a:xfrm>
          <a:prstGeom prst="rect">
            <a:avLst/>
          </a:prstGeom>
        </p:spPr>
        <p:txBody>
          <a:bodyPr/>
          <a:lstStyle>
            <a:lvl1pPr algn="l" defTabSz="914400" rtl="0" eaLnBrk="1" latinLnBrk="0" hangingPunct="1">
              <a:lnSpc>
                <a:spcPct val="90000"/>
              </a:lnSpc>
              <a:spcBef>
                <a:spcPct val="0"/>
              </a:spcBef>
              <a:buNone/>
              <a:defRPr kumimoji="1" lang="en-US" sz="4800" kern="1200" cap="none" spc="0" baseline="0" dirty="0">
                <a:solidFill>
                  <a:schemeClr val="tx1">
                    <a:lumMod val="85000"/>
                    <a:lumOff val="15000"/>
                  </a:schemeClr>
                </a:solidFill>
                <a:effectLst/>
                <a:latin typeface="+mj-lt"/>
                <a:ea typeface="+mn-ea"/>
                <a:cs typeface="+mn-cs"/>
              </a:defRPr>
            </a:lvl1pPr>
          </a:lstStyle>
          <a:p>
            <a:r>
              <a:rPr lang="ja-JP" altLang="en-US" dirty="0"/>
              <a:t>苦戦した点とその工夫</a:t>
            </a:r>
          </a:p>
          <a:p>
            <a:endParaRPr lang="ja-JP" altLang="en-US" dirty="0"/>
          </a:p>
        </p:txBody>
      </p:sp>
    </p:spTree>
    <p:extLst>
      <p:ext uri="{BB962C8B-B14F-4D97-AF65-F5344CB8AC3E}">
        <p14:creationId xmlns:p14="http://schemas.microsoft.com/office/powerpoint/2010/main" val="832422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C1EFE-206C-B74A-DC0E-DCD28A357EE4}"/>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CBA7E13-368B-F274-38D6-9B71569F53B8}"/>
              </a:ext>
            </a:extLst>
          </p:cNvPr>
          <p:cNvSpPr>
            <a:spLocks noGrp="1"/>
          </p:cNvSpPr>
          <p:nvPr>
            <p:ph type="sldNum" sz="quarter" idx="12"/>
          </p:nvPr>
        </p:nvSpPr>
        <p:spPr/>
        <p:txBody>
          <a:bodyPr/>
          <a:lstStyle/>
          <a:p>
            <a:fld id="{D77CE0F4-93DF-401C-9042-9C402698D8AB}" type="slidenum">
              <a:rPr kumimoji="1" lang="ja-JP" altLang="en-US" smtClean="0"/>
              <a:t>20</a:t>
            </a:fld>
            <a:endParaRPr kumimoji="1" lang="ja-JP" altLang="en-US"/>
          </a:p>
        </p:txBody>
      </p:sp>
      <p:sp>
        <p:nvSpPr>
          <p:cNvPr id="4" name="タイトル 1">
            <a:extLst>
              <a:ext uri="{FF2B5EF4-FFF2-40B4-BE49-F238E27FC236}">
                <a16:creationId xmlns:a16="http://schemas.microsoft.com/office/drawing/2014/main" id="{3ACDFF1C-B238-9459-14EE-0A1C591E41A5}"/>
              </a:ext>
            </a:extLst>
          </p:cNvPr>
          <p:cNvSpPr txBox="1">
            <a:spLocks/>
          </p:cNvSpPr>
          <p:nvPr/>
        </p:nvSpPr>
        <p:spPr>
          <a:xfrm>
            <a:off x="472440" y="390046"/>
            <a:ext cx="10058400" cy="1371600"/>
          </a:xfrm>
          <a:prstGeom prst="rect">
            <a:avLst/>
          </a:prstGeom>
        </p:spPr>
        <p:txBody>
          <a:bodyPr/>
          <a:lstStyle>
            <a:lvl1pPr algn="l" defTabSz="914400" rtl="0" eaLnBrk="1" latinLnBrk="0" hangingPunct="1">
              <a:lnSpc>
                <a:spcPct val="90000"/>
              </a:lnSpc>
              <a:spcBef>
                <a:spcPct val="0"/>
              </a:spcBef>
              <a:buNone/>
              <a:defRPr kumimoji="1" lang="en-US" sz="4800" kern="1200" cap="none" spc="0" baseline="0" dirty="0">
                <a:solidFill>
                  <a:schemeClr val="tx1">
                    <a:lumMod val="85000"/>
                    <a:lumOff val="15000"/>
                  </a:schemeClr>
                </a:solidFill>
                <a:effectLst/>
                <a:latin typeface="+mj-lt"/>
                <a:ea typeface="+mn-ea"/>
                <a:cs typeface="+mn-cs"/>
              </a:defRPr>
            </a:lvl1pPr>
          </a:lstStyle>
          <a:p>
            <a:r>
              <a:rPr lang="ja-JP" altLang="en-US" dirty="0"/>
              <a:t>学んだこと・今後の改善点</a:t>
            </a:r>
          </a:p>
        </p:txBody>
      </p:sp>
    </p:spTree>
    <p:extLst>
      <p:ext uri="{BB962C8B-B14F-4D97-AF65-F5344CB8AC3E}">
        <p14:creationId xmlns:p14="http://schemas.microsoft.com/office/powerpoint/2010/main" val="865438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59080" y="283518"/>
            <a:ext cx="11673840" cy="6298471"/>
          </a:xfrm>
          <a:prstGeom prst="rect">
            <a:avLst/>
          </a:prstGeom>
        </p:spPr>
      </p:pic>
      <p:sp>
        <p:nvSpPr>
          <p:cNvPr id="51" name="正方形/長方形 50">
            <a:extLst>
              <a:ext uri="{FF2B5EF4-FFF2-40B4-BE49-F238E27FC236}">
                <a16:creationId xmlns:a16="http://schemas.microsoft.com/office/drawing/2014/main" id="{61B9585D-B6B3-2A58-5FE1-8619FF00CB0F}"/>
              </a:ext>
            </a:extLst>
          </p:cNvPr>
          <p:cNvSpPr/>
          <p:nvPr/>
        </p:nvSpPr>
        <p:spPr>
          <a:xfrm>
            <a:off x="8170273" y="5331567"/>
            <a:ext cx="2612571" cy="81665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D4328216-6AEB-C7F4-2EE0-AAA2810BB784}"/>
              </a:ext>
            </a:extLst>
          </p:cNvPr>
          <p:cNvSpPr/>
          <p:nvPr/>
        </p:nvSpPr>
        <p:spPr>
          <a:xfrm>
            <a:off x="247105" y="5259977"/>
            <a:ext cx="11697789" cy="132201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29" name="スライド番号プレースホルダー 28">
            <a:extLst>
              <a:ext uri="{FF2B5EF4-FFF2-40B4-BE49-F238E27FC236}">
                <a16:creationId xmlns:a16="http://schemas.microsoft.com/office/drawing/2014/main" id="{EBC19605-CDAE-481B-ADEE-8F54DAD95B23}"/>
              </a:ext>
            </a:extLst>
          </p:cNvPr>
          <p:cNvSpPr>
            <a:spLocks noGrp="1"/>
          </p:cNvSpPr>
          <p:nvPr>
            <p:ph type="sldNum" sz="quarter" idx="7"/>
          </p:nvPr>
        </p:nvSpPr>
        <p:spPr/>
        <p:txBody>
          <a:bodyPr/>
          <a:lstStyle/>
          <a:p>
            <a:fld id="{B6F15528-21DE-4FAA-801E-634DDDAF4B2B}" type="slidenum">
              <a:rPr lang="en-US" altLang="ja-JP" smtClean="0"/>
              <a:t>21</a:t>
            </a:fld>
            <a:endParaRPr lang="ja-JP" altLang="en-US" dirty="0"/>
          </a:p>
        </p:txBody>
      </p:sp>
      <p:sp>
        <p:nvSpPr>
          <p:cNvPr id="35" name="テキスト ボックス 34">
            <a:extLst>
              <a:ext uri="{FF2B5EF4-FFF2-40B4-BE49-F238E27FC236}">
                <a16:creationId xmlns:a16="http://schemas.microsoft.com/office/drawing/2014/main" id="{CBF65533-B714-F1E4-D4B7-EA79FF7114C5}"/>
              </a:ext>
            </a:extLst>
          </p:cNvPr>
          <p:cNvSpPr txBox="1"/>
          <p:nvPr/>
        </p:nvSpPr>
        <p:spPr>
          <a:xfrm>
            <a:off x="501766" y="5416731"/>
            <a:ext cx="5742280" cy="646331"/>
          </a:xfrm>
          <a:prstGeom prst="rect">
            <a:avLst/>
          </a:prstGeom>
          <a:noFill/>
        </p:spPr>
        <p:txBody>
          <a:bodyPr wrap="square" rtlCol="0">
            <a:spAutoFit/>
          </a:bodyPr>
          <a:lstStyle/>
          <a:p>
            <a:r>
              <a:rPr kumimoji="1" lang="ja-JP" altLang="en-US" sz="3600" dirty="0">
                <a:solidFill>
                  <a:schemeClr val="bg1"/>
                </a:solidFill>
              </a:rPr>
              <a:t>魔法少女無双</a:t>
            </a:r>
          </a:p>
        </p:txBody>
      </p:sp>
      <p:sp>
        <p:nvSpPr>
          <p:cNvPr id="37" name="テキスト ボックス 36">
            <a:extLst>
              <a:ext uri="{FF2B5EF4-FFF2-40B4-BE49-F238E27FC236}">
                <a16:creationId xmlns:a16="http://schemas.microsoft.com/office/drawing/2014/main" id="{7E0012AB-09F3-B8BD-785E-8A4E6AE4EB74}"/>
              </a:ext>
            </a:extLst>
          </p:cNvPr>
          <p:cNvSpPr txBox="1"/>
          <p:nvPr/>
        </p:nvSpPr>
        <p:spPr>
          <a:xfrm>
            <a:off x="583474" y="5952284"/>
            <a:ext cx="1323703" cy="584775"/>
          </a:xfrm>
          <a:prstGeom prst="rect">
            <a:avLst/>
          </a:prstGeom>
          <a:noFill/>
        </p:spPr>
        <p:txBody>
          <a:bodyPr wrap="square" rtlCol="0">
            <a:spAutoFit/>
          </a:bodyPr>
          <a:lstStyle/>
          <a:p>
            <a:r>
              <a:rPr kumimoji="1" lang="ja-JP" altLang="en-US" sz="1400" dirty="0">
                <a:solidFill>
                  <a:schemeClr val="bg1"/>
                </a:solidFill>
              </a:rPr>
              <a:t>企画期間</a:t>
            </a:r>
            <a:endParaRPr kumimoji="1" lang="en-US" altLang="ja-JP" sz="1400" dirty="0">
              <a:solidFill>
                <a:schemeClr val="bg1"/>
              </a:solidFill>
            </a:endParaRPr>
          </a:p>
          <a:p>
            <a:r>
              <a:rPr kumimoji="1" lang="en-US" altLang="ja-JP" dirty="0">
                <a:solidFill>
                  <a:schemeClr val="bg1"/>
                </a:solidFill>
              </a:rPr>
              <a:t>4</a:t>
            </a:r>
            <a:r>
              <a:rPr kumimoji="1" lang="ja-JP" altLang="en-US" dirty="0">
                <a:solidFill>
                  <a:schemeClr val="bg1"/>
                </a:solidFill>
              </a:rPr>
              <a:t>日</a:t>
            </a:r>
          </a:p>
        </p:txBody>
      </p:sp>
      <p:sp>
        <p:nvSpPr>
          <p:cNvPr id="39" name="テキスト ボックス 38">
            <a:extLst>
              <a:ext uri="{FF2B5EF4-FFF2-40B4-BE49-F238E27FC236}">
                <a16:creationId xmlns:a16="http://schemas.microsoft.com/office/drawing/2014/main" id="{AB6BBDDF-405B-3638-9B3D-4EDC4047AD42}"/>
              </a:ext>
            </a:extLst>
          </p:cNvPr>
          <p:cNvSpPr txBox="1"/>
          <p:nvPr/>
        </p:nvSpPr>
        <p:spPr>
          <a:xfrm>
            <a:off x="1862000" y="5952284"/>
            <a:ext cx="1323703" cy="584775"/>
          </a:xfrm>
          <a:prstGeom prst="rect">
            <a:avLst/>
          </a:prstGeom>
          <a:noFill/>
        </p:spPr>
        <p:txBody>
          <a:bodyPr wrap="square" rtlCol="0">
            <a:spAutoFit/>
          </a:bodyPr>
          <a:lstStyle/>
          <a:p>
            <a:r>
              <a:rPr kumimoji="1" lang="ja-JP" altLang="en-US" sz="1400" dirty="0">
                <a:solidFill>
                  <a:schemeClr val="bg1"/>
                </a:solidFill>
              </a:rPr>
              <a:t>資料作成期間</a:t>
            </a:r>
            <a:r>
              <a:rPr kumimoji="1" lang="en-US" altLang="ja-JP" dirty="0">
                <a:solidFill>
                  <a:schemeClr val="bg1"/>
                </a:solidFill>
              </a:rPr>
              <a:t>4</a:t>
            </a:r>
            <a:r>
              <a:rPr kumimoji="1" lang="ja-JP" altLang="en-US" dirty="0">
                <a:solidFill>
                  <a:schemeClr val="bg1"/>
                </a:solidFill>
              </a:rPr>
              <a:t>日</a:t>
            </a:r>
          </a:p>
        </p:txBody>
      </p:sp>
      <p:sp>
        <p:nvSpPr>
          <p:cNvPr id="41" name="テキスト ボックス 40">
            <a:extLst>
              <a:ext uri="{FF2B5EF4-FFF2-40B4-BE49-F238E27FC236}">
                <a16:creationId xmlns:a16="http://schemas.microsoft.com/office/drawing/2014/main" id="{475803E0-A736-4C9A-AFBB-C2B098EEB06A}"/>
              </a:ext>
            </a:extLst>
          </p:cNvPr>
          <p:cNvSpPr txBox="1"/>
          <p:nvPr/>
        </p:nvSpPr>
        <p:spPr>
          <a:xfrm>
            <a:off x="3924300" y="5952284"/>
            <a:ext cx="2171699" cy="584775"/>
          </a:xfrm>
          <a:prstGeom prst="rect">
            <a:avLst/>
          </a:prstGeom>
          <a:noFill/>
        </p:spPr>
        <p:txBody>
          <a:bodyPr wrap="square" rtlCol="0">
            <a:spAutoFit/>
          </a:bodyPr>
          <a:lstStyle/>
          <a:p>
            <a:r>
              <a:rPr kumimoji="1" lang="ja-JP" altLang="en-US" sz="1400" dirty="0">
                <a:solidFill>
                  <a:schemeClr val="bg1"/>
                </a:solidFill>
              </a:rPr>
              <a:t>製作人数</a:t>
            </a:r>
            <a:endParaRPr kumimoji="1" lang="en-US" altLang="ja-JP" sz="1400" dirty="0">
              <a:solidFill>
                <a:schemeClr val="bg1"/>
              </a:solidFill>
            </a:endParaRPr>
          </a:p>
          <a:p>
            <a:r>
              <a:rPr kumimoji="1" lang="en-US" altLang="ja-JP" dirty="0">
                <a:solidFill>
                  <a:schemeClr val="bg1"/>
                </a:solidFill>
              </a:rPr>
              <a:t>1</a:t>
            </a:r>
            <a:endParaRPr kumimoji="1" lang="ja-JP" altLang="en-US" dirty="0">
              <a:solidFill>
                <a:schemeClr val="bg1"/>
              </a:solidFill>
            </a:endParaRPr>
          </a:p>
        </p:txBody>
      </p:sp>
      <p:sp>
        <p:nvSpPr>
          <p:cNvPr id="43" name="テキスト ボックス 42">
            <a:extLst>
              <a:ext uri="{FF2B5EF4-FFF2-40B4-BE49-F238E27FC236}">
                <a16:creationId xmlns:a16="http://schemas.microsoft.com/office/drawing/2014/main" id="{CCC35FE6-2A38-00B8-5156-94412985E49A}"/>
              </a:ext>
            </a:extLst>
          </p:cNvPr>
          <p:cNvSpPr txBox="1"/>
          <p:nvPr/>
        </p:nvSpPr>
        <p:spPr>
          <a:xfrm>
            <a:off x="6580415" y="5952283"/>
            <a:ext cx="4037512" cy="584775"/>
          </a:xfrm>
          <a:prstGeom prst="rect">
            <a:avLst/>
          </a:prstGeom>
          <a:noFill/>
        </p:spPr>
        <p:txBody>
          <a:bodyPr wrap="square" rtlCol="0">
            <a:spAutoFit/>
          </a:bodyPr>
          <a:lstStyle/>
          <a:p>
            <a:r>
              <a:rPr kumimoji="1" lang="ja-JP" altLang="en-US" sz="1400" dirty="0">
                <a:solidFill>
                  <a:schemeClr val="bg1"/>
                </a:solidFill>
              </a:rPr>
              <a:t>使用ツール</a:t>
            </a:r>
            <a:endParaRPr kumimoji="1" lang="en-US" altLang="ja-JP" sz="1400" dirty="0">
              <a:solidFill>
                <a:schemeClr val="bg1"/>
              </a:solidFill>
            </a:endParaRPr>
          </a:p>
          <a:p>
            <a:r>
              <a:rPr kumimoji="1" lang="en-US" altLang="ja-JP" dirty="0">
                <a:solidFill>
                  <a:schemeClr val="bg1"/>
                </a:solidFill>
              </a:rPr>
              <a:t>PowerPoint</a:t>
            </a:r>
            <a:endParaRPr kumimoji="1" lang="ja-JP" altLang="en-US" dirty="0">
              <a:solidFill>
                <a:schemeClr val="bg1"/>
              </a:solidFill>
            </a:endParaRPr>
          </a:p>
        </p:txBody>
      </p:sp>
      <p:sp>
        <p:nvSpPr>
          <p:cNvPr id="45" name="テキスト ボックス 44">
            <a:extLst>
              <a:ext uri="{FF2B5EF4-FFF2-40B4-BE49-F238E27FC236}">
                <a16:creationId xmlns:a16="http://schemas.microsoft.com/office/drawing/2014/main" id="{802808C6-D329-9056-530E-D86E01F0DDE7}"/>
              </a:ext>
            </a:extLst>
          </p:cNvPr>
          <p:cNvSpPr txBox="1"/>
          <p:nvPr/>
        </p:nvSpPr>
        <p:spPr>
          <a:xfrm>
            <a:off x="3924300" y="5617028"/>
            <a:ext cx="4139837" cy="369332"/>
          </a:xfrm>
          <a:prstGeom prst="rect">
            <a:avLst/>
          </a:prstGeom>
          <a:noFill/>
        </p:spPr>
        <p:txBody>
          <a:bodyPr wrap="square" rtlCol="0">
            <a:spAutoFit/>
          </a:bodyPr>
          <a:lstStyle/>
          <a:p>
            <a:r>
              <a:rPr kumimoji="1" lang="en-US" altLang="ja-JP" dirty="0">
                <a:solidFill>
                  <a:schemeClr val="bg1"/>
                </a:solidFill>
              </a:rPr>
              <a:t>2025</a:t>
            </a:r>
            <a:r>
              <a:rPr kumimoji="1" lang="ja-JP" altLang="en-US" dirty="0">
                <a:solidFill>
                  <a:schemeClr val="bg1"/>
                </a:solidFill>
              </a:rPr>
              <a:t>年</a:t>
            </a:r>
            <a:r>
              <a:rPr kumimoji="1" lang="en-US" altLang="ja-JP" dirty="0">
                <a:solidFill>
                  <a:schemeClr val="bg1"/>
                </a:solidFill>
              </a:rPr>
              <a:t>8</a:t>
            </a:r>
            <a:r>
              <a:rPr kumimoji="1" lang="ja-JP" altLang="en-US" dirty="0">
                <a:solidFill>
                  <a:schemeClr val="bg1"/>
                </a:solidFill>
              </a:rPr>
              <a:t>月</a:t>
            </a:r>
            <a:r>
              <a:rPr kumimoji="1" lang="en-US" altLang="ja-JP" dirty="0">
                <a:solidFill>
                  <a:schemeClr val="bg1"/>
                </a:solidFill>
              </a:rPr>
              <a:t>12</a:t>
            </a:r>
            <a:r>
              <a:rPr kumimoji="1" lang="ja-JP" altLang="en-US" dirty="0">
                <a:solidFill>
                  <a:schemeClr val="bg1"/>
                </a:solidFill>
              </a:rPr>
              <a:t>日</a:t>
            </a:r>
            <a:r>
              <a:rPr kumimoji="1" lang="en-US" altLang="ja-JP" dirty="0">
                <a:solidFill>
                  <a:schemeClr val="bg1"/>
                </a:solidFill>
              </a:rPr>
              <a:t>~2025</a:t>
            </a:r>
            <a:r>
              <a:rPr kumimoji="1" lang="ja-JP" altLang="en-US" dirty="0">
                <a:solidFill>
                  <a:schemeClr val="bg1"/>
                </a:solidFill>
              </a:rPr>
              <a:t>年</a:t>
            </a:r>
            <a:r>
              <a:rPr kumimoji="1" lang="en-US" altLang="ja-JP" dirty="0">
                <a:solidFill>
                  <a:schemeClr val="bg1"/>
                </a:solidFill>
              </a:rPr>
              <a:t>~8</a:t>
            </a:r>
            <a:r>
              <a:rPr kumimoji="1" lang="ja-JP" altLang="en-US" dirty="0">
                <a:solidFill>
                  <a:schemeClr val="bg1"/>
                </a:solidFill>
              </a:rPr>
              <a:t>月</a:t>
            </a:r>
            <a:r>
              <a:rPr kumimoji="1" lang="en-US" altLang="ja-JP" dirty="0">
                <a:solidFill>
                  <a:schemeClr val="bg1"/>
                </a:solidFill>
              </a:rPr>
              <a:t>20</a:t>
            </a:r>
            <a:r>
              <a:rPr kumimoji="1" lang="ja-JP" altLang="en-US" dirty="0">
                <a:solidFill>
                  <a:schemeClr val="bg1"/>
                </a:solidFill>
              </a:rPr>
              <a:t>日</a:t>
            </a:r>
          </a:p>
        </p:txBody>
      </p:sp>
      <p:sp>
        <p:nvSpPr>
          <p:cNvPr id="49" name="テキスト ボックス 48">
            <a:extLst>
              <a:ext uri="{FF2B5EF4-FFF2-40B4-BE49-F238E27FC236}">
                <a16:creationId xmlns:a16="http://schemas.microsoft.com/office/drawing/2014/main" id="{CC5DAD79-BDEA-54D0-D6F3-3F8CF0ABFEE9}"/>
              </a:ext>
            </a:extLst>
          </p:cNvPr>
          <p:cNvSpPr txBox="1"/>
          <p:nvPr/>
        </p:nvSpPr>
        <p:spPr>
          <a:xfrm>
            <a:off x="9099176" y="5555228"/>
            <a:ext cx="1370704" cy="369332"/>
          </a:xfrm>
          <a:prstGeom prst="rect">
            <a:avLst/>
          </a:prstGeom>
          <a:noFill/>
        </p:spPr>
        <p:txBody>
          <a:bodyPr wrap="square" rtlCol="0">
            <a:spAutoFit/>
          </a:bodyPr>
          <a:lstStyle/>
          <a:p>
            <a:r>
              <a:rPr kumimoji="1" lang="ja-JP" altLang="en-US" dirty="0">
                <a:solidFill>
                  <a:schemeClr val="bg1"/>
                </a:solidFill>
              </a:rPr>
              <a:t>企画書</a:t>
            </a:r>
            <a:r>
              <a:rPr kumimoji="1" lang="en-US" altLang="ja-JP" dirty="0">
                <a:solidFill>
                  <a:schemeClr val="bg1"/>
                </a:solidFill>
              </a:rPr>
              <a:t>QR</a:t>
            </a:r>
            <a:endParaRPr kumimoji="1" lang="ja-JP" altLang="en-US" dirty="0">
              <a:solidFill>
                <a:schemeClr val="bg1"/>
              </a:solidFill>
            </a:endParaRPr>
          </a:p>
        </p:txBody>
      </p:sp>
      <p:pic>
        <p:nvPicPr>
          <p:cNvPr id="53" name="図 52">
            <a:extLst>
              <a:ext uri="{FF2B5EF4-FFF2-40B4-BE49-F238E27FC236}">
                <a16:creationId xmlns:a16="http://schemas.microsoft.com/office/drawing/2014/main" id="{3A2F5078-9FB7-1B0C-0DEB-0F5F19D294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8320" y="5354981"/>
            <a:ext cx="695274" cy="69527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C1EC376-5C5A-C441-BE19-D9296B4A3C99}"/>
              </a:ext>
            </a:extLst>
          </p:cNvPr>
          <p:cNvSpPr>
            <a:spLocks noGrp="1"/>
          </p:cNvSpPr>
          <p:nvPr>
            <p:ph type="sldNum" sz="quarter" idx="12"/>
          </p:nvPr>
        </p:nvSpPr>
        <p:spPr/>
        <p:txBody>
          <a:bodyPr/>
          <a:lstStyle/>
          <a:p>
            <a:fld id="{D77CE0F4-93DF-401C-9042-9C402698D8AB}" type="slidenum">
              <a:rPr kumimoji="1" lang="ja-JP" altLang="en-US" smtClean="0"/>
              <a:t>22</a:t>
            </a:fld>
            <a:endParaRPr kumimoji="1" lang="ja-JP" altLang="en-US"/>
          </a:p>
        </p:txBody>
      </p:sp>
      <p:sp>
        <p:nvSpPr>
          <p:cNvPr id="13" name="タイトル 1">
            <a:extLst>
              <a:ext uri="{FF2B5EF4-FFF2-40B4-BE49-F238E27FC236}">
                <a16:creationId xmlns:a16="http://schemas.microsoft.com/office/drawing/2014/main" id="{BE2AC346-C88C-D0C0-2812-4ED262541FB7}"/>
              </a:ext>
            </a:extLst>
          </p:cNvPr>
          <p:cNvSpPr>
            <a:spLocks noGrp="1"/>
          </p:cNvSpPr>
          <p:nvPr>
            <p:ph type="title"/>
          </p:nvPr>
        </p:nvSpPr>
        <p:spPr>
          <a:xfrm>
            <a:off x="411480" y="172331"/>
            <a:ext cx="10058400" cy="1371600"/>
          </a:xfrm>
        </p:spPr>
        <p:txBody>
          <a:bodyPr/>
          <a:lstStyle/>
          <a:p>
            <a:r>
              <a:rPr lang="ja-JP" altLang="en-US" dirty="0"/>
              <a:t>概要</a:t>
            </a:r>
            <a:endParaRPr kumimoji="1" lang="ja-JP" altLang="en-US" dirty="0"/>
          </a:p>
        </p:txBody>
      </p:sp>
      <p:sp>
        <p:nvSpPr>
          <p:cNvPr id="3" name="四角形: 角を丸くする 2">
            <a:extLst>
              <a:ext uri="{FF2B5EF4-FFF2-40B4-BE49-F238E27FC236}">
                <a16:creationId xmlns:a16="http://schemas.microsoft.com/office/drawing/2014/main" id="{18CC09AF-822F-45BA-B908-041C2DE47594}"/>
              </a:ext>
            </a:extLst>
          </p:cNvPr>
          <p:cNvSpPr/>
          <p:nvPr/>
        </p:nvSpPr>
        <p:spPr>
          <a:xfrm>
            <a:off x="410391" y="1792201"/>
            <a:ext cx="2253343" cy="21336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43F008DF-738C-457B-A4BA-80414A1D2E2F}"/>
              </a:ext>
            </a:extLst>
          </p:cNvPr>
          <p:cNvSpPr/>
          <p:nvPr/>
        </p:nvSpPr>
        <p:spPr>
          <a:xfrm>
            <a:off x="3077935" y="4230601"/>
            <a:ext cx="2253343" cy="21336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38C37289-8B40-4C4D-8E03-D796E1BFD951}"/>
              </a:ext>
            </a:extLst>
          </p:cNvPr>
          <p:cNvSpPr/>
          <p:nvPr/>
        </p:nvSpPr>
        <p:spPr>
          <a:xfrm>
            <a:off x="410391" y="4230601"/>
            <a:ext cx="2253343" cy="21336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A7F5A4CA-4667-467E-93E0-4C16A5B1AAAF}"/>
              </a:ext>
            </a:extLst>
          </p:cNvPr>
          <p:cNvSpPr/>
          <p:nvPr/>
        </p:nvSpPr>
        <p:spPr>
          <a:xfrm>
            <a:off x="3077935" y="1792201"/>
            <a:ext cx="2253343" cy="21336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pic>
        <p:nvPicPr>
          <p:cNvPr id="7" name="グラフィックス 6" descr="ゲーム コントローラー 単色塗りつぶし">
            <a:extLst>
              <a:ext uri="{FF2B5EF4-FFF2-40B4-BE49-F238E27FC236}">
                <a16:creationId xmlns:a16="http://schemas.microsoft.com/office/drawing/2014/main" id="{F94593FB-AC14-4C24-94D8-A11D2CD432E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5809" y="1651020"/>
            <a:ext cx="1542505" cy="1542505"/>
          </a:xfrm>
          <a:prstGeom prst="rect">
            <a:avLst/>
          </a:prstGeom>
        </p:spPr>
      </p:pic>
      <p:pic>
        <p:nvPicPr>
          <p:cNvPr id="15" name="グラフィックス 14" descr="ユーザー 単色塗りつぶし">
            <a:extLst>
              <a:ext uri="{FF2B5EF4-FFF2-40B4-BE49-F238E27FC236}">
                <a16:creationId xmlns:a16="http://schemas.microsoft.com/office/drawing/2014/main" id="{2A13BA58-8DB9-4077-898A-7F2FE1E65B9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5172" y="4174071"/>
            <a:ext cx="1643778" cy="1643778"/>
          </a:xfrm>
          <a:prstGeom prst="rect">
            <a:avLst/>
          </a:prstGeom>
        </p:spPr>
      </p:pic>
      <p:pic>
        <p:nvPicPr>
          <p:cNvPr id="17" name="グラフィックス 16" descr="ユーザー 単色塗りつぶし">
            <a:extLst>
              <a:ext uri="{FF2B5EF4-FFF2-40B4-BE49-F238E27FC236}">
                <a16:creationId xmlns:a16="http://schemas.microsoft.com/office/drawing/2014/main" id="{8B825838-1D6F-443E-A95A-5783A18250A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25042" y="1631497"/>
            <a:ext cx="1679120" cy="1679120"/>
          </a:xfrm>
          <a:prstGeom prst="rect">
            <a:avLst/>
          </a:prstGeom>
        </p:spPr>
      </p:pic>
      <p:pic>
        <p:nvPicPr>
          <p:cNvPr id="19" name="グラフィックス 18" descr="コンピューター 単色塗りつぶし">
            <a:extLst>
              <a:ext uri="{FF2B5EF4-FFF2-40B4-BE49-F238E27FC236}">
                <a16:creationId xmlns:a16="http://schemas.microsoft.com/office/drawing/2014/main" id="{EC080126-A3D3-4D8D-BB29-7372D2A6B3A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81795" y="4230601"/>
            <a:ext cx="1549038" cy="1549038"/>
          </a:xfrm>
          <a:prstGeom prst="rect">
            <a:avLst/>
          </a:prstGeom>
        </p:spPr>
      </p:pic>
      <p:sp>
        <p:nvSpPr>
          <p:cNvPr id="20" name="テキスト ボックス 19">
            <a:extLst>
              <a:ext uri="{FF2B5EF4-FFF2-40B4-BE49-F238E27FC236}">
                <a16:creationId xmlns:a16="http://schemas.microsoft.com/office/drawing/2014/main" id="{BA8B209F-3059-46BE-89B3-C42DE0DE9AF6}"/>
              </a:ext>
            </a:extLst>
          </p:cNvPr>
          <p:cNvSpPr txBox="1"/>
          <p:nvPr/>
        </p:nvSpPr>
        <p:spPr>
          <a:xfrm>
            <a:off x="1030876" y="3589126"/>
            <a:ext cx="1219200" cy="369332"/>
          </a:xfrm>
          <a:prstGeom prst="rect">
            <a:avLst/>
          </a:prstGeom>
          <a:noFill/>
        </p:spPr>
        <p:txBody>
          <a:bodyPr wrap="square" rtlCol="0">
            <a:spAutoFit/>
          </a:bodyPr>
          <a:lstStyle/>
          <a:p>
            <a:r>
              <a:rPr kumimoji="1" lang="ja-JP" altLang="en-US" dirty="0"/>
              <a:t>ジャンル</a:t>
            </a:r>
          </a:p>
        </p:txBody>
      </p:sp>
      <p:sp>
        <p:nvSpPr>
          <p:cNvPr id="21" name="テキスト ボックス 20">
            <a:extLst>
              <a:ext uri="{FF2B5EF4-FFF2-40B4-BE49-F238E27FC236}">
                <a16:creationId xmlns:a16="http://schemas.microsoft.com/office/drawing/2014/main" id="{6E36FC29-EA66-4093-A226-88E8D16AC6B9}"/>
              </a:ext>
            </a:extLst>
          </p:cNvPr>
          <p:cNvSpPr txBox="1"/>
          <p:nvPr/>
        </p:nvSpPr>
        <p:spPr>
          <a:xfrm>
            <a:off x="3672831" y="5994869"/>
            <a:ext cx="1219200" cy="369332"/>
          </a:xfrm>
          <a:prstGeom prst="rect">
            <a:avLst/>
          </a:prstGeom>
          <a:noFill/>
        </p:spPr>
        <p:txBody>
          <a:bodyPr wrap="square" rtlCol="0">
            <a:spAutoFit/>
          </a:bodyPr>
          <a:lstStyle/>
          <a:p>
            <a:r>
              <a:rPr kumimoji="1" lang="ja-JP" altLang="en-US" dirty="0"/>
              <a:t>対応機種</a:t>
            </a:r>
          </a:p>
        </p:txBody>
      </p:sp>
      <p:sp>
        <p:nvSpPr>
          <p:cNvPr id="22" name="テキスト ボックス 21">
            <a:extLst>
              <a:ext uri="{FF2B5EF4-FFF2-40B4-BE49-F238E27FC236}">
                <a16:creationId xmlns:a16="http://schemas.microsoft.com/office/drawing/2014/main" id="{6677EDEC-34ED-4CB1-9FDE-A30AAD0860FA}"/>
              </a:ext>
            </a:extLst>
          </p:cNvPr>
          <p:cNvSpPr txBox="1"/>
          <p:nvPr/>
        </p:nvSpPr>
        <p:spPr>
          <a:xfrm>
            <a:off x="3537840" y="3589126"/>
            <a:ext cx="1489182" cy="369332"/>
          </a:xfrm>
          <a:prstGeom prst="rect">
            <a:avLst/>
          </a:prstGeom>
          <a:noFill/>
        </p:spPr>
        <p:txBody>
          <a:bodyPr wrap="square" rtlCol="0">
            <a:spAutoFit/>
          </a:bodyPr>
          <a:lstStyle/>
          <a:p>
            <a:r>
              <a:rPr kumimoji="1" lang="ja-JP" altLang="en-US"/>
              <a:t>ターゲット</a:t>
            </a:r>
            <a:endParaRPr kumimoji="1" lang="ja-JP" altLang="en-US" dirty="0"/>
          </a:p>
        </p:txBody>
      </p:sp>
      <p:sp>
        <p:nvSpPr>
          <p:cNvPr id="23" name="テキスト ボックス 22">
            <a:extLst>
              <a:ext uri="{FF2B5EF4-FFF2-40B4-BE49-F238E27FC236}">
                <a16:creationId xmlns:a16="http://schemas.microsoft.com/office/drawing/2014/main" id="{6FADD77D-FA5A-4474-A5A6-79488CB91B5E}"/>
              </a:ext>
            </a:extLst>
          </p:cNvPr>
          <p:cNvSpPr txBox="1"/>
          <p:nvPr/>
        </p:nvSpPr>
        <p:spPr>
          <a:xfrm>
            <a:off x="908956" y="5969938"/>
            <a:ext cx="1463040" cy="369332"/>
          </a:xfrm>
          <a:prstGeom prst="rect">
            <a:avLst/>
          </a:prstGeom>
          <a:noFill/>
        </p:spPr>
        <p:txBody>
          <a:bodyPr wrap="square" rtlCol="0">
            <a:spAutoFit/>
          </a:bodyPr>
          <a:lstStyle/>
          <a:p>
            <a:r>
              <a:rPr kumimoji="1" lang="ja-JP" altLang="en-US" dirty="0"/>
              <a:t>プレイ人数</a:t>
            </a:r>
          </a:p>
        </p:txBody>
      </p:sp>
      <p:sp>
        <p:nvSpPr>
          <p:cNvPr id="24" name="テキスト ボックス 23">
            <a:extLst>
              <a:ext uri="{FF2B5EF4-FFF2-40B4-BE49-F238E27FC236}">
                <a16:creationId xmlns:a16="http://schemas.microsoft.com/office/drawing/2014/main" id="{383A9786-434A-4525-8751-99C76684858B}"/>
              </a:ext>
            </a:extLst>
          </p:cNvPr>
          <p:cNvSpPr txBox="1"/>
          <p:nvPr/>
        </p:nvSpPr>
        <p:spPr>
          <a:xfrm>
            <a:off x="313253" y="2866750"/>
            <a:ext cx="2557582" cy="646331"/>
          </a:xfrm>
          <a:prstGeom prst="rect">
            <a:avLst/>
          </a:prstGeom>
          <a:noFill/>
        </p:spPr>
        <p:txBody>
          <a:bodyPr wrap="square" rtlCol="0">
            <a:spAutoFit/>
          </a:bodyPr>
          <a:lstStyle/>
          <a:p>
            <a:pPr algn="ctr"/>
            <a:r>
              <a:rPr kumimoji="1" lang="en-US" altLang="ja-JP" dirty="0"/>
              <a:t>3D</a:t>
            </a:r>
          </a:p>
          <a:p>
            <a:pPr algn="ctr"/>
            <a:r>
              <a:rPr kumimoji="1" lang="ja-JP" altLang="en-US" dirty="0"/>
              <a:t>無双アクション</a:t>
            </a:r>
          </a:p>
        </p:txBody>
      </p:sp>
      <p:sp>
        <p:nvSpPr>
          <p:cNvPr id="25" name="テキスト ボックス 24">
            <a:extLst>
              <a:ext uri="{FF2B5EF4-FFF2-40B4-BE49-F238E27FC236}">
                <a16:creationId xmlns:a16="http://schemas.microsoft.com/office/drawing/2014/main" id="{BEE82267-793B-4CCA-94D7-7EBD8F6591A1}"/>
              </a:ext>
            </a:extLst>
          </p:cNvPr>
          <p:cNvSpPr txBox="1"/>
          <p:nvPr/>
        </p:nvSpPr>
        <p:spPr>
          <a:xfrm>
            <a:off x="3395253" y="2933630"/>
            <a:ext cx="1631769" cy="646331"/>
          </a:xfrm>
          <a:prstGeom prst="rect">
            <a:avLst/>
          </a:prstGeom>
          <a:noFill/>
        </p:spPr>
        <p:txBody>
          <a:bodyPr wrap="square" rtlCol="0">
            <a:spAutoFit/>
          </a:bodyPr>
          <a:lstStyle/>
          <a:p>
            <a:pPr algn="ctr"/>
            <a:r>
              <a:rPr kumimoji="1" lang="en-US" altLang="ja-JP" dirty="0"/>
              <a:t>10~20</a:t>
            </a:r>
            <a:r>
              <a:rPr kumimoji="1" lang="ja-JP" altLang="en-US" dirty="0"/>
              <a:t>代前半　男性</a:t>
            </a:r>
          </a:p>
        </p:txBody>
      </p:sp>
      <p:sp>
        <p:nvSpPr>
          <p:cNvPr id="26" name="テキスト ボックス 25">
            <a:extLst>
              <a:ext uri="{FF2B5EF4-FFF2-40B4-BE49-F238E27FC236}">
                <a16:creationId xmlns:a16="http://schemas.microsoft.com/office/drawing/2014/main" id="{267E91A4-7D0D-44EE-AD64-86C041AAF650}"/>
              </a:ext>
            </a:extLst>
          </p:cNvPr>
          <p:cNvSpPr txBox="1"/>
          <p:nvPr/>
        </p:nvSpPr>
        <p:spPr>
          <a:xfrm>
            <a:off x="1290772" y="5633183"/>
            <a:ext cx="1631769" cy="369332"/>
          </a:xfrm>
          <a:prstGeom prst="rect">
            <a:avLst/>
          </a:prstGeom>
          <a:noFill/>
        </p:spPr>
        <p:txBody>
          <a:bodyPr wrap="square" rtlCol="0">
            <a:spAutoFit/>
          </a:bodyPr>
          <a:lstStyle/>
          <a:p>
            <a:r>
              <a:rPr kumimoji="1" lang="en-US" altLang="ja-JP" dirty="0"/>
              <a:t>1</a:t>
            </a:r>
            <a:r>
              <a:rPr kumimoji="1" lang="ja-JP" altLang="en-US" dirty="0"/>
              <a:t>人</a:t>
            </a:r>
          </a:p>
        </p:txBody>
      </p:sp>
      <p:sp>
        <p:nvSpPr>
          <p:cNvPr id="27" name="テキスト ボックス 26">
            <a:extLst>
              <a:ext uri="{FF2B5EF4-FFF2-40B4-BE49-F238E27FC236}">
                <a16:creationId xmlns:a16="http://schemas.microsoft.com/office/drawing/2014/main" id="{23FEB8C8-C7E2-4C0A-8FF7-8FBA571E1680}"/>
              </a:ext>
            </a:extLst>
          </p:cNvPr>
          <p:cNvSpPr txBox="1"/>
          <p:nvPr/>
        </p:nvSpPr>
        <p:spPr>
          <a:xfrm>
            <a:off x="3917785" y="5573877"/>
            <a:ext cx="1631769" cy="369332"/>
          </a:xfrm>
          <a:prstGeom prst="rect">
            <a:avLst/>
          </a:prstGeom>
          <a:noFill/>
        </p:spPr>
        <p:txBody>
          <a:bodyPr wrap="square" rtlCol="0">
            <a:spAutoFit/>
          </a:bodyPr>
          <a:lstStyle/>
          <a:p>
            <a:r>
              <a:rPr kumimoji="1" lang="en-US" altLang="ja-JP" dirty="0"/>
              <a:t>PC</a:t>
            </a:r>
            <a:endParaRPr kumimoji="1" lang="ja-JP" altLang="en-US" dirty="0"/>
          </a:p>
        </p:txBody>
      </p:sp>
      <p:pic>
        <p:nvPicPr>
          <p:cNvPr id="28" name="object 104">
            <a:extLst>
              <a:ext uri="{FF2B5EF4-FFF2-40B4-BE49-F238E27FC236}">
                <a16:creationId xmlns:a16="http://schemas.microsoft.com/office/drawing/2014/main" id="{3210294E-43DD-4F3E-BF04-3D2D92C4EC4E}"/>
              </a:ext>
            </a:extLst>
          </p:cNvPr>
          <p:cNvPicPr/>
          <p:nvPr/>
        </p:nvPicPr>
        <p:blipFill rotWithShape="1">
          <a:blip r:embed="rId10" cstate="print"/>
          <a:srcRect l="2940" t="1947" r="2460"/>
          <a:stretch/>
        </p:blipFill>
        <p:spPr>
          <a:xfrm>
            <a:off x="5486927" y="1924818"/>
            <a:ext cx="2816315" cy="2166257"/>
          </a:xfrm>
          <a:prstGeom prst="rect">
            <a:avLst/>
          </a:prstGeom>
        </p:spPr>
      </p:pic>
      <p:pic>
        <p:nvPicPr>
          <p:cNvPr id="29" name="object 105">
            <a:extLst>
              <a:ext uri="{FF2B5EF4-FFF2-40B4-BE49-F238E27FC236}">
                <a16:creationId xmlns:a16="http://schemas.microsoft.com/office/drawing/2014/main" id="{7878290E-9BFC-4B33-AC15-3F7A15C7D00C}"/>
              </a:ext>
            </a:extLst>
          </p:cNvPr>
          <p:cNvPicPr/>
          <p:nvPr/>
        </p:nvPicPr>
        <p:blipFill rotWithShape="1">
          <a:blip r:embed="rId11" cstate="print"/>
          <a:srcRect l="2507" t="1481" r="4294" b="3846"/>
          <a:stretch/>
        </p:blipFill>
        <p:spPr>
          <a:xfrm>
            <a:off x="8817835" y="1924818"/>
            <a:ext cx="2816316" cy="2166257"/>
          </a:xfrm>
          <a:prstGeom prst="rect">
            <a:avLst/>
          </a:prstGeom>
        </p:spPr>
      </p:pic>
      <p:pic>
        <p:nvPicPr>
          <p:cNvPr id="124" name="object 63">
            <a:extLst>
              <a:ext uri="{FF2B5EF4-FFF2-40B4-BE49-F238E27FC236}">
                <a16:creationId xmlns:a16="http://schemas.microsoft.com/office/drawing/2014/main" id="{A7E603C2-5C12-4E11-98E1-EECEFA48BAA0}"/>
              </a:ext>
            </a:extLst>
          </p:cNvPr>
          <p:cNvPicPr/>
          <p:nvPr/>
        </p:nvPicPr>
        <p:blipFill rotWithShape="1">
          <a:blip r:embed="rId12" cstate="print"/>
          <a:srcRect l="1656" t="-1980" r="3967" b="3326"/>
          <a:stretch/>
        </p:blipFill>
        <p:spPr>
          <a:xfrm>
            <a:off x="6515448" y="4383799"/>
            <a:ext cx="4246818" cy="1827203"/>
          </a:xfrm>
          <a:prstGeom prst="rect">
            <a:avLst/>
          </a:prstGeom>
        </p:spPr>
      </p:pic>
      <p:sp>
        <p:nvSpPr>
          <p:cNvPr id="125" name="テキスト ボックス 124">
            <a:extLst>
              <a:ext uri="{FF2B5EF4-FFF2-40B4-BE49-F238E27FC236}">
                <a16:creationId xmlns:a16="http://schemas.microsoft.com/office/drawing/2014/main" id="{51F2189F-4B94-4E76-BD75-3EE756E6234F}"/>
              </a:ext>
            </a:extLst>
          </p:cNvPr>
          <p:cNvSpPr txBox="1"/>
          <p:nvPr/>
        </p:nvSpPr>
        <p:spPr>
          <a:xfrm>
            <a:off x="1537063" y="1099457"/>
            <a:ext cx="9638937" cy="461665"/>
          </a:xfrm>
          <a:prstGeom prst="rect">
            <a:avLst/>
          </a:prstGeom>
          <a:noFill/>
        </p:spPr>
        <p:txBody>
          <a:bodyPr wrap="square" rtlCol="0">
            <a:spAutoFit/>
          </a:bodyPr>
          <a:lstStyle/>
          <a:p>
            <a:r>
              <a:rPr lang="ja-JP" altLang="en-US" sz="2400" dirty="0"/>
              <a:t>無数に湧いてくる敵をコンボや必殺技で一掃する</a:t>
            </a:r>
            <a:r>
              <a:rPr lang="en-US" altLang="ja-JP" sz="2400" dirty="0"/>
              <a:t>3D</a:t>
            </a:r>
            <a:r>
              <a:rPr lang="ja-JP" altLang="en-US" sz="2400" dirty="0"/>
              <a:t>無双アクション</a:t>
            </a:r>
            <a:endParaRPr kumimoji="1" lang="ja-JP" altLang="en-US" sz="2400" dirty="0"/>
          </a:p>
        </p:txBody>
      </p:sp>
    </p:spTree>
    <p:extLst>
      <p:ext uri="{BB962C8B-B14F-4D97-AF65-F5344CB8AC3E}">
        <p14:creationId xmlns:p14="http://schemas.microsoft.com/office/powerpoint/2010/main" val="2307455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F4364-847E-E155-EFEB-73FEC78A146E}"/>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B86DC231-0B5F-C467-E2D2-1D26C046F50F}"/>
              </a:ext>
            </a:extLst>
          </p:cNvPr>
          <p:cNvSpPr>
            <a:spLocks noGrp="1"/>
          </p:cNvSpPr>
          <p:nvPr>
            <p:ph type="sldNum" sz="quarter" idx="12"/>
          </p:nvPr>
        </p:nvSpPr>
        <p:spPr/>
        <p:txBody>
          <a:bodyPr/>
          <a:lstStyle/>
          <a:p>
            <a:fld id="{D77CE0F4-93DF-401C-9042-9C402698D8AB}" type="slidenum">
              <a:rPr kumimoji="1" lang="ja-JP" altLang="en-US" smtClean="0"/>
              <a:t>23</a:t>
            </a:fld>
            <a:endParaRPr kumimoji="1" lang="ja-JP" altLang="en-US"/>
          </a:p>
        </p:txBody>
      </p:sp>
      <p:sp>
        <p:nvSpPr>
          <p:cNvPr id="5" name="タイトル 1">
            <a:extLst>
              <a:ext uri="{FF2B5EF4-FFF2-40B4-BE49-F238E27FC236}">
                <a16:creationId xmlns:a16="http://schemas.microsoft.com/office/drawing/2014/main" id="{184033EA-CF69-1EB8-680A-488B07CAB792}"/>
              </a:ext>
            </a:extLst>
          </p:cNvPr>
          <p:cNvSpPr>
            <a:spLocks noGrp="1"/>
          </p:cNvSpPr>
          <p:nvPr>
            <p:ph type="title"/>
          </p:nvPr>
        </p:nvSpPr>
        <p:spPr>
          <a:xfrm>
            <a:off x="411480" y="172331"/>
            <a:ext cx="10058400" cy="1371600"/>
          </a:xfrm>
        </p:spPr>
        <p:txBody>
          <a:bodyPr/>
          <a:lstStyle/>
          <a:p>
            <a:r>
              <a:rPr lang="ja-JP" altLang="en-US" dirty="0"/>
              <a:t>企画のこだわりポイント</a:t>
            </a:r>
            <a:endParaRPr kumimoji="1" lang="ja-JP" altLang="en-US" dirty="0"/>
          </a:p>
        </p:txBody>
      </p:sp>
      <p:sp>
        <p:nvSpPr>
          <p:cNvPr id="8" name="テキスト ボックス 7">
            <a:extLst>
              <a:ext uri="{FF2B5EF4-FFF2-40B4-BE49-F238E27FC236}">
                <a16:creationId xmlns:a16="http://schemas.microsoft.com/office/drawing/2014/main" id="{C25D1CFC-FDAA-4702-A740-3393E496EBBC}"/>
              </a:ext>
            </a:extLst>
          </p:cNvPr>
          <p:cNvSpPr txBox="1"/>
          <p:nvPr/>
        </p:nvSpPr>
        <p:spPr>
          <a:xfrm>
            <a:off x="7092882" y="3244364"/>
            <a:ext cx="3589867" cy="646331"/>
          </a:xfrm>
          <a:prstGeom prst="rect">
            <a:avLst/>
          </a:prstGeom>
          <a:noFill/>
        </p:spPr>
        <p:txBody>
          <a:bodyPr wrap="square" rtlCol="0">
            <a:spAutoFit/>
          </a:bodyPr>
          <a:lstStyle/>
          <a:p>
            <a:r>
              <a:rPr kumimoji="1" lang="ja-JP" altLang="en-US" dirty="0"/>
              <a:t>参考にしたゲームをできるだけオマージュして</a:t>
            </a:r>
          </a:p>
        </p:txBody>
      </p:sp>
      <p:grpSp>
        <p:nvGrpSpPr>
          <p:cNvPr id="63" name="グループ化 62">
            <a:extLst>
              <a:ext uri="{FF2B5EF4-FFF2-40B4-BE49-F238E27FC236}">
                <a16:creationId xmlns:a16="http://schemas.microsoft.com/office/drawing/2014/main" id="{FECA5116-0638-4E4E-8190-9C68C4E48F5B}"/>
              </a:ext>
            </a:extLst>
          </p:cNvPr>
          <p:cNvGrpSpPr/>
          <p:nvPr/>
        </p:nvGrpSpPr>
        <p:grpSpPr>
          <a:xfrm>
            <a:off x="335068" y="3156951"/>
            <a:ext cx="6666865" cy="3366770"/>
            <a:chOff x="259080" y="3265462"/>
            <a:chExt cx="6666865" cy="3366770"/>
          </a:xfrm>
        </p:grpSpPr>
        <p:grpSp>
          <p:nvGrpSpPr>
            <p:cNvPr id="19" name="object 25">
              <a:extLst>
                <a:ext uri="{FF2B5EF4-FFF2-40B4-BE49-F238E27FC236}">
                  <a16:creationId xmlns:a16="http://schemas.microsoft.com/office/drawing/2014/main" id="{550C682C-8912-48EF-9CD7-3C08E8C07354}"/>
                </a:ext>
              </a:extLst>
            </p:cNvPr>
            <p:cNvGrpSpPr/>
            <p:nvPr/>
          </p:nvGrpSpPr>
          <p:grpSpPr>
            <a:xfrm>
              <a:off x="259080" y="3265462"/>
              <a:ext cx="6666865" cy="3366770"/>
              <a:chOff x="4854828" y="3416300"/>
              <a:chExt cx="6666865" cy="3366770"/>
            </a:xfrm>
          </p:grpSpPr>
          <p:sp>
            <p:nvSpPr>
              <p:cNvPr id="20" name="object 26">
                <a:extLst>
                  <a:ext uri="{FF2B5EF4-FFF2-40B4-BE49-F238E27FC236}">
                    <a16:creationId xmlns:a16="http://schemas.microsoft.com/office/drawing/2014/main" id="{75C60837-0ABE-4849-AB26-B2652D50BCAC}"/>
                  </a:ext>
                </a:extLst>
              </p:cNvPr>
              <p:cNvSpPr/>
              <p:nvPr/>
            </p:nvSpPr>
            <p:spPr>
              <a:xfrm>
                <a:off x="4867528" y="3429000"/>
                <a:ext cx="6641465" cy="3341370"/>
              </a:xfrm>
              <a:custGeom>
                <a:avLst/>
                <a:gdLst/>
                <a:ahLst/>
                <a:cxnLst/>
                <a:rect l="l" t="t" r="r" b="b"/>
                <a:pathLst>
                  <a:path w="6641465" h="3341370">
                    <a:moveTo>
                      <a:pt x="6084062" y="0"/>
                    </a:moveTo>
                    <a:lnTo>
                      <a:pt x="556895" y="0"/>
                    </a:lnTo>
                    <a:lnTo>
                      <a:pt x="508839" y="2043"/>
                    </a:lnTo>
                    <a:lnTo>
                      <a:pt x="461920" y="8064"/>
                    </a:lnTo>
                    <a:lnTo>
                      <a:pt x="416304" y="17893"/>
                    </a:lnTo>
                    <a:lnTo>
                      <a:pt x="372158" y="31365"/>
                    </a:lnTo>
                    <a:lnTo>
                      <a:pt x="329649" y="48312"/>
                    </a:lnTo>
                    <a:lnTo>
                      <a:pt x="288944" y="68568"/>
                    </a:lnTo>
                    <a:lnTo>
                      <a:pt x="250211" y="91964"/>
                    </a:lnTo>
                    <a:lnTo>
                      <a:pt x="213616" y="118334"/>
                    </a:lnTo>
                    <a:lnTo>
                      <a:pt x="179327" y="147510"/>
                    </a:lnTo>
                    <a:lnTo>
                      <a:pt x="147510" y="179327"/>
                    </a:lnTo>
                    <a:lnTo>
                      <a:pt x="118334" y="213616"/>
                    </a:lnTo>
                    <a:lnTo>
                      <a:pt x="91964" y="250211"/>
                    </a:lnTo>
                    <a:lnTo>
                      <a:pt x="68568" y="288944"/>
                    </a:lnTo>
                    <a:lnTo>
                      <a:pt x="48312" y="329649"/>
                    </a:lnTo>
                    <a:lnTo>
                      <a:pt x="31365" y="372158"/>
                    </a:lnTo>
                    <a:lnTo>
                      <a:pt x="17893" y="416304"/>
                    </a:lnTo>
                    <a:lnTo>
                      <a:pt x="8064" y="461920"/>
                    </a:lnTo>
                    <a:lnTo>
                      <a:pt x="2043" y="508839"/>
                    </a:lnTo>
                    <a:lnTo>
                      <a:pt x="0" y="556894"/>
                    </a:lnTo>
                    <a:lnTo>
                      <a:pt x="0" y="2784373"/>
                    </a:lnTo>
                    <a:lnTo>
                      <a:pt x="2043" y="2832423"/>
                    </a:lnTo>
                    <a:lnTo>
                      <a:pt x="8064" y="2879337"/>
                    </a:lnTo>
                    <a:lnTo>
                      <a:pt x="17893" y="2924950"/>
                    </a:lnTo>
                    <a:lnTo>
                      <a:pt x="31365" y="2969093"/>
                    </a:lnTo>
                    <a:lnTo>
                      <a:pt x="48312" y="3011600"/>
                    </a:lnTo>
                    <a:lnTo>
                      <a:pt x="68568" y="3052303"/>
                    </a:lnTo>
                    <a:lnTo>
                      <a:pt x="91964" y="3091035"/>
                    </a:lnTo>
                    <a:lnTo>
                      <a:pt x="118334" y="3127630"/>
                    </a:lnTo>
                    <a:lnTo>
                      <a:pt x="147510" y="3161919"/>
                    </a:lnTo>
                    <a:lnTo>
                      <a:pt x="179327" y="3193736"/>
                    </a:lnTo>
                    <a:lnTo>
                      <a:pt x="213616" y="3222913"/>
                    </a:lnTo>
                    <a:lnTo>
                      <a:pt x="250211" y="3249284"/>
                    </a:lnTo>
                    <a:lnTo>
                      <a:pt x="288944" y="3272681"/>
                    </a:lnTo>
                    <a:lnTo>
                      <a:pt x="329649" y="3292938"/>
                    </a:lnTo>
                    <a:lnTo>
                      <a:pt x="372158" y="3309886"/>
                    </a:lnTo>
                    <a:lnTo>
                      <a:pt x="416304" y="3323359"/>
                    </a:lnTo>
                    <a:lnTo>
                      <a:pt x="461920" y="3333189"/>
                    </a:lnTo>
                    <a:lnTo>
                      <a:pt x="508839" y="3339210"/>
                    </a:lnTo>
                    <a:lnTo>
                      <a:pt x="556895" y="3341254"/>
                    </a:lnTo>
                    <a:lnTo>
                      <a:pt x="6084062" y="3341254"/>
                    </a:lnTo>
                    <a:lnTo>
                      <a:pt x="6132117" y="3339210"/>
                    </a:lnTo>
                    <a:lnTo>
                      <a:pt x="6179036" y="3333189"/>
                    </a:lnTo>
                    <a:lnTo>
                      <a:pt x="6224652" y="3323359"/>
                    </a:lnTo>
                    <a:lnTo>
                      <a:pt x="6268798" y="3309886"/>
                    </a:lnTo>
                    <a:lnTo>
                      <a:pt x="6311307" y="3292938"/>
                    </a:lnTo>
                    <a:lnTo>
                      <a:pt x="6352012" y="3272681"/>
                    </a:lnTo>
                    <a:lnTo>
                      <a:pt x="6390745" y="3249284"/>
                    </a:lnTo>
                    <a:lnTo>
                      <a:pt x="6427340" y="3222913"/>
                    </a:lnTo>
                    <a:lnTo>
                      <a:pt x="6461629" y="3193736"/>
                    </a:lnTo>
                    <a:lnTo>
                      <a:pt x="6493446" y="3161919"/>
                    </a:lnTo>
                    <a:lnTo>
                      <a:pt x="6522622" y="3127630"/>
                    </a:lnTo>
                    <a:lnTo>
                      <a:pt x="6548992" y="3091035"/>
                    </a:lnTo>
                    <a:lnTo>
                      <a:pt x="6572388" y="3052303"/>
                    </a:lnTo>
                    <a:lnTo>
                      <a:pt x="6592644" y="3011600"/>
                    </a:lnTo>
                    <a:lnTo>
                      <a:pt x="6609591" y="2969093"/>
                    </a:lnTo>
                    <a:lnTo>
                      <a:pt x="6623063" y="2924950"/>
                    </a:lnTo>
                    <a:lnTo>
                      <a:pt x="6632892" y="2879337"/>
                    </a:lnTo>
                    <a:lnTo>
                      <a:pt x="6638913" y="2832423"/>
                    </a:lnTo>
                    <a:lnTo>
                      <a:pt x="6640957" y="2784373"/>
                    </a:lnTo>
                    <a:lnTo>
                      <a:pt x="6640957" y="556894"/>
                    </a:lnTo>
                    <a:lnTo>
                      <a:pt x="6638913" y="508839"/>
                    </a:lnTo>
                    <a:lnTo>
                      <a:pt x="6632892" y="461920"/>
                    </a:lnTo>
                    <a:lnTo>
                      <a:pt x="6623063" y="416304"/>
                    </a:lnTo>
                    <a:lnTo>
                      <a:pt x="6609591" y="372158"/>
                    </a:lnTo>
                    <a:lnTo>
                      <a:pt x="6592644" y="329649"/>
                    </a:lnTo>
                    <a:lnTo>
                      <a:pt x="6572388" y="288944"/>
                    </a:lnTo>
                    <a:lnTo>
                      <a:pt x="6548992" y="250211"/>
                    </a:lnTo>
                    <a:lnTo>
                      <a:pt x="6522622" y="213616"/>
                    </a:lnTo>
                    <a:lnTo>
                      <a:pt x="6493446" y="179327"/>
                    </a:lnTo>
                    <a:lnTo>
                      <a:pt x="6461629" y="147510"/>
                    </a:lnTo>
                    <a:lnTo>
                      <a:pt x="6427340" y="118334"/>
                    </a:lnTo>
                    <a:lnTo>
                      <a:pt x="6390745" y="91964"/>
                    </a:lnTo>
                    <a:lnTo>
                      <a:pt x="6352012" y="68568"/>
                    </a:lnTo>
                    <a:lnTo>
                      <a:pt x="6311307" y="48312"/>
                    </a:lnTo>
                    <a:lnTo>
                      <a:pt x="6268798" y="31365"/>
                    </a:lnTo>
                    <a:lnTo>
                      <a:pt x="6224652" y="17893"/>
                    </a:lnTo>
                    <a:lnTo>
                      <a:pt x="6179036" y="8064"/>
                    </a:lnTo>
                    <a:lnTo>
                      <a:pt x="6132117" y="2043"/>
                    </a:lnTo>
                    <a:lnTo>
                      <a:pt x="6084062" y="0"/>
                    </a:lnTo>
                    <a:close/>
                  </a:path>
                </a:pathLst>
              </a:custGeom>
              <a:solidFill>
                <a:srgbClr val="FFFFFF"/>
              </a:solidFill>
            </p:spPr>
            <p:txBody>
              <a:bodyPr wrap="square" lIns="0" tIns="0" rIns="0" bIns="0" rtlCol="0"/>
              <a:lstStyle/>
              <a:p>
                <a:endParaRPr/>
              </a:p>
            </p:txBody>
          </p:sp>
          <p:sp>
            <p:nvSpPr>
              <p:cNvPr id="21" name="object 27">
                <a:extLst>
                  <a:ext uri="{FF2B5EF4-FFF2-40B4-BE49-F238E27FC236}">
                    <a16:creationId xmlns:a16="http://schemas.microsoft.com/office/drawing/2014/main" id="{B6004036-6B80-4889-BF70-7047265DEFFA}"/>
                  </a:ext>
                </a:extLst>
              </p:cNvPr>
              <p:cNvSpPr/>
              <p:nvPr/>
            </p:nvSpPr>
            <p:spPr>
              <a:xfrm>
                <a:off x="4867528" y="3429000"/>
                <a:ext cx="6641465" cy="3341370"/>
              </a:xfrm>
              <a:custGeom>
                <a:avLst/>
                <a:gdLst/>
                <a:ahLst/>
                <a:cxnLst/>
                <a:rect l="l" t="t" r="r" b="b"/>
                <a:pathLst>
                  <a:path w="6641465" h="3341370">
                    <a:moveTo>
                      <a:pt x="0" y="556894"/>
                    </a:moveTo>
                    <a:lnTo>
                      <a:pt x="2043" y="508839"/>
                    </a:lnTo>
                    <a:lnTo>
                      <a:pt x="8064" y="461920"/>
                    </a:lnTo>
                    <a:lnTo>
                      <a:pt x="17893" y="416304"/>
                    </a:lnTo>
                    <a:lnTo>
                      <a:pt x="31365" y="372158"/>
                    </a:lnTo>
                    <a:lnTo>
                      <a:pt x="48312" y="329649"/>
                    </a:lnTo>
                    <a:lnTo>
                      <a:pt x="68568" y="288944"/>
                    </a:lnTo>
                    <a:lnTo>
                      <a:pt x="91964" y="250211"/>
                    </a:lnTo>
                    <a:lnTo>
                      <a:pt x="118334" y="213616"/>
                    </a:lnTo>
                    <a:lnTo>
                      <a:pt x="147510" y="179327"/>
                    </a:lnTo>
                    <a:lnTo>
                      <a:pt x="179327" y="147510"/>
                    </a:lnTo>
                    <a:lnTo>
                      <a:pt x="213616" y="118334"/>
                    </a:lnTo>
                    <a:lnTo>
                      <a:pt x="250211" y="91964"/>
                    </a:lnTo>
                    <a:lnTo>
                      <a:pt x="288944" y="68568"/>
                    </a:lnTo>
                    <a:lnTo>
                      <a:pt x="329649" y="48312"/>
                    </a:lnTo>
                    <a:lnTo>
                      <a:pt x="372158" y="31365"/>
                    </a:lnTo>
                    <a:lnTo>
                      <a:pt x="416304" y="17893"/>
                    </a:lnTo>
                    <a:lnTo>
                      <a:pt x="461920" y="8064"/>
                    </a:lnTo>
                    <a:lnTo>
                      <a:pt x="508839" y="2043"/>
                    </a:lnTo>
                    <a:lnTo>
                      <a:pt x="556895" y="0"/>
                    </a:lnTo>
                    <a:lnTo>
                      <a:pt x="6084062" y="0"/>
                    </a:lnTo>
                    <a:lnTo>
                      <a:pt x="6132117" y="2043"/>
                    </a:lnTo>
                    <a:lnTo>
                      <a:pt x="6179036" y="8064"/>
                    </a:lnTo>
                    <a:lnTo>
                      <a:pt x="6224652" y="17893"/>
                    </a:lnTo>
                    <a:lnTo>
                      <a:pt x="6268798" y="31365"/>
                    </a:lnTo>
                    <a:lnTo>
                      <a:pt x="6311307" y="48312"/>
                    </a:lnTo>
                    <a:lnTo>
                      <a:pt x="6352012" y="68568"/>
                    </a:lnTo>
                    <a:lnTo>
                      <a:pt x="6390745" y="91964"/>
                    </a:lnTo>
                    <a:lnTo>
                      <a:pt x="6427340" y="118334"/>
                    </a:lnTo>
                    <a:lnTo>
                      <a:pt x="6461629" y="147510"/>
                    </a:lnTo>
                    <a:lnTo>
                      <a:pt x="6493446" y="179327"/>
                    </a:lnTo>
                    <a:lnTo>
                      <a:pt x="6522622" y="213616"/>
                    </a:lnTo>
                    <a:lnTo>
                      <a:pt x="6548992" y="250211"/>
                    </a:lnTo>
                    <a:lnTo>
                      <a:pt x="6572388" y="288944"/>
                    </a:lnTo>
                    <a:lnTo>
                      <a:pt x="6592644" y="329649"/>
                    </a:lnTo>
                    <a:lnTo>
                      <a:pt x="6609591" y="372158"/>
                    </a:lnTo>
                    <a:lnTo>
                      <a:pt x="6623063" y="416304"/>
                    </a:lnTo>
                    <a:lnTo>
                      <a:pt x="6632892" y="461920"/>
                    </a:lnTo>
                    <a:lnTo>
                      <a:pt x="6638913" y="508839"/>
                    </a:lnTo>
                    <a:lnTo>
                      <a:pt x="6640957" y="556894"/>
                    </a:lnTo>
                    <a:lnTo>
                      <a:pt x="6640957" y="2784373"/>
                    </a:lnTo>
                    <a:lnTo>
                      <a:pt x="6638913" y="2832423"/>
                    </a:lnTo>
                    <a:lnTo>
                      <a:pt x="6632892" y="2879337"/>
                    </a:lnTo>
                    <a:lnTo>
                      <a:pt x="6623063" y="2924950"/>
                    </a:lnTo>
                    <a:lnTo>
                      <a:pt x="6609591" y="2969093"/>
                    </a:lnTo>
                    <a:lnTo>
                      <a:pt x="6592644" y="3011600"/>
                    </a:lnTo>
                    <a:lnTo>
                      <a:pt x="6572388" y="3052303"/>
                    </a:lnTo>
                    <a:lnTo>
                      <a:pt x="6548992" y="3091035"/>
                    </a:lnTo>
                    <a:lnTo>
                      <a:pt x="6522622" y="3127630"/>
                    </a:lnTo>
                    <a:lnTo>
                      <a:pt x="6493446" y="3161919"/>
                    </a:lnTo>
                    <a:lnTo>
                      <a:pt x="6461629" y="3193736"/>
                    </a:lnTo>
                    <a:lnTo>
                      <a:pt x="6427340" y="3222913"/>
                    </a:lnTo>
                    <a:lnTo>
                      <a:pt x="6390745" y="3249284"/>
                    </a:lnTo>
                    <a:lnTo>
                      <a:pt x="6352012" y="3272681"/>
                    </a:lnTo>
                    <a:lnTo>
                      <a:pt x="6311307" y="3292938"/>
                    </a:lnTo>
                    <a:lnTo>
                      <a:pt x="6268798" y="3309886"/>
                    </a:lnTo>
                    <a:lnTo>
                      <a:pt x="6224652" y="3323359"/>
                    </a:lnTo>
                    <a:lnTo>
                      <a:pt x="6179036" y="3333189"/>
                    </a:lnTo>
                    <a:lnTo>
                      <a:pt x="6132117" y="3339210"/>
                    </a:lnTo>
                    <a:lnTo>
                      <a:pt x="6084062" y="3341254"/>
                    </a:lnTo>
                    <a:lnTo>
                      <a:pt x="556895" y="3341254"/>
                    </a:lnTo>
                    <a:lnTo>
                      <a:pt x="508839" y="3339210"/>
                    </a:lnTo>
                    <a:lnTo>
                      <a:pt x="461920" y="3333189"/>
                    </a:lnTo>
                    <a:lnTo>
                      <a:pt x="416304" y="3323359"/>
                    </a:lnTo>
                    <a:lnTo>
                      <a:pt x="372158" y="3309886"/>
                    </a:lnTo>
                    <a:lnTo>
                      <a:pt x="329649" y="3292938"/>
                    </a:lnTo>
                    <a:lnTo>
                      <a:pt x="288944" y="3272681"/>
                    </a:lnTo>
                    <a:lnTo>
                      <a:pt x="250211" y="3249284"/>
                    </a:lnTo>
                    <a:lnTo>
                      <a:pt x="213616" y="3222913"/>
                    </a:lnTo>
                    <a:lnTo>
                      <a:pt x="179327" y="3193736"/>
                    </a:lnTo>
                    <a:lnTo>
                      <a:pt x="147510" y="3161919"/>
                    </a:lnTo>
                    <a:lnTo>
                      <a:pt x="118334" y="3127630"/>
                    </a:lnTo>
                    <a:lnTo>
                      <a:pt x="91964" y="3091035"/>
                    </a:lnTo>
                    <a:lnTo>
                      <a:pt x="68568" y="3052303"/>
                    </a:lnTo>
                    <a:lnTo>
                      <a:pt x="48312" y="3011600"/>
                    </a:lnTo>
                    <a:lnTo>
                      <a:pt x="31365" y="2969093"/>
                    </a:lnTo>
                    <a:lnTo>
                      <a:pt x="17893" y="2924950"/>
                    </a:lnTo>
                    <a:lnTo>
                      <a:pt x="8064" y="2879337"/>
                    </a:lnTo>
                    <a:lnTo>
                      <a:pt x="2043" y="2832423"/>
                    </a:lnTo>
                    <a:lnTo>
                      <a:pt x="0" y="2784373"/>
                    </a:lnTo>
                    <a:lnTo>
                      <a:pt x="0" y="556894"/>
                    </a:lnTo>
                    <a:close/>
                  </a:path>
                </a:pathLst>
              </a:custGeom>
              <a:ln w="25400">
                <a:solidFill>
                  <a:srgbClr val="000000"/>
                </a:solidFill>
              </a:ln>
            </p:spPr>
            <p:txBody>
              <a:bodyPr wrap="square" lIns="0" tIns="0" rIns="0" bIns="0" rtlCol="0"/>
              <a:lstStyle/>
              <a:p>
                <a:endParaRPr/>
              </a:p>
            </p:txBody>
          </p:sp>
          <p:pic>
            <p:nvPicPr>
              <p:cNvPr id="22" name="object 28">
                <a:extLst>
                  <a:ext uri="{FF2B5EF4-FFF2-40B4-BE49-F238E27FC236}">
                    <a16:creationId xmlns:a16="http://schemas.microsoft.com/office/drawing/2014/main" id="{2C3D695F-8E1C-44F5-9AAE-01BDC627929A}"/>
                  </a:ext>
                </a:extLst>
              </p:cNvPr>
              <p:cNvPicPr/>
              <p:nvPr/>
            </p:nvPicPr>
            <p:blipFill>
              <a:blip r:embed="rId2" cstate="print"/>
              <a:stretch>
                <a:fillRect/>
              </a:stretch>
            </p:blipFill>
            <p:spPr>
              <a:xfrm>
                <a:off x="5125211" y="3499078"/>
                <a:ext cx="1937004" cy="650773"/>
              </a:xfrm>
              <a:prstGeom prst="rect">
                <a:avLst/>
              </a:prstGeom>
            </p:spPr>
          </p:pic>
          <p:pic>
            <p:nvPicPr>
              <p:cNvPr id="23" name="object 29">
                <a:extLst>
                  <a:ext uri="{FF2B5EF4-FFF2-40B4-BE49-F238E27FC236}">
                    <a16:creationId xmlns:a16="http://schemas.microsoft.com/office/drawing/2014/main" id="{448A8658-EF29-4663-87DE-760ABDB60FE6}"/>
                  </a:ext>
                </a:extLst>
              </p:cNvPr>
              <p:cNvPicPr/>
              <p:nvPr/>
            </p:nvPicPr>
            <p:blipFill>
              <a:blip r:embed="rId3" cstate="print"/>
              <a:stretch>
                <a:fillRect/>
              </a:stretch>
            </p:blipFill>
            <p:spPr>
              <a:xfrm>
                <a:off x="5228843" y="3578339"/>
                <a:ext cx="1726692" cy="560844"/>
              </a:xfrm>
              <a:prstGeom prst="rect">
                <a:avLst/>
              </a:prstGeom>
            </p:spPr>
          </p:pic>
          <p:pic>
            <p:nvPicPr>
              <p:cNvPr id="24" name="object 30">
                <a:extLst>
                  <a:ext uri="{FF2B5EF4-FFF2-40B4-BE49-F238E27FC236}">
                    <a16:creationId xmlns:a16="http://schemas.microsoft.com/office/drawing/2014/main" id="{D7097076-6B00-418D-A845-4AEE6FEB5427}"/>
                  </a:ext>
                </a:extLst>
              </p:cNvPr>
              <p:cNvPicPr/>
              <p:nvPr/>
            </p:nvPicPr>
            <p:blipFill>
              <a:blip r:embed="rId4" cstate="print"/>
              <a:stretch>
                <a:fillRect/>
              </a:stretch>
            </p:blipFill>
            <p:spPr>
              <a:xfrm>
                <a:off x="5172328" y="3526028"/>
                <a:ext cx="1847342" cy="561086"/>
              </a:xfrm>
              <a:prstGeom prst="rect">
                <a:avLst/>
              </a:prstGeom>
            </p:spPr>
          </p:pic>
          <p:sp>
            <p:nvSpPr>
              <p:cNvPr id="25" name="object 31">
                <a:extLst>
                  <a:ext uri="{FF2B5EF4-FFF2-40B4-BE49-F238E27FC236}">
                    <a16:creationId xmlns:a16="http://schemas.microsoft.com/office/drawing/2014/main" id="{A69081F0-C65E-41AC-ACB5-0C2A9D40860B}"/>
                  </a:ext>
                </a:extLst>
              </p:cNvPr>
              <p:cNvSpPr/>
              <p:nvPr/>
            </p:nvSpPr>
            <p:spPr>
              <a:xfrm>
                <a:off x="5172328" y="3526028"/>
                <a:ext cx="1847850" cy="561340"/>
              </a:xfrm>
              <a:custGeom>
                <a:avLst/>
                <a:gdLst/>
                <a:ahLst/>
                <a:cxnLst/>
                <a:rect l="l" t="t" r="r" b="b"/>
                <a:pathLst>
                  <a:path w="1847850" h="561339">
                    <a:moveTo>
                      <a:pt x="0" y="93472"/>
                    </a:moveTo>
                    <a:lnTo>
                      <a:pt x="7356" y="57060"/>
                    </a:lnTo>
                    <a:lnTo>
                      <a:pt x="27416" y="27352"/>
                    </a:lnTo>
                    <a:lnTo>
                      <a:pt x="57167" y="7336"/>
                    </a:lnTo>
                    <a:lnTo>
                      <a:pt x="93599" y="0"/>
                    </a:lnTo>
                    <a:lnTo>
                      <a:pt x="1753743" y="0"/>
                    </a:lnTo>
                    <a:lnTo>
                      <a:pt x="1790174" y="7336"/>
                    </a:lnTo>
                    <a:lnTo>
                      <a:pt x="1819925" y="27352"/>
                    </a:lnTo>
                    <a:lnTo>
                      <a:pt x="1839985" y="57060"/>
                    </a:lnTo>
                    <a:lnTo>
                      <a:pt x="1847342" y="93472"/>
                    </a:lnTo>
                    <a:lnTo>
                      <a:pt x="1847342" y="467487"/>
                    </a:lnTo>
                    <a:lnTo>
                      <a:pt x="1839985" y="503918"/>
                    </a:lnTo>
                    <a:lnTo>
                      <a:pt x="1819925" y="533669"/>
                    </a:lnTo>
                    <a:lnTo>
                      <a:pt x="1790174" y="553729"/>
                    </a:lnTo>
                    <a:lnTo>
                      <a:pt x="1753743" y="561086"/>
                    </a:lnTo>
                    <a:lnTo>
                      <a:pt x="93599" y="561086"/>
                    </a:lnTo>
                    <a:lnTo>
                      <a:pt x="57167" y="553729"/>
                    </a:lnTo>
                    <a:lnTo>
                      <a:pt x="27416" y="533669"/>
                    </a:lnTo>
                    <a:lnTo>
                      <a:pt x="7356" y="503918"/>
                    </a:lnTo>
                    <a:lnTo>
                      <a:pt x="0" y="467487"/>
                    </a:lnTo>
                    <a:lnTo>
                      <a:pt x="0" y="93472"/>
                    </a:lnTo>
                    <a:close/>
                  </a:path>
                </a:pathLst>
              </a:custGeom>
              <a:ln w="9525">
                <a:solidFill>
                  <a:srgbClr val="000000"/>
                </a:solidFill>
              </a:ln>
            </p:spPr>
            <p:txBody>
              <a:bodyPr wrap="square" lIns="0" tIns="0" rIns="0" bIns="0" rtlCol="0"/>
              <a:lstStyle/>
              <a:p>
                <a:endParaRPr/>
              </a:p>
            </p:txBody>
          </p:sp>
          <p:pic>
            <p:nvPicPr>
              <p:cNvPr id="26" name="object 32">
                <a:extLst>
                  <a:ext uri="{FF2B5EF4-FFF2-40B4-BE49-F238E27FC236}">
                    <a16:creationId xmlns:a16="http://schemas.microsoft.com/office/drawing/2014/main" id="{0FCE705C-4B8D-41DD-95F6-03BA01474F29}"/>
                  </a:ext>
                </a:extLst>
              </p:cNvPr>
              <p:cNvPicPr/>
              <p:nvPr/>
            </p:nvPicPr>
            <p:blipFill>
              <a:blip r:embed="rId5" cstate="print"/>
              <a:stretch>
                <a:fillRect/>
              </a:stretch>
            </p:blipFill>
            <p:spPr>
              <a:xfrm>
                <a:off x="5409945" y="3691763"/>
                <a:ext cx="1600580" cy="246887"/>
              </a:xfrm>
              <a:prstGeom prst="rect">
                <a:avLst/>
              </a:prstGeom>
            </p:spPr>
          </p:pic>
        </p:grpSp>
        <p:grpSp>
          <p:nvGrpSpPr>
            <p:cNvPr id="27" name="object 81">
              <a:extLst>
                <a:ext uri="{FF2B5EF4-FFF2-40B4-BE49-F238E27FC236}">
                  <a16:creationId xmlns:a16="http://schemas.microsoft.com/office/drawing/2014/main" id="{D757CCD8-584F-414C-839F-C9136FC94886}"/>
                </a:ext>
              </a:extLst>
            </p:cNvPr>
            <p:cNvGrpSpPr/>
            <p:nvPr/>
          </p:nvGrpSpPr>
          <p:grpSpPr>
            <a:xfrm>
              <a:off x="552323" y="4017047"/>
              <a:ext cx="1873250" cy="2541270"/>
              <a:chOff x="5148071" y="4167885"/>
              <a:chExt cx="1873250" cy="2541270"/>
            </a:xfrm>
          </p:grpSpPr>
          <p:sp>
            <p:nvSpPr>
              <p:cNvPr id="28" name="object 82">
                <a:extLst>
                  <a:ext uri="{FF2B5EF4-FFF2-40B4-BE49-F238E27FC236}">
                    <a16:creationId xmlns:a16="http://schemas.microsoft.com/office/drawing/2014/main" id="{8C7C70FE-8F7E-46B1-8EDD-740CFAC91BE2}"/>
                  </a:ext>
                </a:extLst>
              </p:cNvPr>
              <p:cNvSpPr/>
              <p:nvPr/>
            </p:nvSpPr>
            <p:spPr>
              <a:xfrm>
                <a:off x="5160771" y="4180585"/>
                <a:ext cx="1847850" cy="2515870"/>
              </a:xfrm>
              <a:custGeom>
                <a:avLst/>
                <a:gdLst/>
                <a:ahLst/>
                <a:cxnLst/>
                <a:rect l="l" t="t" r="r" b="b"/>
                <a:pathLst>
                  <a:path w="1847850" h="2515870">
                    <a:moveTo>
                      <a:pt x="1539494" y="0"/>
                    </a:moveTo>
                    <a:lnTo>
                      <a:pt x="307975" y="0"/>
                    </a:lnTo>
                    <a:lnTo>
                      <a:pt x="262473" y="3340"/>
                    </a:lnTo>
                    <a:lnTo>
                      <a:pt x="219041" y="13042"/>
                    </a:lnTo>
                    <a:lnTo>
                      <a:pt x="178156" y="28629"/>
                    </a:lnTo>
                    <a:lnTo>
                      <a:pt x="140295" y="49625"/>
                    </a:lnTo>
                    <a:lnTo>
                      <a:pt x="105935" y="75553"/>
                    </a:lnTo>
                    <a:lnTo>
                      <a:pt x="75553" y="105935"/>
                    </a:lnTo>
                    <a:lnTo>
                      <a:pt x="49625" y="140295"/>
                    </a:lnTo>
                    <a:lnTo>
                      <a:pt x="28629" y="178156"/>
                    </a:lnTo>
                    <a:lnTo>
                      <a:pt x="13042" y="219041"/>
                    </a:lnTo>
                    <a:lnTo>
                      <a:pt x="3340" y="262473"/>
                    </a:lnTo>
                    <a:lnTo>
                      <a:pt x="0" y="307975"/>
                    </a:lnTo>
                    <a:lnTo>
                      <a:pt x="0" y="2207895"/>
                    </a:lnTo>
                    <a:lnTo>
                      <a:pt x="3340" y="2253392"/>
                    </a:lnTo>
                    <a:lnTo>
                      <a:pt x="13042" y="2296816"/>
                    </a:lnTo>
                    <a:lnTo>
                      <a:pt x="28629" y="2337691"/>
                    </a:lnTo>
                    <a:lnTo>
                      <a:pt x="49625" y="2375541"/>
                    </a:lnTo>
                    <a:lnTo>
                      <a:pt x="75553" y="2409890"/>
                    </a:lnTo>
                    <a:lnTo>
                      <a:pt x="105935" y="2440261"/>
                    </a:lnTo>
                    <a:lnTo>
                      <a:pt x="140295" y="2466178"/>
                    </a:lnTo>
                    <a:lnTo>
                      <a:pt x="178156" y="2487165"/>
                    </a:lnTo>
                    <a:lnTo>
                      <a:pt x="219041" y="2502745"/>
                    </a:lnTo>
                    <a:lnTo>
                      <a:pt x="262473" y="2512442"/>
                    </a:lnTo>
                    <a:lnTo>
                      <a:pt x="307975" y="2515781"/>
                    </a:lnTo>
                    <a:lnTo>
                      <a:pt x="1539494" y="2515781"/>
                    </a:lnTo>
                    <a:lnTo>
                      <a:pt x="1584964" y="2512442"/>
                    </a:lnTo>
                    <a:lnTo>
                      <a:pt x="1628370" y="2502745"/>
                    </a:lnTo>
                    <a:lnTo>
                      <a:pt x="1669234" y="2487165"/>
                    </a:lnTo>
                    <a:lnTo>
                      <a:pt x="1707079" y="2466178"/>
                    </a:lnTo>
                    <a:lnTo>
                      <a:pt x="1741426" y="2440261"/>
                    </a:lnTo>
                    <a:lnTo>
                      <a:pt x="1771800" y="2409890"/>
                    </a:lnTo>
                    <a:lnTo>
                      <a:pt x="1797722" y="2375541"/>
                    </a:lnTo>
                    <a:lnTo>
                      <a:pt x="1818714" y="2337691"/>
                    </a:lnTo>
                    <a:lnTo>
                      <a:pt x="1834300" y="2296816"/>
                    </a:lnTo>
                    <a:lnTo>
                      <a:pt x="1844002" y="2253392"/>
                    </a:lnTo>
                    <a:lnTo>
                      <a:pt x="1847342" y="2207895"/>
                    </a:lnTo>
                    <a:lnTo>
                      <a:pt x="1847342" y="307975"/>
                    </a:lnTo>
                    <a:lnTo>
                      <a:pt x="1844002" y="262473"/>
                    </a:lnTo>
                    <a:lnTo>
                      <a:pt x="1834300" y="219041"/>
                    </a:lnTo>
                    <a:lnTo>
                      <a:pt x="1818714" y="178156"/>
                    </a:lnTo>
                    <a:lnTo>
                      <a:pt x="1797722" y="140295"/>
                    </a:lnTo>
                    <a:lnTo>
                      <a:pt x="1771800" y="105935"/>
                    </a:lnTo>
                    <a:lnTo>
                      <a:pt x="1741426" y="75553"/>
                    </a:lnTo>
                    <a:lnTo>
                      <a:pt x="1707079" y="49625"/>
                    </a:lnTo>
                    <a:lnTo>
                      <a:pt x="1669234" y="28629"/>
                    </a:lnTo>
                    <a:lnTo>
                      <a:pt x="1628370" y="13042"/>
                    </a:lnTo>
                    <a:lnTo>
                      <a:pt x="1584964" y="3340"/>
                    </a:lnTo>
                    <a:lnTo>
                      <a:pt x="1539494" y="0"/>
                    </a:lnTo>
                    <a:close/>
                  </a:path>
                </a:pathLst>
              </a:custGeom>
              <a:solidFill>
                <a:srgbClr val="FFFFFF"/>
              </a:solidFill>
            </p:spPr>
            <p:txBody>
              <a:bodyPr wrap="square" lIns="0" tIns="0" rIns="0" bIns="0" rtlCol="0"/>
              <a:lstStyle/>
              <a:p>
                <a:endParaRPr/>
              </a:p>
            </p:txBody>
          </p:sp>
          <p:sp>
            <p:nvSpPr>
              <p:cNvPr id="29" name="object 83">
                <a:extLst>
                  <a:ext uri="{FF2B5EF4-FFF2-40B4-BE49-F238E27FC236}">
                    <a16:creationId xmlns:a16="http://schemas.microsoft.com/office/drawing/2014/main" id="{AFF44DA1-E22C-4407-8A6E-332F683EAA69}"/>
                  </a:ext>
                </a:extLst>
              </p:cNvPr>
              <p:cNvSpPr/>
              <p:nvPr/>
            </p:nvSpPr>
            <p:spPr>
              <a:xfrm>
                <a:off x="5160771" y="4180585"/>
                <a:ext cx="1847850" cy="2515870"/>
              </a:xfrm>
              <a:custGeom>
                <a:avLst/>
                <a:gdLst/>
                <a:ahLst/>
                <a:cxnLst/>
                <a:rect l="l" t="t" r="r" b="b"/>
                <a:pathLst>
                  <a:path w="1847850" h="2515870">
                    <a:moveTo>
                      <a:pt x="0" y="307975"/>
                    </a:moveTo>
                    <a:lnTo>
                      <a:pt x="3340" y="262473"/>
                    </a:lnTo>
                    <a:lnTo>
                      <a:pt x="13042" y="219041"/>
                    </a:lnTo>
                    <a:lnTo>
                      <a:pt x="28629" y="178156"/>
                    </a:lnTo>
                    <a:lnTo>
                      <a:pt x="49625" y="140295"/>
                    </a:lnTo>
                    <a:lnTo>
                      <a:pt x="75553" y="105935"/>
                    </a:lnTo>
                    <a:lnTo>
                      <a:pt x="105935" y="75553"/>
                    </a:lnTo>
                    <a:lnTo>
                      <a:pt x="140295" y="49625"/>
                    </a:lnTo>
                    <a:lnTo>
                      <a:pt x="178156" y="28629"/>
                    </a:lnTo>
                    <a:lnTo>
                      <a:pt x="219041" y="13042"/>
                    </a:lnTo>
                    <a:lnTo>
                      <a:pt x="262473" y="3340"/>
                    </a:lnTo>
                    <a:lnTo>
                      <a:pt x="307975" y="0"/>
                    </a:lnTo>
                    <a:lnTo>
                      <a:pt x="1539494" y="0"/>
                    </a:lnTo>
                    <a:lnTo>
                      <a:pt x="1584964" y="3340"/>
                    </a:lnTo>
                    <a:lnTo>
                      <a:pt x="1628370" y="13042"/>
                    </a:lnTo>
                    <a:lnTo>
                      <a:pt x="1669234" y="28629"/>
                    </a:lnTo>
                    <a:lnTo>
                      <a:pt x="1707079" y="49625"/>
                    </a:lnTo>
                    <a:lnTo>
                      <a:pt x="1741426" y="75553"/>
                    </a:lnTo>
                    <a:lnTo>
                      <a:pt x="1771800" y="105935"/>
                    </a:lnTo>
                    <a:lnTo>
                      <a:pt x="1797722" y="140295"/>
                    </a:lnTo>
                    <a:lnTo>
                      <a:pt x="1818714" y="178156"/>
                    </a:lnTo>
                    <a:lnTo>
                      <a:pt x="1834300" y="219041"/>
                    </a:lnTo>
                    <a:lnTo>
                      <a:pt x="1844002" y="262473"/>
                    </a:lnTo>
                    <a:lnTo>
                      <a:pt x="1847342" y="307975"/>
                    </a:lnTo>
                    <a:lnTo>
                      <a:pt x="1847342" y="2207895"/>
                    </a:lnTo>
                    <a:lnTo>
                      <a:pt x="1844002" y="2253392"/>
                    </a:lnTo>
                    <a:lnTo>
                      <a:pt x="1834300" y="2296816"/>
                    </a:lnTo>
                    <a:lnTo>
                      <a:pt x="1818714" y="2337691"/>
                    </a:lnTo>
                    <a:lnTo>
                      <a:pt x="1797722" y="2375541"/>
                    </a:lnTo>
                    <a:lnTo>
                      <a:pt x="1771800" y="2409890"/>
                    </a:lnTo>
                    <a:lnTo>
                      <a:pt x="1741426" y="2440261"/>
                    </a:lnTo>
                    <a:lnTo>
                      <a:pt x="1707079" y="2466178"/>
                    </a:lnTo>
                    <a:lnTo>
                      <a:pt x="1669234" y="2487165"/>
                    </a:lnTo>
                    <a:lnTo>
                      <a:pt x="1628370" y="2502745"/>
                    </a:lnTo>
                    <a:lnTo>
                      <a:pt x="1584964" y="2512442"/>
                    </a:lnTo>
                    <a:lnTo>
                      <a:pt x="1539494" y="2515781"/>
                    </a:lnTo>
                    <a:lnTo>
                      <a:pt x="307975" y="2515781"/>
                    </a:lnTo>
                    <a:lnTo>
                      <a:pt x="262473" y="2512442"/>
                    </a:lnTo>
                    <a:lnTo>
                      <a:pt x="219041" y="2502745"/>
                    </a:lnTo>
                    <a:lnTo>
                      <a:pt x="178156" y="2487165"/>
                    </a:lnTo>
                    <a:lnTo>
                      <a:pt x="140295" y="2466178"/>
                    </a:lnTo>
                    <a:lnTo>
                      <a:pt x="105935" y="2440261"/>
                    </a:lnTo>
                    <a:lnTo>
                      <a:pt x="75553" y="2409890"/>
                    </a:lnTo>
                    <a:lnTo>
                      <a:pt x="49625" y="2375541"/>
                    </a:lnTo>
                    <a:lnTo>
                      <a:pt x="28629" y="2337691"/>
                    </a:lnTo>
                    <a:lnTo>
                      <a:pt x="13042" y="2296816"/>
                    </a:lnTo>
                    <a:lnTo>
                      <a:pt x="3340" y="2253392"/>
                    </a:lnTo>
                    <a:lnTo>
                      <a:pt x="0" y="2207895"/>
                    </a:lnTo>
                    <a:lnTo>
                      <a:pt x="0" y="307975"/>
                    </a:lnTo>
                    <a:close/>
                  </a:path>
                </a:pathLst>
              </a:custGeom>
              <a:ln w="25400">
                <a:solidFill>
                  <a:srgbClr val="000000"/>
                </a:solidFill>
              </a:ln>
            </p:spPr>
            <p:txBody>
              <a:bodyPr wrap="square" lIns="0" tIns="0" rIns="0" bIns="0" rtlCol="0"/>
              <a:lstStyle/>
              <a:p>
                <a:endParaRPr/>
              </a:p>
            </p:txBody>
          </p:sp>
        </p:grpSp>
        <p:grpSp>
          <p:nvGrpSpPr>
            <p:cNvPr id="30" name="object 84">
              <a:extLst>
                <a:ext uri="{FF2B5EF4-FFF2-40B4-BE49-F238E27FC236}">
                  <a16:creationId xmlns:a16="http://schemas.microsoft.com/office/drawing/2014/main" id="{F63FF866-BFB9-4A0F-B52D-B43EC6AE7714}"/>
                </a:ext>
              </a:extLst>
            </p:cNvPr>
            <p:cNvGrpSpPr/>
            <p:nvPr/>
          </p:nvGrpSpPr>
          <p:grpSpPr>
            <a:xfrm>
              <a:off x="4833367" y="4017047"/>
              <a:ext cx="1873250" cy="2541270"/>
              <a:chOff x="9429115" y="4167885"/>
              <a:chExt cx="1873250" cy="2541270"/>
            </a:xfrm>
          </p:grpSpPr>
          <p:sp>
            <p:nvSpPr>
              <p:cNvPr id="31" name="object 85">
                <a:extLst>
                  <a:ext uri="{FF2B5EF4-FFF2-40B4-BE49-F238E27FC236}">
                    <a16:creationId xmlns:a16="http://schemas.microsoft.com/office/drawing/2014/main" id="{080392C0-91EA-4E11-A2DE-9AFF88F9E7C5}"/>
                  </a:ext>
                </a:extLst>
              </p:cNvPr>
              <p:cNvSpPr/>
              <p:nvPr/>
            </p:nvSpPr>
            <p:spPr>
              <a:xfrm>
                <a:off x="9441815" y="4180585"/>
                <a:ext cx="1847850" cy="2515870"/>
              </a:xfrm>
              <a:custGeom>
                <a:avLst/>
                <a:gdLst/>
                <a:ahLst/>
                <a:cxnLst/>
                <a:rect l="l" t="t" r="r" b="b"/>
                <a:pathLst>
                  <a:path w="1847850" h="2515870">
                    <a:moveTo>
                      <a:pt x="1539493" y="0"/>
                    </a:moveTo>
                    <a:lnTo>
                      <a:pt x="307975" y="0"/>
                    </a:lnTo>
                    <a:lnTo>
                      <a:pt x="262473" y="3340"/>
                    </a:lnTo>
                    <a:lnTo>
                      <a:pt x="219041" y="13042"/>
                    </a:lnTo>
                    <a:lnTo>
                      <a:pt x="178156" y="28629"/>
                    </a:lnTo>
                    <a:lnTo>
                      <a:pt x="140295" y="49625"/>
                    </a:lnTo>
                    <a:lnTo>
                      <a:pt x="105935" y="75553"/>
                    </a:lnTo>
                    <a:lnTo>
                      <a:pt x="75553" y="105935"/>
                    </a:lnTo>
                    <a:lnTo>
                      <a:pt x="49625" y="140295"/>
                    </a:lnTo>
                    <a:lnTo>
                      <a:pt x="28629" y="178156"/>
                    </a:lnTo>
                    <a:lnTo>
                      <a:pt x="13042" y="219041"/>
                    </a:lnTo>
                    <a:lnTo>
                      <a:pt x="3340" y="262473"/>
                    </a:lnTo>
                    <a:lnTo>
                      <a:pt x="0" y="307975"/>
                    </a:lnTo>
                    <a:lnTo>
                      <a:pt x="0" y="2207895"/>
                    </a:lnTo>
                    <a:lnTo>
                      <a:pt x="3340" y="2253392"/>
                    </a:lnTo>
                    <a:lnTo>
                      <a:pt x="13042" y="2296816"/>
                    </a:lnTo>
                    <a:lnTo>
                      <a:pt x="28629" y="2337691"/>
                    </a:lnTo>
                    <a:lnTo>
                      <a:pt x="49625" y="2375541"/>
                    </a:lnTo>
                    <a:lnTo>
                      <a:pt x="75553" y="2409890"/>
                    </a:lnTo>
                    <a:lnTo>
                      <a:pt x="105935" y="2440261"/>
                    </a:lnTo>
                    <a:lnTo>
                      <a:pt x="140295" y="2466178"/>
                    </a:lnTo>
                    <a:lnTo>
                      <a:pt x="178156" y="2487165"/>
                    </a:lnTo>
                    <a:lnTo>
                      <a:pt x="219041" y="2502745"/>
                    </a:lnTo>
                    <a:lnTo>
                      <a:pt x="262473" y="2512442"/>
                    </a:lnTo>
                    <a:lnTo>
                      <a:pt x="307975" y="2515781"/>
                    </a:lnTo>
                    <a:lnTo>
                      <a:pt x="1539493" y="2515781"/>
                    </a:lnTo>
                    <a:lnTo>
                      <a:pt x="1584993" y="2512442"/>
                    </a:lnTo>
                    <a:lnTo>
                      <a:pt x="1628416" y="2502745"/>
                    </a:lnTo>
                    <a:lnTo>
                      <a:pt x="1669289" y="2487165"/>
                    </a:lnTo>
                    <a:lnTo>
                      <a:pt x="1707135" y="2466178"/>
                    </a:lnTo>
                    <a:lnTo>
                      <a:pt x="1741478" y="2440261"/>
                    </a:lnTo>
                    <a:lnTo>
                      <a:pt x="1771843" y="2409890"/>
                    </a:lnTo>
                    <a:lnTo>
                      <a:pt x="1797754" y="2375541"/>
                    </a:lnTo>
                    <a:lnTo>
                      <a:pt x="1818735" y="2337691"/>
                    </a:lnTo>
                    <a:lnTo>
                      <a:pt x="1834310" y="2296816"/>
                    </a:lnTo>
                    <a:lnTo>
                      <a:pt x="1844004" y="2253392"/>
                    </a:lnTo>
                    <a:lnTo>
                      <a:pt x="1847341" y="2207895"/>
                    </a:lnTo>
                    <a:lnTo>
                      <a:pt x="1847341" y="307975"/>
                    </a:lnTo>
                    <a:lnTo>
                      <a:pt x="1844004" y="262473"/>
                    </a:lnTo>
                    <a:lnTo>
                      <a:pt x="1834310" y="219041"/>
                    </a:lnTo>
                    <a:lnTo>
                      <a:pt x="1818735" y="178156"/>
                    </a:lnTo>
                    <a:lnTo>
                      <a:pt x="1797754" y="140295"/>
                    </a:lnTo>
                    <a:lnTo>
                      <a:pt x="1771843" y="105935"/>
                    </a:lnTo>
                    <a:lnTo>
                      <a:pt x="1741478" y="75553"/>
                    </a:lnTo>
                    <a:lnTo>
                      <a:pt x="1707135" y="49625"/>
                    </a:lnTo>
                    <a:lnTo>
                      <a:pt x="1669289" y="28629"/>
                    </a:lnTo>
                    <a:lnTo>
                      <a:pt x="1628416" y="13042"/>
                    </a:lnTo>
                    <a:lnTo>
                      <a:pt x="1584993" y="3340"/>
                    </a:lnTo>
                    <a:lnTo>
                      <a:pt x="1539493" y="0"/>
                    </a:lnTo>
                    <a:close/>
                  </a:path>
                </a:pathLst>
              </a:custGeom>
              <a:solidFill>
                <a:srgbClr val="FFFFFF"/>
              </a:solidFill>
            </p:spPr>
            <p:txBody>
              <a:bodyPr wrap="square" lIns="0" tIns="0" rIns="0" bIns="0" rtlCol="0"/>
              <a:lstStyle/>
              <a:p>
                <a:endParaRPr/>
              </a:p>
            </p:txBody>
          </p:sp>
          <p:sp>
            <p:nvSpPr>
              <p:cNvPr id="32" name="object 86">
                <a:extLst>
                  <a:ext uri="{FF2B5EF4-FFF2-40B4-BE49-F238E27FC236}">
                    <a16:creationId xmlns:a16="http://schemas.microsoft.com/office/drawing/2014/main" id="{607ED818-548F-45CE-BEAA-7A20F0D91905}"/>
                  </a:ext>
                </a:extLst>
              </p:cNvPr>
              <p:cNvSpPr/>
              <p:nvPr/>
            </p:nvSpPr>
            <p:spPr>
              <a:xfrm>
                <a:off x="9441815" y="4180585"/>
                <a:ext cx="1847850" cy="2515870"/>
              </a:xfrm>
              <a:custGeom>
                <a:avLst/>
                <a:gdLst/>
                <a:ahLst/>
                <a:cxnLst/>
                <a:rect l="l" t="t" r="r" b="b"/>
                <a:pathLst>
                  <a:path w="1847850" h="2515870">
                    <a:moveTo>
                      <a:pt x="0" y="307975"/>
                    </a:moveTo>
                    <a:lnTo>
                      <a:pt x="3340" y="262473"/>
                    </a:lnTo>
                    <a:lnTo>
                      <a:pt x="13042" y="219041"/>
                    </a:lnTo>
                    <a:lnTo>
                      <a:pt x="28629" y="178156"/>
                    </a:lnTo>
                    <a:lnTo>
                      <a:pt x="49625" y="140295"/>
                    </a:lnTo>
                    <a:lnTo>
                      <a:pt x="75553" y="105935"/>
                    </a:lnTo>
                    <a:lnTo>
                      <a:pt x="105935" y="75553"/>
                    </a:lnTo>
                    <a:lnTo>
                      <a:pt x="140295" y="49625"/>
                    </a:lnTo>
                    <a:lnTo>
                      <a:pt x="178156" y="28629"/>
                    </a:lnTo>
                    <a:lnTo>
                      <a:pt x="219041" y="13042"/>
                    </a:lnTo>
                    <a:lnTo>
                      <a:pt x="262473" y="3340"/>
                    </a:lnTo>
                    <a:lnTo>
                      <a:pt x="307975" y="0"/>
                    </a:lnTo>
                    <a:lnTo>
                      <a:pt x="1539493" y="0"/>
                    </a:lnTo>
                    <a:lnTo>
                      <a:pt x="1584993" y="3340"/>
                    </a:lnTo>
                    <a:lnTo>
                      <a:pt x="1628416" y="13042"/>
                    </a:lnTo>
                    <a:lnTo>
                      <a:pt x="1669289" y="28629"/>
                    </a:lnTo>
                    <a:lnTo>
                      <a:pt x="1707135" y="49625"/>
                    </a:lnTo>
                    <a:lnTo>
                      <a:pt x="1741478" y="75553"/>
                    </a:lnTo>
                    <a:lnTo>
                      <a:pt x="1771843" y="105935"/>
                    </a:lnTo>
                    <a:lnTo>
                      <a:pt x="1797754" y="140295"/>
                    </a:lnTo>
                    <a:lnTo>
                      <a:pt x="1818735" y="178156"/>
                    </a:lnTo>
                    <a:lnTo>
                      <a:pt x="1834310" y="219041"/>
                    </a:lnTo>
                    <a:lnTo>
                      <a:pt x="1844004" y="262473"/>
                    </a:lnTo>
                    <a:lnTo>
                      <a:pt x="1847341" y="307975"/>
                    </a:lnTo>
                    <a:lnTo>
                      <a:pt x="1847341" y="2207895"/>
                    </a:lnTo>
                    <a:lnTo>
                      <a:pt x="1844004" y="2253392"/>
                    </a:lnTo>
                    <a:lnTo>
                      <a:pt x="1834310" y="2296816"/>
                    </a:lnTo>
                    <a:lnTo>
                      <a:pt x="1818735" y="2337691"/>
                    </a:lnTo>
                    <a:lnTo>
                      <a:pt x="1797754" y="2375541"/>
                    </a:lnTo>
                    <a:lnTo>
                      <a:pt x="1771843" y="2409890"/>
                    </a:lnTo>
                    <a:lnTo>
                      <a:pt x="1741478" y="2440261"/>
                    </a:lnTo>
                    <a:lnTo>
                      <a:pt x="1707135" y="2466178"/>
                    </a:lnTo>
                    <a:lnTo>
                      <a:pt x="1669289" y="2487165"/>
                    </a:lnTo>
                    <a:lnTo>
                      <a:pt x="1628416" y="2502745"/>
                    </a:lnTo>
                    <a:lnTo>
                      <a:pt x="1584993" y="2512442"/>
                    </a:lnTo>
                    <a:lnTo>
                      <a:pt x="1539493" y="2515781"/>
                    </a:lnTo>
                    <a:lnTo>
                      <a:pt x="307975" y="2515781"/>
                    </a:lnTo>
                    <a:lnTo>
                      <a:pt x="262473" y="2512442"/>
                    </a:lnTo>
                    <a:lnTo>
                      <a:pt x="219041" y="2502745"/>
                    </a:lnTo>
                    <a:lnTo>
                      <a:pt x="178156" y="2487165"/>
                    </a:lnTo>
                    <a:lnTo>
                      <a:pt x="140295" y="2466178"/>
                    </a:lnTo>
                    <a:lnTo>
                      <a:pt x="105935" y="2440261"/>
                    </a:lnTo>
                    <a:lnTo>
                      <a:pt x="75553" y="2409890"/>
                    </a:lnTo>
                    <a:lnTo>
                      <a:pt x="49625" y="2375541"/>
                    </a:lnTo>
                    <a:lnTo>
                      <a:pt x="28629" y="2337691"/>
                    </a:lnTo>
                    <a:lnTo>
                      <a:pt x="13042" y="2296816"/>
                    </a:lnTo>
                    <a:lnTo>
                      <a:pt x="3340" y="2253392"/>
                    </a:lnTo>
                    <a:lnTo>
                      <a:pt x="0" y="2207895"/>
                    </a:lnTo>
                    <a:lnTo>
                      <a:pt x="0" y="307975"/>
                    </a:lnTo>
                    <a:close/>
                  </a:path>
                </a:pathLst>
              </a:custGeom>
              <a:ln w="25400">
                <a:solidFill>
                  <a:srgbClr val="000000"/>
                </a:solidFill>
              </a:ln>
            </p:spPr>
            <p:txBody>
              <a:bodyPr wrap="square" lIns="0" tIns="0" rIns="0" bIns="0" rtlCol="0"/>
              <a:lstStyle/>
              <a:p>
                <a:endParaRPr/>
              </a:p>
            </p:txBody>
          </p:sp>
        </p:grpSp>
        <p:grpSp>
          <p:nvGrpSpPr>
            <p:cNvPr id="33" name="object 87">
              <a:extLst>
                <a:ext uri="{FF2B5EF4-FFF2-40B4-BE49-F238E27FC236}">
                  <a16:creationId xmlns:a16="http://schemas.microsoft.com/office/drawing/2014/main" id="{09D8DC1E-5D53-45F6-8080-84328532B8E1}"/>
                </a:ext>
              </a:extLst>
            </p:cNvPr>
            <p:cNvGrpSpPr/>
            <p:nvPr/>
          </p:nvGrpSpPr>
          <p:grpSpPr>
            <a:xfrm>
              <a:off x="2692908" y="4017047"/>
              <a:ext cx="1872614" cy="2541270"/>
              <a:chOff x="7288656" y="4167885"/>
              <a:chExt cx="1872614" cy="2541270"/>
            </a:xfrm>
          </p:grpSpPr>
          <p:sp>
            <p:nvSpPr>
              <p:cNvPr id="34" name="object 88">
                <a:extLst>
                  <a:ext uri="{FF2B5EF4-FFF2-40B4-BE49-F238E27FC236}">
                    <a16:creationId xmlns:a16="http://schemas.microsoft.com/office/drawing/2014/main" id="{FC1DD0A3-6EF7-43B2-9E8C-3A8205FD74A4}"/>
                  </a:ext>
                </a:extLst>
              </p:cNvPr>
              <p:cNvSpPr/>
              <p:nvPr/>
            </p:nvSpPr>
            <p:spPr>
              <a:xfrm>
                <a:off x="7301356" y="4180585"/>
                <a:ext cx="1847214" cy="2515870"/>
              </a:xfrm>
              <a:custGeom>
                <a:avLst/>
                <a:gdLst/>
                <a:ahLst/>
                <a:cxnLst/>
                <a:rect l="l" t="t" r="r" b="b"/>
                <a:pathLst>
                  <a:path w="1847215" h="2515870">
                    <a:moveTo>
                      <a:pt x="1539367" y="0"/>
                    </a:moveTo>
                    <a:lnTo>
                      <a:pt x="307848" y="0"/>
                    </a:lnTo>
                    <a:lnTo>
                      <a:pt x="262348" y="3340"/>
                    </a:lnTo>
                    <a:lnTo>
                      <a:pt x="218925" y="13042"/>
                    </a:lnTo>
                    <a:lnTo>
                      <a:pt x="178052" y="28629"/>
                    </a:lnTo>
                    <a:lnTo>
                      <a:pt x="140206" y="49625"/>
                    </a:lnTo>
                    <a:lnTo>
                      <a:pt x="105863" y="75553"/>
                    </a:lnTo>
                    <a:lnTo>
                      <a:pt x="75498" y="105935"/>
                    </a:lnTo>
                    <a:lnTo>
                      <a:pt x="49587" y="140295"/>
                    </a:lnTo>
                    <a:lnTo>
                      <a:pt x="28606" y="178156"/>
                    </a:lnTo>
                    <a:lnTo>
                      <a:pt x="13031" y="219041"/>
                    </a:lnTo>
                    <a:lnTo>
                      <a:pt x="3337" y="262473"/>
                    </a:lnTo>
                    <a:lnTo>
                      <a:pt x="0" y="307975"/>
                    </a:lnTo>
                    <a:lnTo>
                      <a:pt x="0" y="2207895"/>
                    </a:lnTo>
                    <a:lnTo>
                      <a:pt x="3337" y="2253392"/>
                    </a:lnTo>
                    <a:lnTo>
                      <a:pt x="13031" y="2296816"/>
                    </a:lnTo>
                    <a:lnTo>
                      <a:pt x="28606" y="2337691"/>
                    </a:lnTo>
                    <a:lnTo>
                      <a:pt x="49587" y="2375541"/>
                    </a:lnTo>
                    <a:lnTo>
                      <a:pt x="75498" y="2409890"/>
                    </a:lnTo>
                    <a:lnTo>
                      <a:pt x="105863" y="2440261"/>
                    </a:lnTo>
                    <a:lnTo>
                      <a:pt x="140206" y="2466178"/>
                    </a:lnTo>
                    <a:lnTo>
                      <a:pt x="178052" y="2487165"/>
                    </a:lnTo>
                    <a:lnTo>
                      <a:pt x="218925" y="2502745"/>
                    </a:lnTo>
                    <a:lnTo>
                      <a:pt x="262348" y="2512442"/>
                    </a:lnTo>
                    <a:lnTo>
                      <a:pt x="307848" y="2515781"/>
                    </a:lnTo>
                    <a:lnTo>
                      <a:pt x="1539367" y="2515781"/>
                    </a:lnTo>
                    <a:lnTo>
                      <a:pt x="1584866" y="2512442"/>
                    </a:lnTo>
                    <a:lnTo>
                      <a:pt x="1628289" y="2502745"/>
                    </a:lnTo>
                    <a:lnTo>
                      <a:pt x="1669162" y="2487165"/>
                    </a:lnTo>
                    <a:lnTo>
                      <a:pt x="1707008" y="2466178"/>
                    </a:lnTo>
                    <a:lnTo>
                      <a:pt x="1741351" y="2440261"/>
                    </a:lnTo>
                    <a:lnTo>
                      <a:pt x="1771716" y="2409890"/>
                    </a:lnTo>
                    <a:lnTo>
                      <a:pt x="1797627" y="2375541"/>
                    </a:lnTo>
                    <a:lnTo>
                      <a:pt x="1818608" y="2337691"/>
                    </a:lnTo>
                    <a:lnTo>
                      <a:pt x="1834183" y="2296816"/>
                    </a:lnTo>
                    <a:lnTo>
                      <a:pt x="1843877" y="2253392"/>
                    </a:lnTo>
                    <a:lnTo>
                      <a:pt x="1847215" y="2207895"/>
                    </a:lnTo>
                    <a:lnTo>
                      <a:pt x="1847215" y="307975"/>
                    </a:lnTo>
                    <a:lnTo>
                      <a:pt x="1843877" y="262473"/>
                    </a:lnTo>
                    <a:lnTo>
                      <a:pt x="1834183" y="219041"/>
                    </a:lnTo>
                    <a:lnTo>
                      <a:pt x="1818608" y="178156"/>
                    </a:lnTo>
                    <a:lnTo>
                      <a:pt x="1797627" y="140295"/>
                    </a:lnTo>
                    <a:lnTo>
                      <a:pt x="1771716" y="105935"/>
                    </a:lnTo>
                    <a:lnTo>
                      <a:pt x="1741351" y="75553"/>
                    </a:lnTo>
                    <a:lnTo>
                      <a:pt x="1707008" y="49625"/>
                    </a:lnTo>
                    <a:lnTo>
                      <a:pt x="1669162" y="28629"/>
                    </a:lnTo>
                    <a:lnTo>
                      <a:pt x="1628289" y="13042"/>
                    </a:lnTo>
                    <a:lnTo>
                      <a:pt x="1584866" y="3340"/>
                    </a:lnTo>
                    <a:lnTo>
                      <a:pt x="1539367" y="0"/>
                    </a:lnTo>
                    <a:close/>
                  </a:path>
                </a:pathLst>
              </a:custGeom>
              <a:solidFill>
                <a:srgbClr val="FFFFFF"/>
              </a:solidFill>
            </p:spPr>
            <p:txBody>
              <a:bodyPr wrap="square" lIns="0" tIns="0" rIns="0" bIns="0" rtlCol="0"/>
              <a:lstStyle/>
              <a:p>
                <a:endParaRPr/>
              </a:p>
            </p:txBody>
          </p:sp>
          <p:sp>
            <p:nvSpPr>
              <p:cNvPr id="35" name="object 89">
                <a:extLst>
                  <a:ext uri="{FF2B5EF4-FFF2-40B4-BE49-F238E27FC236}">
                    <a16:creationId xmlns:a16="http://schemas.microsoft.com/office/drawing/2014/main" id="{F573BB0E-28D9-46E8-8B7F-F87F76242F77}"/>
                  </a:ext>
                </a:extLst>
              </p:cNvPr>
              <p:cNvSpPr/>
              <p:nvPr/>
            </p:nvSpPr>
            <p:spPr>
              <a:xfrm>
                <a:off x="7301356" y="4180585"/>
                <a:ext cx="1847214" cy="2515870"/>
              </a:xfrm>
              <a:custGeom>
                <a:avLst/>
                <a:gdLst/>
                <a:ahLst/>
                <a:cxnLst/>
                <a:rect l="l" t="t" r="r" b="b"/>
                <a:pathLst>
                  <a:path w="1847215" h="2515870">
                    <a:moveTo>
                      <a:pt x="0" y="307975"/>
                    </a:moveTo>
                    <a:lnTo>
                      <a:pt x="3337" y="262473"/>
                    </a:lnTo>
                    <a:lnTo>
                      <a:pt x="13031" y="219041"/>
                    </a:lnTo>
                    <a:lnTo>
                      <a:pt x="28606" y="178156"/>
                    </a:lnTo>
                    <a:lnTo>
                      <a:pt x="49587" y="140295"/>
                    </a:lnTo>
                    <a:lnTo>
                      <a:pt x="75498" y="105935"/>
                    </a:lnTo>
                    <a:lnTo>
                      <a:pt x="105863" y="75553"/>
                    </a:lnTo>
                    <a:lnTo>
                      <a:pt x="140206" y="49625"/>
                    </a:lnTo>
                    <a:lnTo>
                      <a:pt x="178052" y="28629"/>
                    </a:lnTo>
                    <a:lnTo>
                      <a:pt x="218925" y="13042"/>
                    </a:lnTo>
                    <a:lnTo>
                      <a:pt x="262348" y="3340"/>
                    </a:lnTo>
                    <a:lnTo>
                      <a:pt x="307848" y="0"/>
                    </a:lnTo>
                    <a:lnTo>
                      <a:pt x="1539367" y="0"/>
                    </a:lnTo>
                    <a:lnTo>
                      <a:pt x="1584866" y="3340"/>
                    </a:lnTo>
                    <a:lnTo>
                      <a:pt x="1628289" y="13042"/>
                    </a:lnTo>
                    <a:lnTo>
                      <a:pt x="1669162" y="28629"/>
                    </a:lnTo>
                    <a:lnTo>
                      <a:pt x="1707008" y="49625"/>
                    </a:lnTo>
                    <a:lnTo>
                      <a:pt x="1741351" y="75553"/>
                    </a:lnTo>
                    <a:lnTo>
                      <a:pt x="1771716" y="105935"/>
                    </a:lnTo>
                    <a:lnTo>
                      <a:pt x="1797627" y="140295"/>
                    </a:lnTo>
                    <a:lnTo>
                      <a:pt x="1818608" y="178156"/>
                    </a:lnTo>
                    <a:lnTo>
                      <a:pt x="1834183" y="219041"/>
                    </a:lnTo>
                    <a:lnTo>
                      <a:pt x="1843877" y="262473"/>
                    </a:lnTo>
                    <a:lnTo>
                      <a:pt x="1847215" y="307975"/>
                    </a:lnTo>
                    <a:lnTo>
                      <a:pt x="1847215" y="2207895"/>
                    </a:lnTo>
                    <a:lnTo>
                      <a:pt x="1843877" y="2253392"/>
                    </a:lnTo>
                    <a:lnTo>
                      <a:pt x="1834183" y="2296816"/>
                    </a:lnTo>
                    <a:lnTo>
                      <a:pt x="1818608" y="2337691"/>
                    </a:lnTo>
                    <a:lnTo>
                      <a:pt x="1797627" y="2375541"/>
                    </a:lnTo>
                    <a:lnTo>
                      <a:pt x="1771716" y="2409890"/>
                    </a:lnTo>
                    <a:lnTo>
                      <a:pt x="1741351" y="2440261"/>
                    </a:lnTo>
                    <a:lnTo>
                      <a:pt x="1707008" y="2466178"/>
                    </a:lnTo>
                    <a:lnTo>
                      <a:pt x="1669162" y="2487165"/>
                    </a:lnTo>
                    <a:lnTo>
                      <a:pt x="1628289" y="2502745"/>
                    </a:lnTo>
                    <a:lnTo>
                      <a:pt x="1584866" y="2512442"/>
                    </a:lnTo>
                    <a:lnTo>
                      <a:pt x="1539367" y="2515781"/>
                    </a:lnTo>
                    <a:lnTo>
                      <a:pt x="307848" y="2515781"/>
                    </a:lnTo>
                    <a:lnTo>
                      <a:pt x="262348" y="2512442"/>
                    </a:lnTo>
                    <a:lnTo>
                      <a:pt x="218925" y="2502745"/>
                    </a:lnTo>
                    <a:lnTo>
                      <a:pt x="178052" y="2487165"/>
                    </a:lnTo>
                    <a:lnTo>
                      <a:pt x="140206" y="2466178"/>
                    </a:lnTo>
                    <a:lnTo>
                      <a:pt x="105863" y="2440261"/>
                    </a:lnTo>
                    <a:lnTo>
                      <a:pt x="75498" y="2409890"/>
                    </a:lnTo>
                    <a:lnTo>
                      <a:pt x="49587" y="2375541"/>
                    </a:lnTo>
                    <a:lnTo>
                      <a:pt x="28606" y="2337691"/>
                    </a:lnTo>
                    <a:lnTo>
                      <a:pt x="13031" y="2296816"/>
                    </a:lnTo>
                    <a:lnTo>
                      <a:pt x="3337" y="2253392"/>
                    </a:lnTo>
                    <a:lnTo>
                      <a:pt x="0" y="2207895"/>
                    </a:lnTo>
                    <a:lnTo>
                      <a:pt x="0" y="307975"/>
                    </a:lnTo>
                    <a:close/>
                  </a:path>
                </a:pathLst>
              </a:custGeom>
              <a:ln w="25400">
                <a:solidFill>
                  <a:srgbClr val="000000"/>
                </a:solidFill>
              </a:ln>
            </p:spPr>
            <p:txBody>
              <a:bodyPr wrap="square" lIns="0" tIns="0" rIns="0" bIns="0" rtlCol="0"/>
              <a:lstStyle/>
              <a:p>
                <a:endParaRPr/>
              </a:p>
            </p:txBody>
          </p:sp>
        </p:grpSp>
        <p:grpSp>
          <p:nvGrpSpPr>
            <p:cNvPr id="36" name="object 90">
              <a:extLst>
                <a:ext uri="{FF2B5EF4-FFF2-40B4-BE49-F238E27FC236}">
                  <a16:creationId xmlns:a16="http://schemas.microsoft.com/office/drawing/2014/main" id="{E275B7AF-D754-4E07-ABC3-17657189AE5F}"/>
                </a:ext>
              </a:extLst>
            </p:cNvPr>
            <p:cNvGrpSpPr/>
            <p:nvPr/>
          </p:nvGrpSpPr>
          <p:grpSpPr>
            <a:xfrm>
              <a:off x="1019937" y="4164876"/>
              <a:ext cx="1144270" cy="247015"/>
              <a:chOff x="5615685" y="4315714"/>
              <a:chExt cx="1144270" cy="247015"/>
            </a:xfrm>
          </p:grpSpPr>
          <p:pic>
            <p:nvPicPr>
              <p:cNvPr id="37" name="object 91">
                <a:extLst>
                  <a:ext uri="{FF2B5EF4-FFF2-40B4-BE49-F238E27FC236}">
                    <a16:creationId xmlns:a16="http://schemas.microsoft.com/office/drawing/2014/main" id="{8D695CFB-701D-4EF3-8125-7315C9E04DB4}"/>
                  </a:ext>
                </a:extLst>
              </p:cNvPr>
              <p:cNvPicPr/>
              <p:nvPr/>
            </p:nvPicPr>
            <p:blipFill>
              <a:blip r:embed="rId6" cstate="print"/>
              <a:stretch>
                <a:fillRect/>
              </a:stretch>
            </p:blipFill>
            <p:spPr>
              <a:xfrm>
                <a:off x="5616193" y="4315714"/>
                <a:ext cx="1143380" cy="246887"/>
              </a:xfrm>
              <a:prstGeom prst="rect">
                <a:avLst/>
              </a:prstGeom>
            </p:spPr>
          </p:pic>
          <p:sp>
            <p:nvSpPr>
              <p:cNvPr id="38" name="object 92">
                <a:extLst>
                  <a:ext uri="{FF2B5EF4-FFF2-40B4-BE49-F238E27FC236}">
                    <a16:creationId xmlns:a16="http://schemas.microsoft.com/office/drawing/2014/main" id="{CA330FC9-5A83-4FD2-9507-7C3D01F0D3C2}"/>
                  </a:ext>
                </a:extLst>
              </p:cNvPr>
              <p:cNvSpPr/>
              <p:nvPr/>
            </p:nvSpPr>
            <p:spPr>
              <a:xfrm>
                <a:off x="5615685" y="4534027"/>
                <a:ext cx="914400" cy="12700"/>
              </a:xfrm>
              <a:custGeom>
                <a:avLst/>
                <a:gdLst/>
                <a:ahLst/>
                <a:cxnLst/>
                <a:rect l="l" t="t" r="r" b="b"/>
                <a:pathLst>
                  <a:path w="914400" h="12700">
                    <a:moveTo>
                      <a:pt x="914399" y="0"/>
                    </a:moveTo>
                    <a:lnTo>
                      <a:pt x="0" y="0"/>
                    </a:lnTo>
                    <a:lnTo>
                      <a:pt x="0" y="12192"/>
                    </a:lnTo>
                    <a:lnTo>
                      <a:pt x="914399" y="12192"/>
                    </a:lnTo>
                    <a:lnTo>
                      <a:pt x="914399" y="0"/>
                    </a:lnTo>
                    <a:close/>
                  </a:path>
                </a:pathLst>
              </a:custGeom>
              <a:solidFill>
                <a:srgbClr val="000000"/>
              </a:solidFill>
            </p:spPr>
            <p:txBody>
              <a:bodyPr wrap="square" lIns="0" tIns="0" rIns="0" bIns="0" rtlCol="0"/>
              <a:lstStyle/>
              <a:p>
                <a:endParaRPr/>
              </a:p>
            </p:txBody>
          </p:sp>
        </p:grpSp>
        <p:grpSp>
          <p:nvGrpSpPr>
            <p:cNvPr id="39" name="object 93">
              <a:extLst>
                <a:ext uri="{FF2B5EF4-FFF2-40B4-BE49-F238E27FC236}">
                  <a16:creationId xmlns:a16="http://schemas.microsoft.com/office/drawing/2014/main" id="{45BA9F2D-4F08-417E-B0F7-85D532BF8969}"/>
                </a:ext>
              </a:extLst>
            </p:cNvPr>
            <p:cNvGrpSpPr/>
            <p:nvPr/>
          </p:nvGrpSpPr>
          <p:grpSpPr>
            <a:xfrm>
              <a:off x="3248280" y="4164876"/>
              <a:ext cx="916305" cy="247015"/>
              <a:chOff x="7844028" y="4315714"/>
              <a:chExt cx="916305" cy="247015"/>
            </a:xfrm>
          </p:grpSpPr>
          <p:pic>
            <p:nvPicPr>
              <p:cNvPr id="40" name="object 94">
                <a:extLst>
                  <a:ext uri="{FF2B5EF4-FFF2-40B4-BE49-F238E27FC236}">
                    <a16:creationId xmlns:a16="http://schemas.microsoft.com/office/drawing/2014/main" id="{33BE52AA-7F20-4F7A-A479-CD5076F7A0E6}"/>
                  </a:ext>
                </a:extLst>
              </p:cNvPr>
              <p:cNvPicPr/>
              <p:nvPr/>
            </p:nvPicPr>
            <p:blipFill>
              <a:blip r:embed="rId7" cstate="print"/>
              <a:stretch>
                <a:fillRect/>
              </a:stretch>
            </p:blipFill>
            <p:spPr>
              <a:xfrm>
                <a:off x="7844917" y="4315714"/>
                <a:ext cx="914806" cy="246887"/>
              </a:xfrm>
              <a:prstGeom prst="rect">
                <a:avLst/>
              </a:prstGeom>
            </p:spPr>
          </p:pic>
          <p:sp>
            <p:nvSpPr>
              <p:cNvPr id="41" name="object 95">
                <a:extLst>
                  <a:ext uri="{FF2B5EF4-FFF2-40B4-BE49-F238E27FC236}">
                    <a16:creationId xmlns:a16="http://schemas.microsoft.com/office/drawing/2014/main" id="{77AB95AB-1224-4780-A631-97BEFB9A7012}"/>
                  </a:ext>
                </a:extLst>
              </p:cNvPr>
              <p:cNvSpPr/>
              <p:nvPr/>
            </p:nvSpPr>
            <p:spPr>
              <a:xfrm>
                <a:off x="7844028" y="4534027"/>
                <a:ext cx="685800" cy="12700"/>
              </a:xfrm>
              <a:custGeom>
                <a:avLst/>
                <a:gdLst/>
                <a:ahLst/>
                <a:cxnLst/>
                <a:rect l="l" t="t" r="r" b="b"/>
                <a:pathLst>
                  <a:path w="685800" h="12700">
                    <a:moveTo>
                      <a:pt x="685800" y="0"/>
                    </a:moveTo>
                    <a:lnTo>
                      <a:pt x="0" y="0"/>
                    </a:lnTo>
                    <a:lnTo>
                      <a:pt x="0" y="12192"/>
                    </a:lnTo>
                    <a:lnTo>
                      <a:pt x="685800" y="12192"/>
                    </a:lnTo>
                    <a:lnTo>
                      <a:pt x="685800" y="0"/>
                    </a:lnTo>
                    <a:close/>
                  </a:path>
                </a:pathLst>
              </a:custGeom>
              <a:solidFill>
                <a:srgbClr val="000000"/>
              </a:solidFill>
            </p:spPr>
            <p:txBody>
              <a:bodyPr wrap="square" lIns="0" tIns="0" rIns="0" bIns="0" rtlCol="0"/>
              <a:lstStyle/>
              <a:p>
                <a:endParaRPr/>
              </a:p>
            </p:txBody>
          </p:sp>
        </p:grpSp>
        <p:grpSp>
          <p:nvGrpSpPr>
            <p:cNvPr id="42" name="object 96">
              <a:extLst>
                <a:ext uri="{FF2B5EF4-FFF2-40B4-BE49-F238E27FC236}">
                  <a16:creationId xmlns:a16="http://schemas.microsoft.com/office/drawing/2014/main" id="{788D1629-B6AD-4677-BEB8-C5DDFDFE920E}"/>
                </a:ext>
              </a:extLst>
            </p:cNvPr>
            <p:cNvGrpSpPr/>
            <p:nvPr/>
          </p:nvGrpSpPr>
          <p:grpSpPr>
            <a:xfrm>
              <a:off x="5435220" y="4164876"/>
              <a:ext cx="915669" cy="247015"/>
              <a:chOff x="10030968" y="4315714"/>
              <a:chExt cx="915669" cy="247015"/>
            </a:xfrm>
          </p:grpSpPr>
          <p:pic>
            <p:nvPicPr>
              <p:cNvPr id="43" name="object 97">
                <a:extLst>
                  <a:ext uri="{FF2B5EF4-FFF2-40B4-BE49-F238E27FC236}">
                    <a16:creationId xmlns:a16="http://schemas.microsoft.com/office/drawing/2014/main" id="{F1807D65-300B-4676-BBFE-EA904D919236}"/>
                  </a:ext>
                </a:extLst>
              </p:cNvPr>
              <p:cNvPicPr/>
              <p:nvPr/>
            </p:nvPicPr>
            <p:blipFill>
              <a:blip r:embed="rId8" cstate="print"/>
              <a:stretch>
                <a:fillRect/>
              </a:stretch>
            </p:blipFill>
            <p:spPr>
              <a:xfrm>
                <a:off x="10032238" y="4315714"/>
                <a:ext cx="914400" cy="246887"/>
              </a:xfrm>
              <a:prstGeom prst="rect">
                <a:avLst/>
              </a:prstGeom>
            </p:spPr>
          </p:pic>
          <p:sp>
            <p:nvSpPr>
              <p:cNvPr id="44" name="object 98">
                <a:extLst>
                  <a:ext uri="{FF2B5EF4-FFF2-40B4-BE49-F238E27FC236}">
                    <a16:creationId xmlns:a16="http://schemas.microsoft.com/office/drawing/2014/main" id="{B8BF045D-4B68-469B-B7CA-F9D54FA87A61}"/>
                  </a:ext>
                </a:extLst>
              </p:cNvPr>
              <p:cNvSpPr/>
              <p:nvPr/>
            </p:nvSpPr>
            <p:spPr>
              <a:xfrm>
                <a:off x="10030968" y="4534027"/>
                <a:ext cx="685800" cy="12700"/>
              </a:xfrm>
              <a:custGeom>
                <a:avLst/>
                <a:gdLst/>
                <a:ahLst/>
                <a:cxnLst/>
                <a:rect l="l" t="t" r="r" b="b"/>
                <a:pathLst>
                  <a:path w="685800" h="12700">
                    <a:moveTo>
                      <a:pt x="685800" y="0"/>
                    </a:moveTo>
                    <a:lnTo>
                      <a:pt x="0" y="0"/>
                    </a:lnTo>
                    <a:lnTo>
                      <a:pt x="0" y="12192"/>
                    </a:lnTo>
                    <a:lnTo>
                      <a:pt x="685800" y="12192"/>
                    </a:lnTo>
                    <a:lnTo>
                      <a:pt x="685800" y="0"/>
                    </a:lnTo>
                    <a:close/>
                  </a:path>
                </a:pathLst>
              </a:custGeom>
              <a:solidFill>
                <a:srgbClr val="000000"/>
              </a:solidFill>
            </p:spPr>
            <p:txBody>
              <a:bodyPr wrap="square" lIns="0" tIns="0" rIns="0" bIns="0" rtlCol="0"/>
              <a:lstStyle/>
              <a:p>
                <a:endParaRPr/>
              </a:p>
            </p:txBody>
          </p:sp>
        </p:grpSp>
        <p:pic>
          <p:nvPicPr>
            <p:cNvPr id="45" name="object 104">
              <a:extLst>
                <a:ext uri="{FF2B5EF4-FFF2-40B4-BE49-F238E27FC236}">
                  <a16:creationId xmlns:a16="http://schemas.microsoft.com/office/drawing/2014/main" id="{6A401FB7-7863-41D2-A515-A1CF41FF24AE}"/>
                </a:ext>
              </a:extLst>
            </p:cNvPr>
            <p:cNvPicPr/>
            <p:nvPr/>
          </p:nvPicPr>
          <p:blipFill>
            <a:blip r:embed="rId9" cstate="print"/>
            <a:stretch>
              <a:fillRect/>
            </a:stretch>
          </p:blipFill>
          <p:spPr>
            <a:xfrm>
              <a:off x="755650" y="4440745"/>
              <a:ext cx="1516887" cy="846937"/>
            </a:xfrm>
            <a:prstGeom prst="rect">
              <a:avLst/>
            </a:prstGeom>
          </p:spPr>
        </p:pic>
        <p:pic>
          <p:nvPicPr>
            <p:cNvPr id="46" name="object 105">
              <a:extLst>
                <a:ext uri="{FF2B5EF4-FFF2-40B4-BE49-F238E27FC236}">
                  <a16:creationId xmlns:a16="http://schemas.microsoft.com/office/drawing/2014/main" id="{DA02139D-F5F8-4D18-91DB-FA7D2BAA5956}"/>
                </a:ext>
              </a:extLst>
            </p:cNvPr>
            <p:cNvPicPr/>
            <p:nvPr/>
          </p:nvPicPr>
          <p:blipFill>
            <a:blip r:embed="rId10" cstate="print"/>
            <a:stretch>
              <a:fillRect/>
            </a:stretch>
          </p:blipFill>
          <p:spPr>
            <a:xfrm>
              <a:off x="2901443" y="4440758"/>
              <a:ext cx="1490599" cy="915885"/>
            </a:xfrm>
            <a:prstGeom prst="rect">
              <a:avLst/>
            </a:prstGeom>
          </p:spPr>
        </p:pic>
        <p:pic>
          <p:nvPicPr>
            <p:cNvPr id="47" name="object 106">
              <a:extLst>
                <a:ext uri="{FF2B5EF4-FFF2-40B4-BE49-F238E27FC236}">
                  <a16:creationId xmlns:a16="http://schemas.microsoft.com/office/drawing/2014/main" id="{9BDB1FB0-10AD-40B0-A069-8EE918187CC7}"/>
                </a:ext>
              </a:extLst>
            </p:cNvPr>
            <p:cNvPicPr/>
            <p:nvPr/>
          </p:nvPicPr>
          <p:blipFill>
            <a:blip r:embed="rId11" cstate="print"/>
            <a:stretch>
              <a:fillRect/>
            </a:stretch>
          </p:blipFill>
          <p:spPr>
            <a:xfrm>
              <a:off x="5050536" y="4466069"/>
              <a:ext cx="1570863" cy="838377"/>
            </a:xfrm>
            <a:prstGeom prst="rect">
              <a:avLst/>
            </a:prstGeom>
          </p:spPr>
        </p:pic>
        <p:grpSp>
          <p:nvGrpSpPr>
            <p:cNvPr id="48" name="object 119">
              <a:extLst>
                <a:ext uri="{FF2B5EF4-FFF2-40B4-BE49-F238E27FC236}">
                  <a16:creationId xmlns:a16="http://schemas.microsoft.com/office/drawing/2014/main" id="{7CEB9398-8D65-4437-B752-741F2334092E}"/>
                </a:ext>
              </a:extLst>
            </p:cNvPr>
            <p:cNvGrpSpPr/>
            <p:nvPr/>
          </p:nvGrpSpPr>
          <p:grpSpPr>
            <a:xfrm>
              <a:off x="936625" y="5511736"/>
              <a:ext cx="1216660" cy="708025"/>
              <a:chOff x="5532373" y="5662574"/>
              <a:chExt cx="1216660" cy="708025"/>
            </a:xfrm>
          </p:grpSpPr>
          <p:pic>
            <p:nvPicPr>
              <p:cNvPr id="49" name="object 120">
                <a:extLst>
                  <a:ext uri="{FF2B5EF4-FFF2-40B4-BE49-F238E27FC236}">
                    <a16:creationId xmlns:a16="http://schemas.microsoft.com/office/drawing/2014/main" id="{330D1A49-96B8-40A3-9314-801123E9016D}"/>
                  </a:ext>
                </a:extLst>
              </p:cNvPr>
              <p:cNvPicPr/>
              <p:nvPr/>
            </p:nvPicPr>
            <p:blipFill>
              <a:blip r:embed="rId12" cstate="print"/>
              <a:stretch>
                <a:fillRect/>
              </a:stretch>
            </p:blipFill>
            <p:spPr>
              <a:xfrm>
                <a:off x="5532373" y="5662574"/>
                <a:ext cx="1216152" cy="219456"/>
              </a:xfrm>
              <a:prstGeom prst="rect">
                <a:avLst/>
              </a:prstGeom>
            </p:spPr>
          </p:pic>
          <p:pic>
            <p:nvPicPr>
              <p:cNvPr id="50" name="object 121">
                <a:extLst>
                  <a:ext uri="{FF2B5EF4-FFF2-40B4-BE49-F238E27FC236}">
                    <a16:creationId xmlns:a16="http://schemas.microsoft.com/office/drawing/2014/main" id="{0AD9807D-D699-4D3F-9101-8F5DCFC99ECA}"/>
                  </a:ext>
                </a:extLst>
              </p:cNvPr>
              <p:cNvPicPr/>
              <p:nvPr/>
            </p:nvPicPr>
            <p:blipFill>
              <a:blip r:embed="rId13" cstate="print"/>
              <a:stretch>
                <a:fillRect/>
              </a:stretch>
            </p:blipFill>
            <p:spPr>
              <a:xfrm>
                <a:off x="5532373" y="5906414"/>
                <a:ext cx="1216152" cy="219455"/>
              </a:xfrm>
              <a:prstGeom prst="rect">
                <a:avLst/>
              </a:prstGeom>
            </p:spPr>
          </p:pic>
          <p:pic>
            <p:nvPicPr>
              <p:cNvPr id="51" name="object 122">
                <a:extLst>
                  <a:ext uri="{FF2B5EF4-FFF2-40B4-BE49-F238E27FC236}">
                    <a16:creationId xmlns:a16="http://schemas.microsoft.com/office/drawing/2014/main" id="{F3235BBE-1CC5-4057-BE89-7BB4A47FDF5F}"/>
                  </a:ext>
                </a:extLst>
              </p:cNvPr>
              <p:cNvPicPr/>
              <p:nvPr/>
            </p:nvPicPr>
            <p:blipFill>
              <a:blip r:embed="rId14" cstate="print"/>
              <a:stretch>
                <a:fillRect/>
              </a:stretch>
            </p:blipFill>
            <p:spPr>
              <a:xfrm>
                <a:off x="5532373" y="6150254"/>
                <a:ext cx="1013459" cy="219760"/>
              </a:xfrm>
              <a:prstGeom prst="rect">
                <a:avLst/>
              </a:prstGeom>
            </p:spPr>
          </p:pic>
        </p:grpSp>
        <p:grpSp>
          <p:nvGrpSpPr>
            <p:cNvPr id="52" name="object 123">
              <a:extLst>
                <a:ext uri="{FF2B5EF4-FFF2-40B4-BE49-F238E27FC236}">
                  <a16:creationId xmlns:a16="http://schemas.microsoft.com/office/drawing/2014/main" id="{6F4D38D1-36BE-45D9-95D0-EC8B2AA20AA7}"/>
                </a:ext>
              </a:extLst>
            </p:cNvPr>
            <p:cNvGrpSpPr/>
            <p:nvPr/>
          </p:nvGrpSpPr>
          <p:grpSpPr>
            <a:xfrm>
              <a:off x="2919984" y="5421820"/>
              <a:ext cx="1605280" cy="1063625"/>
              <a:chOff x="7515732" y="5572658"/>
              <a:chExt cx="1605280" cy="1063625"/>
            </a:xfrm>
          </p:grpSpPr>
          <p:pic>
            <p:nvPicPr>
              <p:cNvPr id="53" name="object 124">
                <a:extLst>
                  <a:ext uri="{FF2B5EF4-FFF2-40B4-BE49-F238E27FC236}">
                    <a16:creationId xmlns:a16="http://schemas.microsoft.com/office/drawing/2014/main" id="{B3CF68B2-0AB1-4093-821A-0305885E07FF}"/>
                  </a:ext>
                </a:extLst>
              </p:cNvPr>
              <p:cNvPicPr/>
              <p:nvPr/>
            </p:nvPicPr>
            <p:blipFill>
              <a:blip r:embed="rId15" cstate="print"/>
              <a:stretch>
                <a:fillRect/>
              </a:stretch>
            </p:blipFill>
            <p:spPr>
              <a:xfrm>
                <a:off x="7515732" y="5572658"/>
                <a:ext cx="1604772" cy="192024"/>
              </a:xfrm>
              <a:prstGeom prst="rect">
                <a:avLst/>
              </a:prstGeom>
            </p:spPr>
          </p:pic>
          <p:pic>
            <p:nvPicPr>
              <p:cNvPr id="54" name="object 125">
                <a:extLst>
                  <a:ext uri="{FF2B5EF4-FFF2-40B4-BE49-F238E27FC236}">
                    <a16:creationId xmlns:a16="http://schemas.microsoft.com/office/drawing/2014/main" id="{B9E4F3AC-19CA-4906-8606-ACCFFA9983E9}"/>
                  </a:ext>
                </a:extLst>
              </p:cNvPr>
              <p:cNvPicPr/>
              <p:nvPr/>
            </p:nvPicPr>
            <p:blipFill>
              <a:blip r:embed="rId16" cstate="print"/>
              <a:stretch>
                <a:fillRect/>
              </a:stretch>
            </p:blipFill>
            <p:spPr>
              <a:xfrm>
                <a:off x="7515732" y="5785713"/>
                <a:ext cx="1604772" cy="192328"/>
              </a:xfrm>
              <a:prstGeom prst="rect">
                <a:avLst/>
              </a:prstGeom>
            </p:spPr>
          </p:pic>
          <p:pic>
            <p:nvPicPr>
              <p:cNvPr id="55" name="object 126">
                <a:extLst>
                  <a:ext uri="{FF2B5EF4-FFF2-40B4-BE49-F238E27FC236}">
                    <a16:creationId xmlns:a16="http://schemas.microsoft.com/office/drawing/2014/main" id="{8F7C256E-5F61-46B5-B767-ADC72BFE2A61}"/>
                  </a:ext>
                </a:extLst>
              </p:cNvPr>
              <p:cNvPicPr/>
              <p:nvPr/>
            </p:nvPicPr>
            <p:blipFill>
              <a:blip r:embed="rId17" cstate="print"/>
              <a:stretch>
                <a:fillRect/>
              </a:stretch>
            </p:blipFill>
            <p:spPr>
              <a:xfrm>
                <a:off x="7515732" y="5999683"/>
                <a:ext cx="1426463" cy="192024"/>
              </a:xfrm>
              <a:prstGeom prst="rect">
                <a:avLst/>
              </a:prstGeom>
            </p:spPr>
          </p:pic>
          <p:pic>
            <p:nvPicPr>
              <p:cNvPr id="56" name="object 127">
                <a:extLst>
                  <a:ext uri="{FF2B5EF4-FFF2-40B4-BE49-F238E27FC236}">
                    <a16:creationId xmlns:a16="http://schemas.microsoft.com/office/drawing/2014/main" id="{0D42463F-515D-438A-A9CD-120313FA3196}"/>
                  </a:ext>
                </a:extLst>
              </p:cNvPr>
              <p:cNvPicPr/>
              <p:nvPr/>
            </p:nvPicPr>
            <p:blipFill>
              <a:blip r:embed="rId18" cstate="print"/>
              <a:stretch>
                <a:fillRect/>
              </a:stretch>
            </p:blipFill>
            <p:spPr>
              <a:xfrm>
                <a:off x="7540497" y="6230721"/>
                <a:ext cx="1426845" cy="192023"/>
              </a:xfrm>
              <a:prstGeom prst="rect">
                <a:avLst/>
              </a:prstGeom>
            </p:spPr>
          </p:pic>
          <p:pic>
            <p:nvPicPr>
              <p:cNvPr id="57" name="object 128">
                <a:extLst>
                  <a:ext uri="{FF2B5EF4-FFF2-40B4-BE49-F238E27FC236}">
                    <a16:creationId xmlns:a16="http://schemas.microsoft.com/office/drawing/2014/main" id="{1D92B189-FBDF-4D7B-B64D-2489EEE43DCE}"/>
                  </a:ext>
                </a:extLst>
              </p:cNvPr>
              <p:cNvPicPr/>
              <p:nvPr/>
            </p:nvPicPr>
            <p:blipFill>
              <a:blip r:embed="rId19" cstate="print"/>
              <a:stretch>
                <a:fillRect/>
              </a:stretch>
            </p:blipFill>
            <p:spPr>
              <a:xfrm>
                <a:off x="7540497" y="6444081"/>
                <a:ext cx="1248155" cy="192023"/>
              </a:xfrm>
              <a:prstGeom prst="rect">
                <a:avLst/>
              </a:prstGeom>
            </p:spPr>
          </p:pic>
        </p:grpSp>
        <p:grpSp>
          <p:nvGrpSpPr>
            <p:cNvPr id="58" name="object 129">
              <a:extLst>
                <a:ext uri="{FF2B5EF4-FFF2-40B4-BE49-F238E27FC236}">
                  <a16:creationId xmlns:a16="http://schemas.microsoft.com/office/drawing/2014/main" id="{DE37465C-52AD-4C05-8BB8-6D0A05BB1BE1}"/>
                </a:ext>
              </a:extLst>
            </p:cNvPr>
            <p:cNvGrpSpPr/>
            <p:nvPr/>
          </p:nvGrpSpPr>
          <p:grpSpPr>
            <a:xfrm>
              <a:off x="5175505" y="5450166"/>
              <a:ext cx="1426845" cy="832485"/>
              <a:chOff x="9771253" y="5601004"/>
              <a:chExt cx="1426845" cy="832485"/>
            </a:xfrm>
          </p:grpSpPr>
          <p:pic>
            <p:nvPicPr>
              <p:cNvPr id="59" name="object 130">
                <a:extLst>
                  <a:ext uri="{FF2B5EF4-FFF2-40B4-BE49-F238E27FC236}">
                    <a16:creationId xmlns:a16="http://schemas.microsoft.com/office/drawing/2014/main" id="{B6518820-5AEA-474D-AB73-A4D5968B4695}"/>
                  </a:ext>
                </a:extLst>
              </p:cNvPr>
              <p:cNvPicPr/>
              <p:nvPr/>
            </p:nvPicPr>
            <p:blipFill>
              <a:blip r:embed="rId20" cstate="print"/>
              <a:stretch>
                <a:fillRect/>
              </a:stretch>
            </p:blipFill>
            <p:spPr>
              <a:xfrm>
                <a:off x="9771253" y="5601004"/>
                <a:ext cx="1426464" cy="192024"/>
              </a:xfrm>
              <a:prstGeom prst="rect">
                <a:avLst/>
              </a:prstGeom>
            </p:spPr>
          </p:pic>
          <p:pic>
            <p:nvPicPr>
              <p:cNvPr id="60" name="object 131">
                <a:extLst>
                  <a:ext uri="{FF2B5EF4-FFF2-40B4-BE49-F238E27FC236}">
                    <a16:creationId xmlns:a16="http://schemas.microsoft.com/office/drawing/2014/main" id="{1462CA26-9AE8-41C4-8C28-520C0504A72F}"/>
                  </a:ext>
                </a:extLst>
              </p:cNvPr>
              <p:cNvPicPr/>
              <p:nvPr/>
            </p:nvPicPr>
            <p:blipFill>
              <a:blip r:embed="rId21" cstate="print"/>
              <a:stretch>
                <a:fillRect/>
              </a:stretch>
            </p:blipFill>
            <p:spPr>
              <a:xfrm>
                <a:off x="9771253" y="5814364"/>
                <a:ext cx="1426464" cy="192024"/>
              </a:xfrm>
              <a:prstGeom prst="rect">
                <a:avLst/>
              </a:prstGeom>
            </p:spPr>
          </p:pic>
          <p:pic>
            <p:nvPicPr>
              <p:cNvPr id="61" name="object 132">
                <a:extLst>
                  <a:ext uri="{FF2B5EF4-FFF2-40B4-BE49-F238E27FC236}">
                    <a16:creationId xmlns:a16="http://schemas.microsoft.com/office/drawing/2014/main" id="{CB023A1B-C1FE-4AA5-A540-607181688CC2}"/>
                  </a:ext>
                </a:extLst>
              </p:cNvPr>
              <p:cNvPicPr/>
              <p:nvPr/>
            </p:nvPicPr>
            <p:blipFill>
              <a:blip r:embed="rId22" cstate="print"/>
              <a:stretch>
                <a:fillRect/>
              </a:stretch>
            </p:blipFill>
            <p:spPr>
              <a:xfrm>
                <a:off x="9771253" y="6027724"/>
                <a:ext cx="1426464" cy="192024"/>
              </a:xfrm>
              <a:prstGeom prst="rect">
                <a:avLst/>
              </a:prstGeom>
            </p:spPr>
          </p:pic>
          <p:pic>
            <p:nvPicPr>
              <p:cNvPr id="62" name="object 133">
                <a:extLst>
                  <a:ext uri="{FF2B5EF4-FFF2-40B4-BE49-F238E27FC236}">
                    <a16:creationId xmlns:a16="http://schemas.microsoft.com/office/drawing/2014/main" id="{12BF7A93-7640-421E-8984-EAF62937BFD4}"/>
                  </a:ext>
                </a:extLst>
              </p:cNvPr>
              <p:cNvPicPr/>
              <p:nvPr/>
            </p:nvPicPr>
            <p:blipFill>
              <a:blip r:embed="rId23" cstate="print"/>
              <a:stretch>
                <a:fillRect/>
              </a:stretch>
            </p:blipFill>
            <p:spPr>
              <a:xfrm>
                <a:off x="9771253" y="6240779"/>
                <a:ext cx="1248155" cy="192328"/>
              </a:xfrm>
              <a:prstGeom prst="rect">
                <a:avLst/>
              </a:prstGeom>
            </p:spPr>
          </p:pic>
        </p:grpSp>
      </p:grpSp>
      <p:grpSp>
        <p:nvGrpSpPr>
          <p:cNvPr id="64" name="グループ化 63">
            <a:extLst>
              <a:ext uri="{FF2B5EF4-FFF2-40B4-BE49-F238E27FC236}">
                <a16:creationId xmlns:a16="http://schemas.microsoft.com/office/drawing/2014/main" id="{B9764AA0-BAF6-46CF-B192-0784E5BAED9F}"/>
              </a:ext>
            </a:extLst>
          </p:cNvPr>
          <p:cNvGrpSpPr/>
          <p:nvPr/>
        </p:nvGrpSpPr>
        <p:grpSpPr>
          <a:xfrm>
            <a:off x="347768" y="1139309"/>
            <a:ext cx="9223812" cy="1984780"/>
            <a:chOff x="369455" y="692784"/>
            <a:chExt cx="11139170" cy="2466340"/>
          </a:xfrm>
        </p:grpSpPr>
        <p:sp>
          <p:nvSpPr>
            <p:cNvPr id="65" name="object 7">
              <a:extLst>
                <a:ext uri="{FF2B5EF4-FFF2-40B4-BE49-F238E27FC236}">
                  <a16:creationId xmlns:a16="http://schemas.microsoft.com/office/drawing/2014/main" id="{17125C0E-FB7D-4B13-8548-5EB95CAAB3CB}"/>
                </a:ext>
              </a:extLst>
            </p:cNvPr>
            <p:cNvSpPr/>
            <p:nvPr/>
          </p:nvSpPr>
          <p:spPr>
            <a:xfrm>
              <a:off x="369455" y="692784"/>
              <a:ext cx="11139170" cy="2466340"/>
            </a:xfrm>
            <a:custGeom>
              <a:avLst/>
              <a:gdLst/>
              <a:ahLst/>
              <a:cxnLst/>
              <a:rect l="l" t="t" r="r" b="b"/>
              <a:pathLst>
                <a:path w="11139170" h="2466340">
                  <a:moveTo>
                    <a:pt x="10728058" y="0"/>
                  </a:moveTo>
                  <a:lnTo>
                    <a:pt x="411022" y="0"/>
                  </a:lnTo>
                  <a:lnTo>
                    <a:pt x="363089" y="2765"/>
                  </a:lnTo>
                  <a:lnTo>
                    <a:pt x="316779" y="10855"/>
                  </a:lnTo>
                  <a:lnTo>
                    <a:pt x="272402" y="23961"/>
                  </a:lnTo>
                  <a:lnTo>
                    <a:pt x="230266" y="41775"/>
                  </a:lnTo>
                  <a:lnTo>
                    <a:pt x="190679" y="63989"/>
                  </a:lnTo>
                  <a:lnTo>
                    <a:pt x="153949" y="90293"/>
                  </a:lnTo>
                  <a:lnTo>
                    <a:pt x="120386" y="120380"/>
                  </a:lnTo>
                  <a:lnTo>
                    <a:pt x="90297" y="153940"/>
                  </a:lnTo>
                  <a:lnTo>
                    <a:pt x="63991" y="190665"/>
                  </a:lnTo>
                  <a:lnTo>
                    <a:pt x="41777" y="230247"/>
                  </a:lnTo>
                  <a:lnTo>
                    <a:pt x="23962" y="272377"/>
                  </a:lnTo>
                  <a:lnTo>
                    <a:pt x="10855" y="316747"/>
                  </a:lnTo>
                  <a:lnTo>
                    <a:pt x="2765" y="363048"/>
                  </a:lnTo>
                  <a:lnTo>
                    <a:pt x="0" y="410972"/>
                  </a:lnTo>
                  <a:lnTo>
                    <a:pt x="0" y="2054987"/>
                  </a:lnTo>
                  <a:lnTo>
                    <a:pt x="2765" y="2102935"/>
                  </a:lnTo>
                  <a:lnTo>
                    <a:pt x="10855" y="2149258"/>
                  </a:lnTo>
                  <a:lnTo>
                    <a:pt x="23962" y="2193646"/>
                  </a:lnTo>
                  <a:lnTo>
                    <a:pt x="41777" y="2235792"/>
                  </a:lnTo>
                  <a:lnTo>
                    <a:pt x="63991" y="2275386"/>
                  </a:lnTo>
                  <a:lnTo>
                    <a:pt x="90297" y="2312122"/>
                  </a:lnTo>
                  <a:lnTo>
                    <a:pt x="120386" y="2345690"/>
                  </a:lnTo>
                  <a:lnTo>
                    <a:pt x="153949" y="2375782"/>
                  </a:lnTo>
                  <a:lnTo>
                    <a:pt x="190679" y="2402090"/>
                  </a:lnTo>
                  <a:lnTo>
                    <a:pt x="230266" y="2424307"/>
                  </a:lnTo>
                  <a:lnTo>
                    <a:pt x="272402" y="2442122"/>
                  </a:lnTo>
                  <a:lnTo>
                    <a:pt x="316779" y="2455230"/>
                  </a:lnTo>
                  <a:lnTo>
                    <a:pt x="363089" y="2463320"/>
                  </a:lnTo>
                  <a:lnTo>
                    <a:pt x="411022" y="2466086"/>
                  </a:lnTo>
                  <a:lnTo>
                    <a:pt x="10728058" y="2466086"/>
                  </a:lnTo>
                  <a:lnTo>
                    <a:pt x="10775981" y="2463320"/>
                  </a:lnTo>
                  <a:lnTo>
                    <a:pt x="10822282" y="2455230"/>
                  </a:lnTo>
                  <a:lnTo>
                    <a:pt x="10866652" y="2442122"/>
                  </a:lnTo>
                  <a:lnTo>
                    <a:pt x="10908782" y="2424307"/>
                  </a:lnTo>
                  <a:lnTo>
                    <a:pt x="10948364" y="2402090"/>
                  </a:lnTo>
                  <a:lnTo>
                    <a:pt x="10985090" y="2375782"/>
                  </a:lnTo>
                  <a:lnTo>
                    <a:pt x="11018650" y="2345690"/>
                  </a:lnTo>
                  <a:lnTo>
                    <a:pt x="11048736" y="2312122"/>
                  </a:lnTo>
                  <a:lnTo>
                    <a:pt x="11075040" y="2275386"/>
                  </a:lnTo>
                  <a:lnTo>
                    <a:pt x="11097254" y="2235792"/>
                  </a:lnTo>
                  <a:lnTo>
                    <a:pt x="11115068" y="2193646"/>
                  </a:lnTo>
                  <a:lnTo>
                    <a:pt x="11128174" y="2149258"/>
                  </a:lnTo>
                  <a:lnTo>
                    <a:pt x="11136265" y="2102935"/>
                  </a:lnTo>
                  <a:lnTo>
                    <a:pt x="11139030" y="2054987"/>
                  </a:lnTo>
                  <a:lnTo>
                    <a:pt x="11139030" y="410972"/>
                  </a:lnTo>
                  <a:lnTo>
                    <a:pt x="11136265" y="363048"/>
                  </a:lnTo>
                  <a:lnTo>
                    <a:pt x="11128174" y="316747"/>
                  </a:lnTo>
                  <a:lnTo>
                    <a:pt x="11115068" y="272377"/>
                  </a:lnTo>
                  <a:lnTo>
                    <a:pt x="11097254" y="230247"/>
                  </a:lnTo>
                  <a:lnTo>
                    <a:pt x="11075040" y="190665"/>
                  </a:lnTo>
                  <a:lnTo>
                    <a:pt x="11048736" y="153940"/>
                  </a:lnTo>
                  <a:lnTo>
                    <a:pt x="11018650" y="120380"/>
                  </a:lnTo>
                  <a:lnTo>
                    <a:pt x="10985090" y="90293"/>
                  </a:lnTo>
                  <a:lnTo>
                    <a:pt x="10948364" y="63989"/>
                  </a:lnTo>
                  <a:lnTo>
                    <a:pt x="10908782" y="41775"/>
                  </a:lnTo>
                  <a:lnTo>
                    <a:pt x="10866652" y="23961"/>
                  </a:lnTo>
                  <a:lnTo>
                    <a:pt x="10822282" y="10855"/>
                  </a:lnTo>
                  <a:lnTo>
                    <a:pt x="10775981" y="2765"/>
                  </a:lnTo>
                  <a:lnTo>
                    <a:pt x="10728058" y="0"/>
                  </a:lnTo>
                  <a:close/>
                </a:path>
              </a:pathLst>
            </a:custGeom>
            <a:solidFill>
              <a:srgbClr val="FFFFFF"/>
            </a:solidFill>
          </p:spPr>
          <p:txBody>
            <a:bodyPr wrap="square" lIns="0" tIns="0" rIns="0" bIns="0" rtlCol="0"/>
            <a:lstStyle/>
            <a:p>
              <a:endParaRPr dirty="0"/>
            </a:p>
          </p:txBody>
        </p:sp>
        <p:pic>
          <p:nvPicPr>
            <p:cNvPr id="66" name="object 13">
              <a:extLst>
                <a:ext uri="{FF2B5EF4-FFF2-40B4-BE49-F238E27FC236}">
                  <a16:creationId xmlns:a16="http://schemas.microsoft.com/office/drawing/2014/main" id="{A486D8C4-A7DD-4EFF-A9A5-34C95A8FD696}"/>
                </a:ext>
              </a:extLst>
            </p:cNvPr>
            <p:cNvPicPr/>
            <p:nvPr/>
          </p:nvPicPr>
          <p:blipFill>
            <a:blip r:embed="rId24" cstate="print"/>
            <a:stretch>
              <a:fillRect/>
            </a:stretch>
          </p:blipFill>
          <p:spPr>
            <a:xfrm>
              <a:off x="862888" y="790066"/>
              <a:ext cx="1600200" cy="246887"/>
            </a:xfrm>
            <a:prstGeom prst="rect">
              <a:avLst/>
            </a:prstGeom>
          </p:spPr>
        </p:pic>
        <p:grpSp>
          <p:nvGrpSpPr>
            <p:cNvPr id="67" name="object 33">
              <a:extLst>
                <a:ext uri="{FF2B5EF4-FFF2-40B4-BE49-F238E27FC236}">
                  <a16:creationId xmlns:a16="http://schemas.microsoft.com/office/drawing/2014/main" id="{3193C675-B750-4503-8CAD-787565A58063}"/>
                </a:ext>
              </a:extLst>
            </p:cNvPr>
            <p:cNvGrpSpPr/>
            <p:nvPr/>
          </p:nvGrpSpPr>
          <p:grpSpPr>
            <a:xfrm>
              <a:off x="2716148" y="1558671"/>
              <a:ext cx="685800" cy="921385"/>
              <a:chOff x="2716148" y="1558671"/>
              <a:chExt cx="685800" cy="921385"/>
            </a:xfrm>
          </p:grpSpPr>
          <p:sp>
            <p:nvSpPr>
              <p:cNvPr id="117" name="object 34">
                <a:extLst>
                  <a:ext uri="{FF2B5EF4-FFF2-40B4-BE49-F238E27FC236}">
                    <a16:creationId xmlns:a16="http://schemas.microsoft.com/office/drawing/2014/main" id="{097405E2-999A-4EF7-A443-E548EB39652D}"/>
                  </a:ext>
                </a:extLst>
              </p:cNvPr>
              <p:cNvSpPr/>
              <p:nvPr/>
            </p:nvSpPr>
            <p:spPr>
              <a:xfrm>
                <a:off x="2728848" y="1571371"/>
                <a:ext cx="660400" cy="895985"/>
              </a:xfrm>
              <a:custGeom>
                <a:avLst/>
                <a:gdLst/>
                <a:ahLst/>
                <a:cxnLst/>
                <a:rect l="l" t="t" r="r" b="b"/>
                <a:pathLst>
                  <a:path w="660400" h="895985">
                    <a:moveTo>
                      <a:pt x="330200" y="0"/>
                    </a:moveTo>
                    <a:lnTo>
                      <a:pt x="330200" y="223900"/>
                    </a:lnTo>
                    <a:lnTo>
                      <a:pt x="0" y="223900"/>
                    </a:lnTo>
                    <a:lnTo>
                      <a:pt x="0" y="671956"/>
                    </a:lnTo>
                    <a:lnTo>
                      <a:pt x="330200" y="671956"/>
                    </a:lnTo>
                    <a:lnTo>
                      <a:pt x="330200" y="895857"/>
                    </a:lnTo>
                    <a:lnTo>
                      <a:pt x="660400" y="447928"/>
                    </a:lnTo>
                    <a:lnTo>
                      <a:pt x="330200" y="0"/>
                    </a:lnTo>
                    <a:close/>
                  </a:path>
                </a:pathLst>
              </a:custGeom>
              <a:solidFill>
                <a:srgbClr val="000000"/>
              </a:solidFill>
            </p:spPr>
            <p:txBody>
              <a:bodyPr wrap="square" lIns="0" tIns="0" rIns="0" bIns="0" rtlCol="0"/>
              <a:lstStyle/>
              <a:p>
                <a:endParaRPr/>
              </a:p>
            </p:txBody>
          </p:sp>
          <p:sp>
            <p:nvSpPr>
              <p:cNvPr id="118" name="object 35">
                <a:extLst>
                  <a:ext uri="{FF2B5EF4-FFF2-40B4-BE49-F238E27FC236}">
                    <a16:creationId xmlns:a16="http://schemas.microsoft.com/office/drawing/2014/main" id="{285113AD-B4DC-4112-A738-73622881A321}"/>
                  </a:ext>
                </a:extLst>
              </p:cNvPr>
              <p:cNvSpPr/>
              <p:nvPr/>
            </p:nvSpPr>
            <p:spPr>
              <a:xfrm>
                <a:off x="2728848" y="1571371"/>
                <a:ext cx="660400" cy="895985"/>
              </a:xfrm>
              <a:custGeom>
                <a:avLst/>
                <a:gdLst/>
                <a:ahLst/>
                <a:cxnLst/>
                <a:rect l="l" t="t" r="r" b="b"/>
                <a:pathLst>
                  <a:path w="660400" h="895985">
                    <a:moveTo>
                      <a:pt x="0" y="223900"/>
                    </a:moveTo>
                    <a:lnTo>
                      <a:pt x="330200" y="223900"/>
                    </a:lnTo>
                    <a:lnTo>
                      <a:pt x="330200" y="0"/>
                    </a:lnTo>
                    <a:lnTo>
                      <a:pt x="660400" y="447928"/>
                    </a:lnTo>
                    <a:lnTo>
                      <a:pt x="330200" y="895857"/>
                    </a:lnTo>
                    <a:lnTo>
                      <a:pt x="330200" y="671956"/>
                    </a:lnTo>
                    <a:lnTo>
                      <a:pt x="0" y="671956"/>
                    </a:lnTo>
                    <a:lnTo>
                      <a:pt x="0" y="223900"/>
                    </a:lnTo>
                    <a:close/>
                  </a:path>
                </a:pathLst>
              </a:custGeom>
              <a:ln w="25400">
                <a:solidFill>
                  <a:srgbClr val="000000"/>
                </a:solidFill>
              </a:ln>
            </p:spPr>
            <p:txBody>
              <a:bodyPr wrap="square" lIns="0" tIns="0" rIns="0" bIns="0" rtlCol="0"/>
              <a:lstStyle/>
              <a:p>
                <a:endParaRPr/>
              </a:p>
            </p:txBody>
          </p:sp>
        </p:grpSp>
        <p:grpSp>
          <p:nvGrpSpPr>
            <p:cNvPr id="68" name="object 36">
              <a:extLst>
                <a:ext uri="{FF2B5EF4-FFF2-40B4-BE49-F238E27FC236}">
                  <a16:creationId xmlns:a16="http://schemas.microsoft.com/office/drawing/2014/main" id="{10CD6464-BBE6-4086-B698-2D585EB8417B}"/>
                </a:ext>
              </a:extLst>
            </p:cNvPr>
            <p:cNvGrpSpPr/>
            <p:nvPr/>
          </p:nvGrpSpPr>
          <p:grpSpPr>
            <a:xfrm>
              <a:off x="8530843" y="1558671"/>
              <a:ext cx="685800" cy="921385"/>
              <a:chOff x="8530843" y="1558671"/>
              <a:chExt cx="685800" cy="921385"/>
            </a:xfrm>
          </p:grpSpPr>
          <p:sp>
            <p:nvSpPr>
              <p:cNvPr id="115" name="object 37">
                <a:extLst>
                  <a:ext uri="{FF2B5EF4-FFF2-40B4-BE49-F238E27FC236}">
                    <a16:creationId xmlns:a16="http://schemas.microsoft.com/office/drawing/2014/main" id="{F08765A6-6E07-42B7-AABA-6D4FE3B6A836}"/>
                  </a:ext>
                </a:extLst>
              </p:cNvPr>
              <p:cNvSpPr/>
              <p:nvPr/>
            </p:nvSpPr>
            <p:spPr>
              <a:xfrm>
                <a:off x="8543543" y="1571371"/>
                <a:ext cx="660400" cy="895985"/>
              </a:xfrm>
              <a:custGeom>
                <a:avLst/>
                <a:gdLst/>
                <a:ahLst/>
                <a:cxnLst/>
                <a:rect l="l" t="t" r="r" b="b"/>
                <a:pathLst>
                  <a:path w="660400" h="895985">
                    <a:moveTo>
                      <a:pt x="330200" y="0"/>
                    </a:moveTo>
                    <a:lnTo>
                      <a:pt x="330200" y="223900"/>
                    </a:lnTo>
                    <a:lnTo>
                      <a:pt x="0" y="223900"/>
                    </a:lnTo>
                    <a:lnTo>
                      <a:pt x="0" y="671956"/>
                    </a:lnTo>
                    <a:lnTo>
                      <a:pt x="330200" y="671956"/>
                    </a:lnTo>
                    <a:lnTo>
                      <a:pt x="330200" y="895857"/>
                    </a:lnTo>
                    <a:lnTo>
                      <a:pt x="660400" y="447928"/>
                    </a:lnTo>
                    <a:lnTo>
                      <a:pt x="330200" y="0"/>
                    </a:lnTo>
                    <a:close/>
                  </a:path>
                </a:pathLst>
              </a:custGeom>
              <a:solidFill>
                <a:srgbClr val="000000"/>
              </a:solidFill>
            </p:spPr>
            <p:txBody>
              <a:bodyPr wrap="square" lIns="0" tIns="0" rIns="0" bIns="0" rtlCol="0"/>
              <a:lstStyle/>
              <a:p>
                <a:endParaRPr/>
              </a:p>
            </p:txBody>
          </p:sp>
          <p:sp>
            <p:nvSpPr>
              <p:cNvPr id="116" name="object 38">
                <a:extLst>
                  <a:ext uri="{FF2B5EF4-FFF2-40B4-BE49-F238E27FC236}">
                    <a16:creationId xmlns:a16="http://schemas.microsoft.com/office/drawing/2014/main" id="{F1F9E556-09E9-4ACC-9D35-A6F54A3BDC85}"/>
                  </a:ext>
                </a:extLst>
              </p:cNvPr>
              <p:cNvSpPr/>
              <p:nvPr/>
            </p:nvSpPr>
            <p:spPr>
              <a:xfrm>
                <a:off x="8543543" y="1571371"/>
                <a:ext cx="660400" cy="895985"/>
              </a:xfrm>
              <a:custGeom>
                <a:avLst/>
                <a:gdLst/>
                <a:ahLst/>
                <a:cxnLst/>
                <a:rect l="l" t="t" r="r" b="b"/>
                <a:pathLst>
                  <a:path w="660400" h="895985">
                    <a:moveTo>
                      <a:pt x="0" y="223900"/>
                    </a:moveTo>
                    <a:lnTo>
                      <a:pt x="330200" y="223900"/>
                    </a:lnTo>
                    <a:lnTo>
                      <a:pt x="330200" y="0"/>
                    </a:lnTo>
                    <a:lnTo>
                      <a:pt x="660400" y="447928"/>
                    </a:lnTo>
                    <a:lnTo>
                      <a:pt x="330200" y="895857"/>
                    </a:lnTo>
                    <a:lnTo>
                      <a:pt x="330200" y="671956"/>
                    </a:lnTo>
                    <a:lnTo>
                      <a:pt x="0" y="671956"/>
                    </a:lnTo>
                    <a:lnTo>
                      <a:pt x="0" y="223900"/>
                    </a:lnTo>
                    <a:close/>
                  </a:path>
                </a:pathLst>
              </a:custGeom>
              <a:ln w="25400">
                <a:solidFill>
                  <a:srgbClr val="000000"/>
                </a:solidFill>
              </a:ln>
            </p:spPr>
            <p:txBody>
              <a:bodyPr wrap="square" lIns="0" tIns="0" rIns="0" bIns="0" rtlCol="0"/>
              <a:lstStyle/>
              <a:p>
                <a:endParaRPr/>
              </a:p>
            </p:txBody>
          </p:sp>
        </p:grpSp>
        <p:grpSp>
          <p:nvGrpSpPr>
            <p:cNvPr id="69" name="object 39">
              <a:extLst>
                <a:ext uri="{FF2B5EF4-FFF2-40B4-BE49-F238E27FC236}">
                  <a16:creationId xmlns:a16="http://schemas.microsoft.com/office/drawing/2014/main" id="{52A0DADB-6194-4EF6-8CE8-1A53AE611BE0}"/>
                </a:ext>
              </a:extLst>
            </p:cNvPr>
            <p:cNvGrpSpPr/>
            <p:nvPr/>
          </p:nvGrpSpPr>
          <p:grpSpPr>
            <a:xfrm>
              <a:off x="5753100" y="1558671"/>
              <a:ext cx="685800" cy="921385"/>
              <a:chOff x="5753100" y="1558671"/>
              <a:chExt cx="685800" cy="921385"/>
            </a:xfrm>
          </p:grpSpPr>
          <p:sp>
            <p:nvSpPr>
              <p:cNvPr id="113" name="object 40">
                <a:extLst>
                  <a:ext uri="{FF2B5EF4-FFF2-40B4-BE49-F238E27FC236}">
                    <a16:creationId xmlns:a16="http://schemas.microsoft.com/office/drawing/2014/main" id="{E1BD7655-8BED-4CFD-B3D9-F30A3B0C611E}"/>
                  </a:ext>
                </a:extLst>
              </p:cNvPr>
              <p:cNvSpPr/>
              <p:nvPr/>
            </p:nvSpPr>
            <p:spPr>
              <a:xfrm>
                <a:off x="5765800" y="1571371"/>
                <a:ext cx="660400" cy="895985"/>
              </a:xfrm>
              <a:custGeom>
                <a:avLst/>
                <a:gdLst/>
                <a:ahLst/>
                <a:cxnLst/>
                <a:rect l="l" t="t" r="r" b="b"/>
                <a:pathLst>
                  <a:path w="660400" h="895985">
                    <a:moveTo>
                      <a:pt x="330200" y="0"/>
                    </a:moveTo>
                    <a:lnTo>
                      <a:pt x="330200" y="223900"/>
                    </a:lnTo>
                    <a:lnTo>
                      <a:pt x="0" y="223900"/>
                    </a:lnTo>
                    <a:lnTo>
                      <a:pt x="0" y="671956"/>
                    </a:lnTo>
                    <a:lnTo>
                      <a:pt x="330200" y="671956"/>
                    </a:lnTo>
                    <a:lnTo>
                      <a:pt x="330200" y="895857"/>
                    </a:lnTo>
                    <a:lnTo>
                      <a:pt x="660400" y="447928"/>
                    </a:lnTo>
                    <a:lnTo>
                      <a:pt x="330200" y="0"/>
                    </a:lnTo>
                    <a:close/>
                  </a:path>
                </a:pathLst>
              </a:custGeom>
              <a:solidFill>
                <a:srgbClr val="000000"/>
              </a:solidFill>
            </p:spPr>
            <p:txBody>
              <a:bodyPr wrap="square" lIns="0" tIns="0" rIns="0" bIns="0" rtlCol="0"/>
              <a:lstStyle/>
              <a:p>
                <a:endParaRPr/>
              </a:p>
            </p:txBody>
          </p:sp>
          <p:sp>
            <p:nvSpPr>
              <p:cNvPr id="114" name="object 41">
                <a:extLst>
                  <a:ext uri="{FF2B5EF4-FFF2-40B4-BE49-F238E27FC236}">
                    <a16:creationId xmlns:a16="http://schemas.microsoft.com/office/drawing/2014/main" id="{19AC4645-35F3-4CCB-9EFA-61483B00E81B}"/>
                  </a:ext>
                </a:extLst>
              </p:cNvPr>
              <p:cNvSpPr/>
              <p:nvPr/>
            </p:nvSpPr>
            <p:spPr>
              <a:xfrm>
                <a:off x="5765800" y="1571371"/>
                <a:ext cx="660400" cy="895985"/>
              </a:xfrm>
              <a:custGeom>
                <a:avLst/>
                <a:gdLst/>
                <a:ahLst/>
                <a:cxnLst/>
                <a:rect l="l" t="t" r="r" b="b"/>
                <a:pathLst>
                  <a:path w="660400" h="895985">
                    <a:moveTo>
                      <a:pt x="0" y="223900"/>
                    </a:moveTo>
                    <a:lnTo>
                      <a:pt x="330200" y="223900"/>
                    </a:lnTo>
                    <a:lnTo>
                      <a:pt x="330200" y="0"/>
                    </a:lnTo>
                    <a:lnTo>
                      <a:pt x="660400" y="447928"/>
                    </a:lnTo>
                    <a:lnTo>
                      <a:pt x="330200" y="895857"/>
                    </a:lnTo>
                    <a:lnTo>
                      <a:pt x="330200" y="671956"/>
                    </a:lnTo>
                    <a:lnTo>
                      <a:pt x="0" y="671956"/>
                    </a:lnTo>
                    <a:lnTo>
                      <a:pt x="0" y="223900"/>
                    </a:lnTo>
                    <a:close/>
                  </a:path>
                </a:pathLst>
              </a:custGeom>
              <a:ln w="25400">
                <a:solidFill>
                  <a:srgbClr val="000000"/>
                </a:solidFill>
              </a:ln>
            </p:spPr>
            <p:txBody>
              <a:bodyPr wrap="square" lIns="0" tIns="0" rIns="0" bIns="0" rtlCol="0"/>
              <a:lstStyle/>
              <a:p>
                <a:endParaRPr/>
              </a:p>
            </p:txBody>
          </p:sp>
        </p:grpSp>
        <p:grpSp>
          <p:nvGrpSpPr>
            <p:cNvPr id="70" name="object 42">
              <a:extLst>
                <a:ext uri="{FF2B5EF4-FFF2-40B4-BE49-F238E27FC236}">
                  <a16:creationId xmlns:a16="http://schemas.microsoft.com/office/drawing/2014/main" id="{F8587CF5-D5EC-49DA-8CCA-F29C878202EF}"/>
                </a:ext>
              </a:extLst>
            </p:cNvPr>
            <p:cNvGrpSpPr/>
            <p:nvPr/>
          </p:nvGrpSpPr>
          <p:grpSpPr>
            <a:xfrm>
              <a:off x="3160014" y="1127378"/>
              <a:ext cx="572770" cy="424815"/>
              <a:chOff x="3160014" y="1127378"/>
              <a:chExt cx="572770" cy="424815"/>
            </a:xfrm>
          </p:grpSpPr>
          <p:sp>
            <p:nvSpPr>
              <p:cNvPr id="110" name="object 43">
                <a:extLst>
                  <a:ext uri="{FF2B5EF4-FFF2-40B4-BE49-F238E27FC236}">
                    <a16:creationId xmlns:a16="http://schemas.microsoft.com/office/drawing/2014/main" id="{3C2FBFF3-93FC-495D-88FC-210C454B658F}"/>
                  </a:ext>
                </a:extLst>
              </p:cNvPr>
              <p:cNvSpPr/>
              <p:nvPr/>
            </p:nvSpPr>
            <p:spPr>
              <a:xfrm>
                <a:off x="3172714" y="1140078"/>
                <a:ext cx="433705" cy="399415"/>
              </a:xfrm>
              <a:custGeom>
                <a:avLst/>
                <a:gdLst/>
                <a:ahLst/>
                <a:cxnLst/>
                <a:rect l="l" t="t" r="r" b="b"/>
                <a:pathLst>
                  <a:path w="433704" h="399415">
                    <a:moveTo>
                      <a:pt x="216535" y="0"/>
                    </a:moveTo>
                    <a:lnTo>
                      <a:pt x="166871" y="5266"/>
                    </a:lnTo>
                    <a:lnTo>
                      <a:pt x="121288" y="20271"/>
                    </a:lnTo>
                    <a:lnTo>
                      <a:pt x="81084" y="43817"/>
                    </a:lnTo>
                    <a:lnTo>
                      <a:pt x="47556" y="74710"/>
                    </a:lnTo>
                    <a:lnTo>
                      <a:pt x="22000" y="111754"/>
                    </a:lnTo>
                    <a:lnTo>
                      <a:pt x="5716" y="153755"/>
                    </a:lnTo>
                    <a:lnTo>
                      <a:pt x="0" y="199517"/>
                    </a:lnTo>
                    <a:lnTo>
                      <a:pt x="5716" y="245238"/>
                    </a:lnTo>
                    <a:lnTo>
                      <a:pt x="22000" y="287224"/>
                    </a:lnTo>
                    <a:lnTo>
                      <a:pt x="47556" y="324270"/>
                    </a:lnTo>
                    <a:lnTo>
                      <a:pt x="81084" y="355176"/>
                    </a:lnTo>
                    <a:lnTo>
                      <a:pt x="121288" y="378740"/>
                    </a:lnTo>
                    <a:lnTo>
                      <a:pt x="166871" y="393760"/>
                    </a:lnTo>
                    <a:lnTo>
                      <a:pt x="216535" y="399034"/>
                    </a:lnTo>
                    <a:lnTo>
                      <a:pt x="266205" y="393760"/>
                    </a:lnTo>
                    <a:lnTo>
                      <a:pt x="311806" y="378740"/>
                    </a:lnTo>
                    <a:lnTo>
                      <a:pt x="352035" y="355176"/>
                    </a:lnTo>
                    <a:lnTo>
                      <a:pt x="385590" y="324270"/>
                    </a:lnTo>
                    <a:lnTo>
                      <a:pt x="411170" y="287224"/>
                    </a:lnTo>
                    <a:lnTo>
                      <a:pt x="427473" y="245238"/>
                    </a:lnTo>
                    <a:lnTo>
                      <a:pt x="433197" y="199517"/>
                    </a:lnTo>
                    <a:lnTo>
                      <a:pt x="427473" y="153755"/>
                    </a:lnTo>
                    <a:lnTo>
                      <a:pt x="411170" y="111754"/>
                    </a:lnTo>
                    <a:lnTo>
                      <a:pt x="385590" y="74710"/>
                    </a:lnTo>
                    <a:lnTo>
                      <a:pt x="352035" y="43817"/>
                    </a:lnTo>
                    <a:lnTo>
                      <a:pt x="311806" y="20271"/>
                    </a:lnTo>
                    <a:lnTo>
                      <a:pt x="266205" y="5266"/>
                    </a:lnTo>
                    <a:lnTo>
                      <a:pt x="216535" y="0"/>
                    </a:lnTo>
                    <a:close/>
                  </a:path>
                </a:pathLst>
              </a:custGeom>
              <a:solidFill>
                <a:srgbClr val="000000"/>
              </a:solidFill>
            </p:spPr>
            <p:txBody>
              <a:bodyPr wrap="square" lIns="0" tIns="0" rIns="0" bIns="0" rtlCol="0"/>
              <a:lstStyle/>
              <a:p>
                <a:endParaRPr/>
              </a:p>
            </p:txBody>
          </p:sp>
          <p:sp>
            <p:nvSpPr>
              <p:cNvPr id="111" name="object 44">
                <a:extLst>
                  <a:ext uri="{FF2B5EF4-FFF2-40B4-BE49-F238E27FC236}">
                    <a16:creationId xmlns:a16="http://schemas.microsoft.com/office/drawing/2014/main" id="{CB875863-44E7-4C32-82AC-3324B66ECEF9}"/>
                  </a:ext>
                </a:extLst>
              </p:cNvPr>
              <p:cNvSpPr/>
              <p:nvPr/>
            </p:nvSpPr>
            <p:spPr>
              <a:xfrm>
                <a:off x="3172714" y="1140078"/>
                <a:ext cx="433705" cy="399415"/>
              </a:xfrm>
              <a:custGeom>
                <a:avLst/>
                <a:gdLst/>
                <a:ahLst/>
                <a:cxnLst/>
                <a:rect l="l" t="t" r="r" b="b"/>
                <a:pathLst>
                  <a:path w="433704" h="399415">
                    <a:moveTo>
                      <a:pt x="0" y="199517"/>
                    </a:moveTo>
                    <a:lnTo>
                      <a:pt x="5716" y="153755"/>
                    </a:lnTo>
                    <a:lnTo>
                      <a:pt x="22000" y="111754"/>
                    </a:lnTo>
                    <a:lnTo>
                      <a:pt x="47556" y="74710"/>
                    </a:lnTo>
                    <a:lnTo>
                      <a:pt x="81084" y="43817"/>
                    </a:lnTo>
                    <a:lnTo>
                      <a:pt x="121288" y="20271"/>
                    </a:lnTo>
                    <a:lnTo>
                      <a:pt x="166871" y="5266"/>
                    </a:lnTo>
                    <a:lnTo>
                      <a:pt x="216535" y="0"/>
                    </a:lnTo>
                    <a:lnTo>
                      <a:pt x="266205" y="5266"/>
                    </a:lnTo>
                    <a:lnTo>
                      <a:pt x="311806" y="20271"/>
                    </a:lnTo>
                    <a:lnTo>
                      <a:pt x="352035" y="43817"/>
                    </a:lnTo>
                    <a:lnTo>
                      <a:pt x="385590" y="74710"/>
                    </a:lnTo>
                    <a:lnTo>
                      <a:pt x="411170" y="111754"/>
                    </a:lnTo>
                    <a:lnTo>
                      <a:pt x="427473" y="153755"/>
                    </a:lnTo>
                    <a:lnTo>
                      <a:pt x="433197" y="199517"/>
                    </a:lnTo>
                    <a:lnTo>
                      <a:pt x="427473" y="245238"/>
                    </a:lnTo>
                    <a:lnTo>
                      <a:pt x="411170" y="287224"/>
                    </a:lnTo>
                    <a:lnTo>
                      <a:pt x="385590" y="324270"/>
                    </a:lnTo>
                    <a:lnTo>
                      <a:pt x="352035" y="355176"/>
                    </a:lnTo>
                    <a:lnTo>
                      <a:pt x="311806" y="378740"/>
                    </a:lnTo>
                    <a:lnTo>
                      <a:pt x="266205" y="393760"/>
                    </a:lnTo>
                    <a:lnTo>
                      <a:pt x="216535" y="399034"/>
                    </a:lnTo>
                    <a:lnTo>
                      <a:pt x="166871" y="393760"/>
                    </a:lnTo>
                    <a:lnTo>
                      <a:pt x="121288" y="378740"/>
                    </a:lnTo>
                    <a:lnTo>
                      <a:pt x="81084" y="355176"/>
                    </a:lnTo>
                    <a:lnTo>
                      <a:pt x="47556" y="324270"/>
                    </a:lnTo>
                    <a:lnTo>
                      <a:pt x="22000" y="287224"/>
                    </a:lnTo>
                    <a:lnTo>
                      <a:pt x="5716" y="245238"/>
                    </a:lnTo>
                    <a:lnTo>
                      <a:pt x="0" y="199517"/>
                    </a:lnTo>
                    <a:close/>
                  </a:path>
                </a:pathLst>
              </a:custGeom>
              <a:ln w="25400">
                <a:solidFill>
                  <a:srgbClr val="000000"/>
                </a:solidFill>
              </a:ln>
            </p:spPr>
            <p:txBody>
              <a:bodyPr wrap="square" lIns="0" tIns="0" rIns="0" bIns="0" rtlCol="0"/>
              <a:lstStyle/>
              <a:p>
                <a:endParaRPr/>
              </a:p>
            </p:txBody>
          </p:sp>
          <p:pic>
            <p:nvPicPr>
              <p:cNvPr id="112" name="object 45">
                <a:extLst>
                  <a:ext uri="{FF2B5EF4-FFF2-40B4-BE49-F238E27FC236}">
                    <a16:creationId xmlns:a16="http://schemas.microsoft.com/office/drawing/2014/main" id="{AF8BA419-7E3A-4249-B8BB-7CFB7A251F24}"/>
                  </a:ext>
                </a:extLst>
              </p:cNvPr>
              <p:cNvPicPr/>
              <p:nvPr/>
            </p:nvPicPr>
            <p:blipFill>
              <a:blip r:embed="rId25" cstate="print"/>
              <a:stretch>
                <a:fillRect/>
              </a:stretch>
            </p:blipFill>
            <p:spPr>
              <a:xfrm>
                <a:off x="3275330" y="1224025"/>
                <a:ext cx="457200" cy="246887"/>
              </a:xfrm>
              <a:prstGeom prst="rect">
                <a:avLst/>
              </a:prstGeom>
            </p:spPr>
          </p:pic>
        </p:grpSp>
        <p:grpSp>
          <p:nvGrpSpPr>
            <p:cNvPr id="71" name="object 46">
              <a:extLst>
                <a:ext uri="{FF2B5EF4-FFF2-40B4-BE49-F238E27FC236}">
                  <a16:creationId xmlns:a16="http://schemas.microsoft.com/office/drawing/2014/main" id="{F418E89E-9FAA-4E5B-991E-6D1514E08481}"/>
                </a:ext>
              </a:extLst>
            </p:cNvPr>
            <p:cNvGrpSpPr/>
            <p:nvPr/>
          </p:nvGrpSpPr>
          <p:grpSpPr>
            <a:xfrm>
              <a:off x="8975217" y="1159636"/>
              <a:ext cx="573405" cy="424815"/>
              <a:chOff x="8975217" y="1159636"/>
              <a:chExt cx="573405" cy="424815"/>
            </a:xfrm>
          </p:grpSpPr>
          <p:sp>
            <p:nvSpPr>
              <p:cNvPr id="107" name="object 47">
                <a:extLst>
                  <a:ext uri="{FF2B5EF4-FFF2-40B4-BE49-F238E27FC236}">
                    <a16:creationId xmlns:a16="http://schemas.microsoft.com/office/drawing/2014/main" id="{95E69B2B-7F25-47A3-BB7C-9BA3E2C70B83}"/>
                  </a:ext>
                </a:extLst>
              </p:cNvPr>
              <p:cNvSpPr/>
              <p:nvPr/>
            </p:nvSpPr>
            <p:spPr>
              <a:xfrm>
                <a:off x="8987917" y="1172336"/>
                <a:ext cx="433705" cy="399415"/>
              </a:xfrm>
              <a:custGeom>
                <a:avLst/>
                <a:gdLst/>
                <a:ahLst/>
                <a:cxnLst/>
                <a:rect l="l" t="t" r="r" b="b"/>
                <a:pathLst>
                  <a:path w="433704" h="399415">
                    <a:moveTo>
                      <a:pt x="216534" y="0"/>
                    </a:moveTo>
                    <a:lnTo>
                      <a:pt x="166871" y="5266"/>
                    </a:lnTo>
                    <a:lnTo>
                      <a:pt x="121288" y="20271"/>
                    </a:lnTo>
                    <a:lnTo>
                      <a:pt x="81084" y="43817"/>
                    </a:lnTo>
                    <a:lnTo>
                      <a:pt x="47556" y="74710"/>
                    </a:lnTo>
                    <a:lnTo>
                      <a:pt x="22000" y="111754"/>
                    </a:lnTo>
                    <a:lnTo>
                      <a:pt x="5716" y="153755"/>
                    </a:lnTo>
                    <a:lnTo>
                      <a:pt x="0" y="199516"/>
                    </a:lnTo>
                    <a:lnTo>
                      <a:pt x="5716" y="245238"/>
                    </a:lnTo>
                    <a:lnTo>
                      <a:pt x="22000" y="287224"/>
                    </a:lnTo>
                    <a:lnTo>
                      <a:pt x="47556" y="324270"/>
                    </a:lnTo>
                    <a:lnTo>
                      <a:pt x="81084" y="355176"/>
                    </a:lnTo>
                    <a:lnTo>
                      <a:pt x="121288" y="378740"/>
                    </a:lnTo>
                    <a:lnTo>
                      <a:pt x="166871" y="393760"/>
                    </a:lnTo>
                    <a:lnTo>
                      <a:pt x="216534" y="399034"/>
                    </a:lnTo>
                    <a:lnTo>
                      <a:pt x="266205" y="393760"/>
                    </a:lnTo>
                    <a:lnTo>
                      <a:pt x="311806" y="378740"/>
                    </a:lnTo>
                    <a:lnTo>
                      <a:pt x="352035" y="355176"/>
                    </a:lnTo>
                    <a:lnTo>
                      <a:pt x="385590" y="324270"/>
                    </a:lnTo>
                    <a:lnTo>
                      <a:pt x="411170" y="287224"/>
                    </a:lnTo>
                    <a:lnTo>
                      <a:pt x="427473" y="245238"/>
                    </a:lnTo>
                    <a:lnTo>
                      <a:pt x="433197" y="199516"/>
                    </a:lnTo>
                    <a:lnTo>
                      <a:pt x="427473" y="153755"/>
                    </a:lnTo>
                    <a:lnTo>
                      <a:pt x="411170" y="111754"/>
                    </a:lnTo>
                    <a:lnTo>
                      <a:pt x="385590" y="74710"/>
                    </a:lnTo>
                    <a:lnTo>
                      <a:pt x="352035" y="43817"/>
                    </a:lnTo>
                    <a:lnTo>
                      <a:pt x="311806" y="20271"/>
                    </a:lnTo>
                    <a:lnTo>
                      <a:pt x="266205" y="5266"/>
                    </a:lnTo>
                    <a:lnTo>
                      <a:pt x="216534" y="0"/>
                    </a:lnTo>
                    <a:close/>
                  </a:path>
                </a:pathLst>
              </a:custGeom>
              <a:solidFill>
                <a:srgbClr val="000000"/>
              </a:solidFill>
            </p:spPr>
            <p:txBody>
              <a:bodyPr wrap="square" lIns="0" tIns="0" rIns="0" bIns="0" rtlCol="0"/>
              <a:lstStyle/>
              <a:p>
                <a:endParaRPr/>
              </a:p>
            </p:txBody>
          </p:sp>
          <p:sp>
            <p:nvSpPr>
              <p:cNvPr id="108" name="object 48">
                <a:extLst>
                  <a:ext uri="{FF2B5EF4-FFF2-40B4-BE49-F238E27FC236}">
                    <a16:creationId xmlns:a16="http://schemas.microsoft.com/office/drawing/2014/main" id="{9E5363FB-C9C9-4308-A4E9-13CF67138EF4}"/>
                  </a:ext>
                </a:extLst>
              </p:cNvPr>
              <p:cNvSpPr/>
              <p:nvPr/>
            </p:nvSpPr>
            <p:spPr>
              <a:xfrm>
                <a:off x="8987917" y="1172336"/>
                <a:ext cx="433705" cy="399415"/>
              </a:xfrm>
              <a:custGeom>
                <a:avLst/>
                <a:gdLst/>
                <a:ahLst/>
                <a:cxnLst/>
                <a:rect l="l" t="t" r="r" b="b"/>
                <a:pathLst>
                  <a:path w="433704" h="399415">
                    <a:moveTo>
                      <a:pt x="0" y="199516"/>
                    </a:moveTo>
                    <a:lnTo>
                      <a:pt x="5716" y="153755"/>
                    </a:lnTo>
                    <a:lnTo>
                      <a:pt x="22000" y="111754"/>
                    </a:lnTo>
                    <a:lnTo>
                      <a:pt x="47556" y="74710"/>
                    </a:lnTo>
                    <a:lnTo>
                      <a:pt x="81084" y="43817"/>
                    </a:lnTo>
                    <a:lnTo>
                      <a:pt x="121288" y="20271"/>
                    </a:lnTo>
                    <a:lnTo>
                      <a:pt x="166871" y="5266"/>
                    </a:lnTo>
                    <a:lnTo>
                      <a:pt x="216534" y="0"/>
                    </a:lnTo>
                    <a:lnTo>
                      <a:pt x="266205" y="5266"/>
                    </a:lnTo>
                    <a:lnTo>
                      <a:pt x="311806" y="20271"/>
                    </a:lnTo>
                    <a:lnTo>
                      <a:pt x="352035" y="43817"/>
                    </a:lnTo>
                    <a:lnTo>
                      <a:pt x="385590" y="74710"/>
                    </a:lnTo>
                    <a:lnTo>
                      <a:pt x="411170" y="111754"/>
                    </a:lnTo>
                    <a:lnTo>
                      <a:pt x="427473" y="153755"/>
                    </a:lnTo>
                    <a:lnTo>
                      <a:pt x="433197" y="199516"/>
                    </a:lnTo>
                    <a:lnTo>
                      <a:pt x="427473" y="245238"/>
                    </a:lnTo>
                    <a:lnTo>
                      <a:pt x="411170" y="287224"/>
                    </a:lnTo>
                    <a:lnTo>
                      <a:pt x="385590" y="324270"/>
                    </a:lnTo>
                    <a:lnTo>
                      <a:pt x="352035" y="355176"/>
                    </a:lnTo>
                    <a:lnTo>
                      <a:pt x="311806" y="378740"/>
                    </a:lnTo>
                    <a:lnTo>
                      <a:pt x="266205" y="393760"/>
                    </a:lnTo>
                    <a:lnTo>
                      <a:pt x="216534" y="399034"/>
                    </a:lnTo>
                    <a:lnTo>
                      <a:pt x="166871" y="393760"/>
                    </a:lnTo>
                    <a:lnTo>
                      <a:pt x="121288" y="378740"/>
                    </a:lnTo>
                    <a:lnTo>
                      <a:pt x="81084" y="355176"/>
                    </a:lnTo>
                    <a:lnTo>
                      <a:pt x="47556" y="324270"/>
                    </a:lnTo>
                    <a:lnTo>
                      <a:pt x="22000" y="287224"/>
                    </a:lnTo>
                    <a:lnTo>
                      <a:pt x="5716" y="245238"/>
                    </a:lnTo>
                    <a:lnTo>
                      <a:pt x="0" y="199516"/>
                    </a:lnTo>
                    <a:close/>
                  </a:path>
                </a:pathLst>
              </a:custGeom>
              <a:ln w="25400">
                <a:solidFill>
                  <a:srgbClr val="000000"/>
                </a:solidFill>
              </a:ln>
            </p:spPr>
            <p:txBody>
              <a:bodyPr wrap="square" lIns="0" tIns="0" rIns="0" bIns="0" rtlCol="0"/>
              <a:lstStyle/>
              <a:p>
                <a:endParaRPr/>
              </a:p>
            </p:txBody>
          </p:sp>
          <p:pic>
            <p:nvPicPr>
              <p:cNvPr id="109" name="object 49">
                <a:extLst>
                  <a:ext uri="{FF2B5EF4-FFF2-40B4-BE49-F238E27FC236}">
                    <a16:creationId xmlns:a16="http://schemas.microsoft.com/office/drawing/2014/main" id="{C0DD9A40-DBD7-46C5-A79B-732F16E8C9C0}"/>
                  </a:ext>
                </a:extLst>
              </p:cNvPr>
              <p:cNvPicPr/>
              <p:nvPr/>
            </p:nvPicPr>
            <p:blipFill>
              <a:blip r:embed="rId26" cstate="print"/>
              <a:stretch>
                <a:fillRect/>
              </a:stretch>
            </p:blipFill>
            <p:spPr>
              <a:xfrm>
                <a:off x="9091295" y="1256410"/>
                <a:ext cx="457200" cy="246887"/>
              </a:xfrm>
              <a:prstGeom prst="rect">
                <a:avLst/>
              </a:prstGeom>
            </p:spPr>
          </p:pic>
        </p:grpSp>
        <p:grpSp>
          <p:nvGrpSpPr>
            <p:cNvPr id="72" name="object 50">
              <a:extLst>
                <a:ext uri="{FF2B5EF4-FFF2-40B4-BE49-F238E27FC236}">
                  <a16:creationId xmlns:a16="http://schemas.microsoft.com/office/drawing/2014/main" id="{34AD20D3-25AC-4520-9AA6-2F1FE8CC5B1E}"/>
                </a:ext>
              </a:extLst>
            </p:cNvPr>
            <p:cNvGrpSpPr/>
            <p:nvPr/>
          </p:nvGrpSpPr>
          <p:grpSpPr>
            <a:xfrm>
              <a:off x="6171946" y="1159636"/>
              <a:ext cx="573405" cy="424815"/>
              <a:chOff x="6171946" y="1159636"/>
              <a:chExt cx="573405" cy="424815"/>
            </a:xfrm>
          </p:grpSpPr>
          <p:sp>
            <p:nvSpPr>
              <p:cNvPr id="104" name="object 51">
                <a:extLst>
                  <a:ext uri="{FF2B5EF4-FFF2-40B4-BE49-F238E27FC236}">
                    <a16:creationId xmlns:a16="http://schemas.microsoft.com/office/drawing/2014/main" id="{3025862A-98B6-4B3B-851E-7A57D03C3EB0}"/>
                  </a:ext>
                </a:extLst>
              </p:cNvPr>
              <p:cNvSpPr/>
              <p:nvPr/>
            </p:nvSpPr>
            <p:spPr>
              <a:xfrm>
                <a:off x="6184646" y="1172336"/>
                <a:ext cx="433705" cy="399415"/>
              </a:xfrm>
              <a:custGeom>
                <a:avLst/>
                <a:gdLst/>
                <a:ahLst/>
                <a:cxnLst/>
                <a:rect l="l" t="t" r="r" b="b"/>
                <a:pathLst>
                  <a:path w="433704" h="399415">
                    <a:moveTo>
                      <a:pt x="216534" y="0"/>
                    </a:moveTo>
                    <a:lnTo>
                      <a:pt x="166871" y="5266"/>
                    </a:lnTo>
                    <a:lnTo>
                      <a:pt x="121288" y="20271"/>
                    </a:lnTo>
                    <a:lnTo>
                      <a:pt x="81084" y="43817"/>
                    </a:lnTo>
                    <a:lnTo>
                      <a:pt x="47556" y="74710"/>
                    </a:lnTo>
                    <a:lnTo>
                      <a:pt x="22000" y="111754"/>
                    </a:lnTo>
                    <a:lnTo>
                      <a:pt x="5716" y="153755"/>
                    </a:lnTo>
                    <a:lnTo>
                      <a:pt x="0" y="199516"/>
                    </a:lnTo>
                    <a:lnTo>
                      <a:pt x="5716" y="245238"/>
                    </a:lnTo>
                    <a:lnTo>
                      <a:pt x="22000" y="287224"/>
                    </a:lnTo>
                    <a:lnTo>
                      <a:pt x="47556" y="324270"/>
                    </a:lnTo>
                    <a:lnTo>
                      <a:pt x="81084" y="355176"/>
                    </a:lnTo>
                    <a:lnTo>
                      <a:pt x="121288" y="378740"/>
                    </a:lnTo>
                    <a:lnTo>
                      <a:pt x="166871" y="393760"/>
                    </a:lnTo>
                    <a:lnTo>
                      <a:pt x="216534" y="399034"/>
                    </a:lnTo>
                    <a:lnTo>
                      <a:pt x="266205" y="393760"/>
                    </a:lnTo>
                    <a:lnTo>
                      <a:pt x="311806" y="378740"/>
                    </a:lnTo>
                    <a:lnTo>
                      <a:pt x="352035" y="355176"/>
                    </a:lnTo>
                    <a:lnTo>
                      <a:pt x="385590" y="324270"/>
                    </a:lnTo>
                    <a:lnTo>
                      <a:pt x="411170" y="287224"/>
                    </a:lnTo>
                    <a:lnTo>
                      <a:pt x="427473" y="245238"/>
                    </a:lnTo>
                    <a:lnTo>
                      <a:pt x="433197" y="199516"/>
                    </a:lnTo>
                    <a:lnTo>
                      <a:pt x="427473" y="153755"/>
                    </a:lnTo>
                    <a:lnTo>
                      <a:pt x="411170" y="111754"/>
                    </a:lnTo>
                    <a:lnTo>
                      <a:pt x="385590" y="74710"/>
                    </a:lnTo>
                    <a:lnTo>
                      <a:pt x="352035" y="43817"/>
                    </a:lnTo>
                    <a:lnTo>
                      <a:pt x="311806" y="20271"/>
                    </a:lnTo>
                    <a:lnTo>
                      <a:pt x="266205" y="5266"/>
                    </a:lnTo>
                    <a:lnTo>
                      <a:pt x="216534" y="0"/>
                    </a:lnTo>
                    <a:close/>
                  </a:path>
                </a:pathLst>
              </a:custGeom>
              <a:solidFill>
                <a:srgbClr val="000000"/>
              </a:solidFill>
            </p:spPr>
            <p:txBody>
              <a:bodyPr wrap="square" lIns="0" tIns="0" rIns="0" bIns="0" rtlCol="0"/>
              <a:lstStyle/>
              <a:p>
                <a:endParaRPr/>
              </a:p>
            </p:txBody>
          </p:sp>
          <p:sp>
            <p:nvSpPr>
              <p:cNvPr id="105" name="object 52">
                <a:extLst>
                  <a:ext uri="{FF2B5EF4-FFF2-40B4-BE49-F238E27FC236}">
                    <a16:creationId xmlns:a16="http://schemas.microsoft.com/office/drawing/2014/main" id="{04EA540C-1426-4D79-A641-3A732BACF120}"/>
                  </a:ext>
                </a:extLst>
              </p:cNvPr>
              <p:cNvSpPr/>
              <p:nvPr/>
            </p:nvSpPr>
            <p:spPr>
              <a:xfrm>
                <a:off x="6184646" y="1172336"/>
                <a:ext cx="433705" cy="399415"/>
              </a:xfrm>
              <a:custGeom>
                <a:avLst/>
                <a:gdLst/>
                <a:ahLst/>
                <a:cxnLst/>
                <a:rect l="l" t="t" r="r" b="b"/>
                <a:pathLst>
                  <a:path w="433704" h="399415">
                    <a:moveTo>
                      <a:pt x="0" y="199516"/>
                    </a:moveTo>
                    <a:lnTo>
                      <a:pt x="5716" y="153755"/>
                    </a:lnTo>
                    <a:lnTo>
                      <a:pt x="22000" y="111754"/>
                    </a:lnTo>
                    <a:lnTo>
                      <a:pt x="47556" y="74710"/>
                    </a:lnTo>
                    <a:lnTo>
                      <a:pt x="81084" y="43817"/>
                    </a:lnTo>
                    <a:lnTo>
                      <a:pt x="121288" y="20271"/>
                    </a:lnTo>
                    <a:lnTo>
                      <a:pt x="166871" y="5266"/>
                    </a:lnTo>
                    <a:lnTo>
                      <a:pt x="216534" y="0"/>
                    </a:lnTo>
                    <a:lnTo>
                      <a:pt x="266205" y="5266"/>
                    </a:lnTo>
                    <a:lnTo>
                      <a:pt x="311806" y="20271"/>
                    </a:lnTo>
                    <a:lnTo>
                      <a:pt x="352035" y="43817"/>
                    </a:lnTo>
                    <a:lnTo>
                      <a:pt x="385590" y="74710"/>
                    </a:lnTo>
                    <a:lnTo>
                      <a:pt x="411170" y="111754"/>
                    </a:lnTo>
                    <a:lnTo>
                      <a:pt x="427473" y="153755"/>
                    </a:lnTo>
                    <a:lnTo>
                      <a:pt x="433197" y="199516"/>
                    </a:lnTo>
                    <a:lnTo>
                      <a:pt x="427473" y="245238"/>
                    </a:lnTo>
                    <a:lnTo>
                      <a:pt x="411170" y="287224"/>
                    </a:lnTo>
                    <a:lnTo>
                      <a:pt x="385590" y="324270"/>
                    </a:lnTo>
                    <a:lnTo>
                      <a:pt x="352035" y="355176"/>
                    </a:lnTo>
                    <a:lnTo>
                      <a:pt x="311806" y="378740"/>
                    </a:lnTo>
                    <a:lnTo>
                      <a:pt x="266205" y="393760"/>
                    </a:lnTo>
                    <a:lnTo>
                      <a:pt x="216534" y="399034"/>
                    </a:lnTo>
                    <a:lnTo>
                      <a:pt x="166871" y="393760"/>
                    </a:lnTo>
                    <a:lnTo>
                      <a:pt x="121288" y="378740"/>
                    </a:lnTo>
                    <a:lnTo>
                      <a:pt x="81084" y="355176"/>
                    </a:lnTo>
                    <a:lnTo>
                      <a:pt x="47556" y="324270"/>
                    </a:lnTo>
                    <a:lnTo>
                      <a:pt x="22000" y="287224"/>
                    </a:lnTo>
                    <a:lnTo>
                      <a:pt x="5716" y="245238"/>
                    </a:lnTo>
                    <a:lnTo>
                      <a:pt x="0" y="199516"/>
                    </a:lnTo>
                    <a:close/>
                  </a:path>
                </a:pathLst>
              </a:custGeom>
              <a:ln w="25400">
                <a:solidFill>
                  <a:srgbClr val="000000"/>
                </a:solidFill>
              </a:ln>
            </p:spPr>
            <p:txBody>
              <a:bodyPr wrap="square" lIns="0" tIns="0" rIns="0" bIns="0" rtlCol="0"/>
              <a:lstStyle/>
              <a:p>
                <a:endParaRPr/>
              </a:p>
            </p:txBody>
          </p:sp>
          <p:pic>
            <p:nvPicPr>
              <p:cNvPr id="106" name="object 53">
                <a:extLst>
                  <a:ext uri="{FF2B5EF4-FFF2-40B4-BE49-F238E27FC236}">
                    <a16:creationId xmlns:a16="http://schemas.microsoft.com/office/drawing/2014/main" id="{76A3F323-590C-4C3C-8F02-2A17342E87C1}"/>
                  </a:ext>
                </a:extLst>
              </p:cNvPr>
              <p:cNvPicPr/>
              <p:nvPr/>
            </p:nvPicPr>
            <p:blipFill>
              <a:blip r:embed="rId27" cstate="print"/>
              <a:stretch>
                <a:fillRect/>
              </a:stretch>
            </p:blipFill>
            <p:spPr>
              <a:xfrm>
                <a:off x="6287770" y="1256410"/>
                <a:ext cx="457200" cy="246887"/>
              </a:xfrm>
              <a:prstGeom prst="rect">
                <a:avLst/>
              </a:prstGeom>
            </p:spPr>
          </p:pic>
        </p:grpSp>
        <p:grpSp>
          <p:nvGrpSpPr>
            <p:cNvPr id="73" name="object 54">
              <a:extLst>
                <a:ext uri="{FF2B5EF4-FFF2-40B4-BE49-F238E27FC236}">
                  <a16:creationId xmlns:a16="http://schemas.microsoft.com/office/drawing/2014/main" id="{1007EB07-0074-4817-AF13-24C0774165C0}"/>
                </a:ext>
              </a:extLst>
            </p:cNvPr>
            <p:cNvGrpSpPr/>
            <p:nvPr/>
          </p:nvGrpSpPr>
          <p:grpSpPr>
            <a:xfrm>
              <a:off x="541921" y="1127378"/>
              <a:ext cx="2256790" cy="561340"/>
              <a:chOff x="541921" y="1127378"/>
              <a:chExt cx="2256790" cy="561340"/>
            </a:xfrm>
          </p:grpSpPr>
          <p:sp>
            <p:nvSpPr>
              <p:cNvPr id="96" name="object 55">
                <a:extLst>
                  <a:ext uri="{FF2B5EF4-FFF2-40B4-BE49-F238E27FC236}">
                    <a16:creationId xmlns:a16="http://schemas.microsoft.com/office/drawing/2014/main" id="{C90278B7-7B8D-40E0-AF62-6EE6382981E6}"/>
                  </a:ext>
                </a:extLst>
              </p:cNvPr>
              <p:cNvSpPr/>
              <p:nvPr/>
            </p:nvSpPr>
            <p:spPr>
              <a:xfrm>
                <a:off x="554621" y="1140078"/>
                <a:ext cx="433705" cy="399415"/>
              </a:xfrm>
              <a:custGeom>
                <a:avLst/>
                <a:gdLst/>
                <a:ahLst/>
                <a:cxnLst/>
                <a:rect l="l" t="t" r="r" b="b"/>
                <a:pathLst>
                  <a:path w="433705" h="399415">
                    <a:moveTo>
                      <a:pt x="216611" y="0"/>
                    </a:moveTo>
                    <a:lnTo>
                      <a:pt x="166943" y="5266"/>
                    </a:lnTo>
                    <a:lnTo>
                      <a:pt x="121349" y="20271"/>
                    </a:lnTo>
                    <a:lnTo>
                      <a:pt x="81130" y="43817"/>
                    </a:lnTo>
                    <a:lnTo>
                      <a:pt x="47586" y="74710"/>
                    </a:lnTo>
                    <a:lnTo>
                      <a:pt x="22016" y="111754"/>
                    </a:lnTo>
                    <a:lnTo>
                      <a:pt x="5720" y="153755"/>
                    </a:lnTo>
                    <a:lnTo>
                      <a:pt x="0" y="199517"/>
                    </a:lnTo>
                    <a:lnTo>
                      <a:pt x="5720" y="245238"/>
                    </a:lnTo>
                    <a:lnTo>
                      <a:pt x="22016" y="287224"/>
                    </a:lnTo>
                    <a:lnTo>
                      <a:pt x="47586" y="324270"/>
                    </a:lnTo>
                    <a:lnTo>
                      <a:pt x="81130" y="355176"/>
                    </a:lnTo>
                    <a:lnTo>
                      <a:pt x="121349" y="378740"/>
                    </a:lnTo>
                    <a:lnTo>
                      <a:pt x="166943" y="393760"/>
                    </a:lnTo>
                    <a:lnTo>
                      <a:pt x="216611" y="399034"/>
                    </a:lnTo>
                    <a:lnTo>
                      <a:pt x="266279" y="393760"/>
                    </a:lnTo>
                    <a:lnTo>
                      <a:pt x="311872" y="378740"/>
                    </a:lnTo>
                    <a:lnTo>
                      <a:pt x="352091" y="355176"/>
                    </a:lnTo>
                    <a:lnTo>
                      <a:pt x="385636" y="324270"/>
                    </a:lnTo>
                    <a:lnTo>
                      <a:pt x="411206" y="287224"/>
                    </a:lnTo>
                    <a:lnTo>
                      <a:pt x="427501" y="245238"/>
                    </a:lnTo>
                    <a:lnTo>
                      <a:pt x="433222" y="199517"/>
                    </a:lnTo>
                    <a:lnTo>
                      <a:pt x="427501" y="153755"/>
                    </a:lnTo>
                    <a:lnTo>
                      <a:pt x="411206" y="111754"/>
                    </a:lnTo>
                    <a:lnTo>
                      <a:pt x="385636" y="74710"/>
                    </a:lnTo>
                    <a:lnTo>
                      <a:pt x="352091" y="43817"/>
                    </a:lnTo>
                    <a:lnTo>
                      <a:pt x="311872" y="20271"/>
                    </a:lnTo>
                    <a:lnTo>
                      <a:pt x="266279" y="5266"/>
                    </a:lnTo>
                    <a:lnTo>
                      <a:pt x="216611" y="0"/>
                    </a:lnTo>
                    <a:close/>
                  </a:path>
                </a:pathLst>
              </a:custGeom>
              <a:solidFill>
                <a:srgbClr val="000000"/>
              </a:solidFill>
            </p:spPr>
            <p:txBody>
              <a:bodyPr wrap="square" lIns="0" tIns="0" rIns="0" bIns="0" rtlCol="0"/>
              <a:lstStyle/>
              <a:p>
                <a:endParaRPr/>
              </a:p>
            </p:txBody>
          </p:sp>
          <p:sp>
            <p:nvSpPr>
              <p:cNvPr id="97" name="object 56">
                <a:extLst>
                  <a:ext uri="{FF2B5EF4-FFF2-40B4-BE49-F238E27FC236}">
                    <a16:creationId xmlns:a16="http://schemas.microsoft.com/office/drawing/2014/main" id="{E64025C5-FFFD-4B96-BB14-D5ED563B8E51}"/>
                  </a:ext>
                </a:extLst>
              </p:cNvPr>
              <p:cNvSpPr/>
              <p:nvPr/>
            </p:nvSpPr>
            <p:spPr>
              <a:xfrm>
                <a:off x="554621" y="1140078"/>
                <a:ext cx="433705" cy="399415"/>
              </a:xfrm>
              <a:custGeom>
                <a:avLst/>
                <a:gdLst/>
                <a:ahLst/>
                <a:cxnLst/>
                <a:rect l="l" t="t" r="r" b="b"/>
                <a:pathLst>
                  <a:path w="433705" h="399415">
                    <a:moveTo>
                      <a:pt x="0" y="199517"/>
                    </a:moveTo>
                    <a:lnTo>
                      <a:pt x="5720" y="153755"/>
                    </a:lnTo>
                    <a:lnTo>
                      <a:pt x="22016" y="111754"/>
                    </a:lnTo>
                    <a:lnTo>
                      <a:pt x="47586" y="74710"/>
                    </a:lnTo>
                    <a:lnTo>
                      <a:pt x="81130" y="43817"/>
                    </a:lnTo>
                    <a:lnTo>
                      <a:pt x="121349" y="20271"/>
                    </a:lnTo>
                    <a:lnTo>
                      <a:pt x="166943" y="5266"/>
                    </a:lnTo>
                    <a:lnTo>
                      <a:pt x="216611" y="0"/>
                    </a:lnTo>
                    <a:lnTo>
                      <a:pt x="266279" y="5266"/>
                    </a:lnTo>
                    <a:lnTo>
                      <a:pt x="311872" y="20271"/>
                    </a:lnTo>
                    <a:lnTo>
                      <a:pt x="352091" y="43817"/>
                    </a:lnTo>
                    <a:lnTo>
                      <a:pt x="385636" y="74710"/>
                    </a:lnTo>
                    <a:lnTo>
                      <a:pt x="411206" y="111754"/>
                    </a:lnTo>
                    <a:lnTo>
                      <a:pt x="427501" y="153755"/>
                    </a:lnTo>
                    <a:lnTo>
                      <a:pt x="433222" y="199517"/>
                    </a:lnTo>
                    <a:lnTo>
                      <a:pt x="427501" y="245238"/>
                    </a:lnTo>
                    <a:lnTo>
                      <a:pt x="411206" y="287224"/>
                    </a:lnTo>
                    <a:lnTo>
                      <a:pt x="385636" y="324270"/>
                    </a:lnTo>
                    <a:lnTo>
                      <a:pt x="352091" y="355176"/>
                    </a:lnTo>
                    <a:lnTo>
                      <a:pt x="311872" y="378740"/>
                    </a:lnTo>
                    <a:lnTo>
                      <a:pt x="266279" y="393760"/>
                    </a:lnTo>
                    <a:lnTo>
                      <a:pt x="216611" y="399034"/>
                    </a:lnTo>
                    <a:lnTo>
                      <a:pt x="166943" y="393760"/>
                    </a:lnTo>
                    <a:lnTo>
                      <a:pt x="121349" y="378740"/>
                    </a:lnTo>
                    <a:lnTo>
                      <a:pt x="81130" y="355176"/>
                    </a:lnTo>
                    <a:lnTo>
                      <a:pt x="47586" y="324270"/>
                    </a:lnTo>
                    <a:lnTo>
                      <a:pt x="22016" y="287224"/>
                    </a:lnTo>
                    <a:lnTo>
                      <a:pt x="5720" y="245238"/>
                    </a:lnTo>
                    <a:lnTo>
                      <a:pt x="0" y="199517"/>
                    </a:lnTo>
                    <a:close/>
                  </a:path>
                </a:pathLst>
              </a:custGeom>
              <a:ln w="25399">
                <a:solidFill>
                  <a:srgbClr val="000000"/>
                </a:solidFill>
              </a:ln>
            </p:spPr>
            <p:txBody>
              <a:bodyPr wrap="square" lIns="0" tIns="0" rIns="0" bIns="0" rtlCol="0"/>
              <a:lstStyle/>
              <a:p>
                <a:endParaRPr/>
              </a:p>
            </p:txBody>
          </p:sp>
          <p:pic>
            <p:nvPicPr>
              <p:cNvPr id="98" name="object 57">
                <a:extLst>
                  <a:ext uri="{FF2B5EF4-FFF2-40B4-BE49-F238E27FC236}">
                    <a16:creationId xmlns:a16="http://schemas.microsoft.com/office/drawing/2014/main" id="{CA14D504-3130-4C2A-9A98-EA9C35FEDAD9}"/>
                  </a:ext>
                </a:extLst>
              </p:cNvPr>
              <p:cNvPicPr/>
              <p:nvPr/>
            </p:nvPicPr>
            <p:blipFill>
              <a:blip r:embed="rId28" cstate="print"/>
              <a:stretch>
                <a:fillRect/>
              </a:stretch>
            </p:blipFill>
            <p:spPr>
              <a:xfrm>
                <a:off x="657148" y="1224025"/>
                <a:ext cx="457200" cy="246887"/>
              </a:xfrm>
              <a:prstGeom prst="rect">
                <a:avLst/>
              </a:prstGeom>
            </p:spPr>
          </p:pic>
          <p:pic>
            <p:nvPicPr>
              <p:cNvPr id="99" name="object 58">
                <a:extLst>
                  <a:ext uri="{FF2B5EF4-FFF2-40B4-BE49-F238E27FC236}">
                    <a16:creationId xmlns:a16="http://schemas.microsoft.com/office/drawing/2014/main" id="{9C80213A-8AB1-479C-BBA3-793D8647BAED}"/>
                  </a:ext>
                </a:extLst>
              </p:cNvPr>
              <p:cNvPicPr/>
              <p:nvPr/>
            </p:nvPicPr>
            <p:blipFill>
              <a:blip r:embed="rId29" cstate="print"/>
              <a:stretch>
                <a:fillRect/>
              </a:stretch>
            </p:blipFill>
            <p:spPr>
              <a:xfrm>
                <a:off x="1051560" y="1144473"/>
                <a:ext cx="1661160" cy="457250"/>
              </a:xfrm>
              <a:prstGeom prst="rect">
                <a:avLst/>
              </a:prstGeom>
            </p:spPr>
          </p:pic>
          <p:pic>
            <p:nvPicPr>
              <p:cNvPr id="100" name="object 59">
                <a:extLst>
                  <a:ext uri="{FF2B5EF4-FFF2-40B4-BE49-F238E27FC236}">
                    <a16:creationId xmlns:a16="http://schemas.microsoft.com/office/drawing/2014/main" id="{FB23525C-10CF-4F64-B2E0-9F88375DAA36}"/>
                  </a:ext>
                </a:extLst>
              </p:cNvPr>
              <p:cNvPicPr/>
              <p:nvPr/>
            </p:nvPicPr>
            <p:blipFill>
              <a:blip r:embed="rId30" cstate="print"/>
              <a:stretch>
                <a:fillRect/>
              </a:stretch>
            </p:blipFill>
            <p:spPr>
              <a:xfrm>
                <a:off x="1018031" y="1127747"/>
                <a:ext cx="1726692" cy="560844"/>
              </a:xfrm>
              <a:prstGeom prst="rect">
                <a:avLst/>
              </a:prstGeom>
            </p:spPr>
          </p:pic>
          <p:pic>
            <p:nvPicPr>
              <p:cNvPr id="101" name="object 60">
                <a:extLst>
                  <a:ext uri="{FF2B5EF4-FFF2-40B4-BE49-F238E27FC236}">
                    <a16:creationId xmlns:a16="http://schemas.microsoft.com/office/drawing/2014/main" id="{6CBED4B3-D9ED-4B30-BAAB-DB98487BC11B}"/>
                  </a:ext>
                </a:extLst>
              </p:cNvPr>
              <p:cNvPicPr/>
              <p:nvPr/>
            </p:nvPicPr>
            <p:blipFill>
              <a:blip r:embed="rId31" cstate="print"/>
              <a:stretch>
                <a:fillRect/>
              </a:stretch>
            </p:blipFill>
            <p:spPr>
              <a:xfrm>
                <a:off x="1099121" y="1172400"/>
                <a:ext cx="1570228" cy="366712"/>
              </a:xfrm>
              <a:prstGeom prst="rect">
                <a:avLst/>
              </a:prstGeom>
            </p:spPr>
          </p:pic>
          <p:sp>
            <p:nvSpPr>
              <p:cNvPr id="102" name="object 61">
                <a:extLst>
                  <a:ext uri="{FF2B5EF4-FFF2-40B4-BE49-F238E27FC236}">
                    <a16:creationId xmlns:a16="http://schemas.microsoft.com/office/drawing/2014/main" id="{A3A44E3A-D85C-4BAD-93FA-7730610FA13E}"/>
                  </a:ext>
                </a:extLst>
              </p:cNvPr>
              <p:cNvSpPr/>
              <p:nvPr/>
            </p:nvSpPr>
            <p:spPr>
              <a:xfrm>
                <a:off x="1099121" y="1172400"/>
                <a:ext cx="1570355" cy="367030"/>
              </a:xfrm>
              <a:custGeom>
                <a:avLst/>
                <a:gdLst/>
                <a:ahLst/>
                <a:cxnLst/>
                <a:rect l="l" t="t" r="r" b="b"/>
                <a:pathLst>
                  <a:path w="1570355" h="367030">
                    <a:moveTo>
                      <a:pt x="0" y="366712"/>
                    </a:moveTo>
                    <a:lnTo>
                      <a:pt x="1570228" y="366712"/>
                    </a:lnTo>
                    <a:lnTo>
                      <a:pt x="1570228" y="0"/>
                    </a:lnTo>
                    <a:lnTo>
                      <a:pt x="0" y="0"/>
                    </a:lnTo>
                    <a:lnTo>
                      <a:pt x="0" y="366712"/>
                    </a:lnTo>
                    <a:close/>
                  </a:path>
                </a:pathLst>
              </a:custGeom>
              <a:ln w="9525">
                <a:solidFill>
                  <a:srgbClr val="000000"/>
                </a:solidFill>
              </a:ln>
            </p:spPr>
            <p:txBody>
              <a:bodyPr wrap="square" lIns="0" tIns="0" rIns="0" bIns="0" rtlCol="0"/>
              <a:lstStyle/>
              <a:p>
                <a:endParaRPr/>
              </a:p>
            </p:txBody>
          </p:sp>
          <p:pic>
            <p:nvPicPr>
              <p:cNvPr id="103" name="object 62">
                <a:extLst>
                  <a:ext uri="{FF2B5EF4-FFF2-40B4-BE49-F238E27FC236}">
                    <a16:creationId xmlns:a16="http://schemas.microsoft.com/office/drawing/2014/main" id="{D5F060B5-60DD-4BF9-AECC-EEA5A3426D23}"/>
                  </a:ext>
                </a:extLst>
              </p:cNvPr>
              <p:cNvPicPr/>
              <p:nvPr/>
            </p:nvPicPr>
            <p:blipFill>
              <a:blip r:embed="rId32" cstate="print"/>
              <a:stretch>
                <a:fillRect/>
              </a:stretch>
            </p:blipFill>
            <p:spPr>
              <a:xfrm>
                <a:off x="1197559" y="1240281"/>
                <a:ext cx="1600581" cy="246887"/>
              </a:xfrm>
              <a:prstGeom prst="rect">
                <a:avLst/>
              </a:prstGeom>
            </p:spPr>
          </p:pic>
        </p:grpSp>
        <p:grpSp>
          <p:nvGrpSpPr>
            <p:cNvPr id="74" name="object 63">
              <a:extLst>
                <a:ext uri="{FF2B5EF4-FFF2-40B4-BE49-F238E27FC236}">
                  <a16:creationId xmlns:a16="http://schemas.microsoft.com/office/drawing/2014/main" id="{9266315B-F171-4741-886B-D5012947243F}"/>
                </a:ext>
              </a:extLst>
            </p:cNvPr>
            <p:cNvGrpSpPr/>
            <p:nvPr/>
          </p:nvGrpSpPr>
          <p:grpSpPr>
            <a:xfrm>
              <a:off x="3630167" y="1094219"/>
              <a:ext cx="2237740" cy="561340"/>
              <a:chOff x="3630167" y="1094219"/>
              <a:chExt cx="2237740" cy="561340"/>
            </a:xfrm>
          </p:grpSpPr>
          <p:pic>
            <p:nvPicPr>
              <p:cNvPr id="91" name="object 64">
                <a:extLst>
                  <a:ext uri="{FF2B5EF4-FFF2-40B4-BE49-F238E27FC236}">
                    <a16:creationId xmlns:a16="http://schemas.microsoft.com/office/drawing/2014/main" id="{15B8B335-1B03-48C8-A8DC-C02F71D0F572}"/>
                  </a:ext>
                </a:extLst>
              </p:cNvPr>
              <p:cNvPicPr/>
              <p:nvPr/>
            </p:nvPicPr>
            <p:blipFill>
              <a:blip r:embed="rId33" cstate="print"/>
              <a:stretch>
                <a:fillRect/>
              </a:stretch>
            </p:blipFill>
            <p:spPr>
              <a:xfrm>
                <a:off x="3671315" y="1112507"/>
                <a:ext cx="2162556" cy="460260"/>
              </a:xfrm>
              <a:prstGeom prst="rect">
                <a:avLst/>
              </a:prstGeom>
            </p:spPr>
          </p:pic>
          <p:pic>
            <p:nvPicPr>
              <p:cNvPr id="92" name="object 65">
                <a:extLst>
                  <a:ext uri="{FF2B5EF4-FFF2-40B4-BE49-F238E27FC236}">
                    <a16:creationId xmlns:a16="http://schemas.microsoft.com/office/drawing/2014/main" id="{19F3AE1B-8C7B-4710-9C11-861EDD5A3E4C}"/>
                  </a:ext>
                </a:extLst>
              </p:cNvPr>
              <p:cNvPicPr/>
              <p:nvPr/>
            </p:nvPicPr>
            <p:blipFill>
              <a:blip r:embed="rId34" cstate="print"/>
              <a:stretch>
                <a:fillRect/>
              </a:stretch>
            </p:blipFill>
            <p:spPr>
              <a:xfrm>
                <a:off x="3630167" y="1094219"/>
                <a:ext cx="2183891" cy="560844"/>
              </a:xfrm>
              <a:prstGeom prst="rect">
                <a:avLst/>
              </a:prstGeom>
            </p:spPr>
          </p:pic>
          <p:pic>
            <p:nvPicPr>
              <p:cNvPr id="93" name="object 66">
                <a:extLst>
                  <a:ext uri="{FF2B5EF4-FFF2-40B4-BE49-F238E27FC236}">
                    <a16:creationId xmlns:a16="http://schemas.microsoft.com/office/drawing/2014/main" id="{55CED4AD-B633-4A04-B0B2-63CD7BC8AFE3}"/>
                  </a:ext>
                </a:extLst>
              </p:cNvPr>
              <p:cNvPicPr/>
              <p:nvPr/>
            </p:nvPicPr>
            <p:blipFill>
              <a:blip r:embed="rId35" cstate="print"/>
              <a:stretch>
                <a:fillRect/>
              </a:stretch>
            </p:blipFill>
            <p:spPr>
              <a:xfrm>
                <a:off x="3718051" y="1140066"/>
                <a:ext cx="2072767" cy="369328"/>
              </a:xfrm>
              <a:prstGeom prst="rect">
                <a:avLst/>
              </a:prstGeom>
            </p:spPr>
          </p:pic>
          <p:sp>
            <p:nvSpPr>
              <p:cNvPr id="94" name="object 67">
                <a:extLst>
                  <a:ext uri="{FF2B5EF4-FFF2-40B4-BE49-F238E27FC236}">
                    <a16:creationId xmlns:a16="http://schemas.microsoft.com/office/drawing/2014/main" id="{468C8E76-5C90-4271-B980-4B64A7DEE651}"/>
                  </a:ext>
                </a:extLst>
              </p:cNvPr>
              <p:cNvSpPr/>
              <p:nvPr/>
            </p:nvSpPr>
            <p:spPr>
              <a:xfrm>
                <a:off x="3718051" y="1140066"/>
                <a:ext cx="2073275" cy="369570"/>
              </a:xfrm>
              <a:custGeom>
                <a:avLst/>
                <a:gdLst/>
                <a:ahLst/>
                <a:cxnLst/>
                <a:rect l="l" t="t" r="r" b="b"/>
                <a:pathLst>
                  <a:path w="2073275" h="369569">
                    <a:moveTo>
                      <a:pt x="0" y="369328"/>
                    </a:moveTo>
                    <a:lnTo>
                      <a:pt x="2072767" y="369328"/>
                    </a:lnTo>
                    <a:lnTo>
                      <a:pt x="2072767" y="0"/>
                    </a:lnTo>
                    <a:lnTo>
                      <a:pt x="0" y="0"/>
                    </a:lnTo>
                    <a:lnTo>
                      <a:pt x="0" y="369328"/>
                    </a:lnTo>
                    <a:close/>
                  </a:path>
                </a:pathLst>
              </a:custGeom>
              <a:ln w="9525">
                <a:solidFill>
                  <a:srgbClr val="000000"/>
                </a:solidFill>
              </a:ln>
            </p:spPr>
            <p:txBody>
              <a:bodyPr wrap="square" lIns="0" tIns="0" rIns="0" bIns="0" rtlCol="0"/>
              <a:lstStyle/>
              <a:p>
                <a:endParaRPr/>
              </a:p>
            </p:txBody>
          </p:sp>
          <p:pic>
            <p:nvPicPr>
              <p:cNvPr id="95" name="object 68">
                <a:extLst>
                  <a:ext uri="{FF2B5EF4-FFF2-40B4-BE49-F238E27FC236}">
                    <a16:creationId xmlns:a16="http://schemas.microsoft.com/office/drawing/2014/main" id="{11FF848D-D8B7-4F7E-A72C-16DC33C244A4}"/>
                  </a:ext>
                </a:extLst>
              </p:cNvPr>
              <p:cNvPicPr/>
              <p:nvPr/>
            </p:nvPicPr>
            <p:blipFill>
              <a:blip r:embed="rId36" cstate="print"/>
              <a:stretch>
                <a:fillRect/>
              </a:stretch>
            </p:blipFill>
            <p:spPr>
              <a:xfrm>
                <a:off x="3809999" y="1206957"/>
                <a:ext cx="2057780" cy="247192"/>
              </a:xfrm>
              <a:prstGeom prst="rect">
                <a:avLst/>
              </a:prstGeom>
            </p:spPr>
          </p:pic>
        </p:grpSp>
        <p:grpSp>
          <p:nvGrpSpPr>
            <p:cNvPr id="75" name="object 69">
              <a:extLst>
                <a:ext uri="{FF2B5EF4-FFF2-40B4-BE49-F238E27FC236}">
                  <a16:creationId xmlns:a16="http://schemas.microsoft.com/office/drawing/2014/main" id="{FAC0C8D4-0BD1-42D3-AC1C-C834E6883CFD}"/>
                </a:ext>
              </a:extLst>
            </p:cNvPr>
            <p:cNvGrpSpPr/>
            <p:nvPr/>
          </p:nvGrpSpPr>
          <p:grpSpPr>
            <a:xfrm>
              <a:off x="6755892" y="1138415"/>
              <a:ext cx="1562100" cy="561340"/>
              <a:chOff x="6755892" y="1138415"/>
              <a:chExt cx="1562100" cy="561340"/>
            </a:xfrm>
          </p:grpSpPr>
          <p:pic>
            <p:nvPicPr>
              <p:cNvPr id="86" name="object 70">
                <a:extLst>
                  <a:ext uri="{FF2B5EF4-FFF2-40B4-BE49-F238E27FC236}">
                    <a16:creationId xmlns:a16="http://schemas.microsoft.com/office/drawing/2014/main" id="{C5C51E90-26F2-47D9-99BE-C70252588F84}"/>
                  </a:ext>
                </a:extLst>
              </p:cNvPr>
              <p:cNvPicPr/>
              <p:nvPr/>
            </p:nvPicPr>
            <p:blipFill>
              <a:blip r:embed="rId37" cstate="print"/>
              <a:stretch>
                <a:fillRect/>
              </a:stretch>
            </p:blipFill>
            <p:spPr>
              <a:xfrm>
                <a:off x="6797040" y="1156690"/>
                <a:ext cx="1520952" cy="458749"/>
              </a:xfrm>
              <a:prstGeom prst="rect">
                <a:avLst/>
              </a:prstGeom>
            </p:spPr>
          </p:pic>
          <p:pic>
            <p:nvPicPr>
              <p:cNvPr id="87" name="object 71">
                <a:extLst>
                  <a:ext uri="{FF2B5EF4-FFF2-40B4-BE49-F238E27FC236}">
                    <a16:creationId xmlns:a16="http://schemas.microsoft.com/office/drawing/2014/main" id="{CA10053C-EADE-4F74-9CC4-4C7096008874}"/>
                  </a:ext>
                </a:extLst>
              </p:cNvPr>
              <p:cNvPicPr/>
              <p:nvPr/>
            </p:nvPicPr>
            <p:blipFill>
              <a:blip r:embed="rId38" cstate="print"/>
              <a:stretch>
                <a:fillRect/>
              </a:stretch>
            </p:blipFill>
            <p:spPr>
              <a:xfrm>
                <a:off x="6755892" y="1138415"/>
                <a:ext cx="1498092" cy="560844"/>
              </a:xfrm>
              <a:prstGeom prst="rect">
                <a:avLst/>
              </a:prstGeom>
            </p:spPr>
          </p:pic>
          <p:pic>
            <p:nvPicPr>
              <p:cNvPr id="88" name="object 72">
                <a:extLst>
                  <a:ext uri="{FF2B5EF4-FFF2-40B4-BE49-F238E27FC236}">
                    <a16:creationId xmlns:a16="http://schemas.microsoft.com/office/drawing/2014/main" id="{DA4B606C-B0D9-447B-A11F-A375C433500C}"/>
                  </a:ext>
                </a:extLst>
              </p:cNvPr>
              <p:cNvPicPr/>
              <p:nvPr/>
            </p:nvPicPr>
            <p:blipFill>
              <a:blip r:embed="rId39" cstate="print"/>
              <a:stretch>
                <a:fillRect/>
              </a:stretch>
            </p:blipFill>
            <p:spPr>
              <a:xfrm>
                <a:off x="6844157" y="1183500"/>
                <a:ext cx="1431162" cy="369328"/>
              </a:xfrm>
              <a:prstGeom prst="rect">
                <a:avLst/>
              </a:prstGeom>
            </p:spPr>
          </p:pic>
          <p:sp>
            <p:nvSpPr>
              <p:cNvPr id="89" name="object 73">
                <a:extLst>
                  <a:ext uri="{FF2B5EF4-FFF2-40B4-BE49-F238E27FC236}">
                    <a16:creationId xmlns:a16="http://schemas.microsoft.com/office/drawing/2014/main" id="{44F9603B-C23F-4CA9-B65B-2D0DE64CE930}"/>
                  </a:ext>
                </a:extLst>
              </p:cNvPr>
              <p:cNvSpPr/>
              <p:nvPr/>
            </p:nvSpPr>
            <p:spPr>
              <a:xfrm>
                <a:off x="6844157" y="1183500"/>
                <a:ext cx="1431290" cy="369570"/>
              </a:xfrm>
              <a:custGeom>
                <a:avLst/>
                <a:gdLst/>
                <a:ahLst/>
                <a:cxnLst/>
                <a:rect l="l" t="t" r="r" b="b"/>
                <a:pathLst>
                  <a:path w="1431290" h="369569">
                    <a:moveTo>
                      <a:pt x="0" y="369328"/>
                    </a:moveTo>
                    <a:lnTo>
                      <a:pt x="1431162" y="369328"/>
                    </a:lnTo>
                    <a:lnTo>
                      <a:pt x="1431162" y="0"/>
                    </a:lnTo>
                    <a:lnTo>
                      <a:pt x="0" y="0"/>
                    </a:lnTo>
                    <a:lnTo>
                      <a:pt x="0" y="369328"/>
                    </a:lnTo>
                    <a:close/>
                  </a:path>
                </a:pathLst>
              </a:custGeom>
              <a:ln w="9525">
                <a:solidFill>
                  <a:srgbClr val="000000"/>
                </a:solidFill>
              </a:ln>
            </p:spPr>
            <p:txBody>
              <a:bodyPr wrap="square" lIns="0" tIns="0" rIns="0" bIns="0" rtlCol="0"/>
              <a:lstStyle/>
              <a:p>
                <a:endParaRPr/>
              </a:p>
            </p:txBody>
          </p:sp>
          <p:pic>
            <p:nvPicPr>
              <p:cNvPr id="90" name="object 74">
                <a:extLst>
                  <a:ext uri="{FF2B5EF4-FFF2-40B4-BE49-F238E27FC236}">
                    <a16:creationId xmlns:a16="http://schemas.microsoft.com/office/drawing/2014/main" id="{F3146747-D1B2-41AF-A1E3-40786A63BA04}"/>
                  </a:ext>
                </a:extLst>
              </p:cNvPr>
              <p:cNvPicPr/>
              <p:nvPr/>
            </p:nvPicPr>
            <p:blipFill>
              <a:blip r:embed="rId40" cstate="print"/>
              <a:stretch>
                <a:fillRect/>
              </a:stretch>
            </p:blipFill>
            <p:spPr>
              <a:xfrm>
                <a:off x="6936359" y="1250950"/>
                <a:ext cx="1371980" cy="246887"/>
              </a:xfrm>
              <a:prstGeom prst="rect">
                <a:avLst/>
              </a:prstGeom>
            </p:spPr>
          </p:pic>
        </p:grpSp>
        <p:grpSp>
          <p:nvGrpSpPr>
            <p:cNvPr id="76" name="object 75">
              <a:extLst>
                <a:ext uri="{FF2B5EF4-FFF2-40B4-BE49-F238E27FC236}">
                  <a16:creationId xmlns:a16="http://schemas.microsoft.com/office/drawing/2014/main" id="{203F1562-E23B-4D42-A9AA-471649C8EBCF}"/>
                </a:ext>
              </a:extLst>
            </p:cNvPr>
            <p:cNvGrpSpPr/>
            <p:nvPr/>
          </p:nvGrpSpPr>
          <p:grpSpPr>
            <a:xfrm>
              <a:off x="9572243" y="1071359"/>
              <a:ext cx="1586865" cy="561340"/>
              <a:chOff x="9572243" y="1071359"/>
              <a:chExt cx="1586865" cy="561340"/>
            </a:xfrm>
          </p:grpSpPr>
          <p:pic>
            <p:nvPicPr>
              <p:cNvPr id="81" name="object 76">
                <a:extLst>
                  <a:ext uri="{FF2B5EF4-FFF2-40B4-BE49-F238E27FC236}">
                    <a16:creationId xmlns:a16="http://schemas.microsoft.com/office/drawing/2014/main" id="{EE33512D-3848-47D9-8CFF-2C6DA20C0545}"/>
                  </a:ext>
                </a:extLst>
              </p:cNvPr>
              <p:cNvPicPr/>
              <p:nvPr/>
            </p:nvPicPr>
            <p:blipFill>
              <a:blip r:embed="rId41" cstate="print"/>
              <a:stretch>
                <a:fillRect/>
              </a:stretch>
            </p:blipFill>
            <p:spPr>
              <a:xfrm>
                <a:off x="9572243" y="1088123"/>
                <a:ext cx="1586483" cy="460260"/>
              </a:xfrm>
              <a:prstGeom prst="rect">
                <a:avLst/>
              </a:prstGeom>
            </p:spPr>
          </p:pic>
          <p:pic>
            <p:nvPicPr>
              <p:cNvPr id="82" name="object 77">
                <a:extLst>
                  <a:ext uri="{FF2B5EF4-FFF2-40B4-BE49-F238E27FC236}">
                    <a16:creationId xmlns:a16="http://schemas.microsoft.com/office/drawing/2014/main" id="{74E05B70-4F18-4036-BDEB-C3EDE2B01862}"/>
                  </a:ext>
                </a:extLst>
              </p:cNvPr>
              <p:cNvPicPr/>
              <p:nvPr/>
            </p:nvPicPr>
            <p:blipFill>
              <a:blip r:embed="rId42" cstate="print"/>
              <a:stretch>
                <a:fillRect/>
              </a:stretch>
            </p:blipFill>
            <p:spPr>
              <a:xfrm>
                <a:off x="9845039" y="1071359"/>
                <a:ext cx="1040879" cy="560844"/>
              </a:xfrm>
              <a:prstGeom prst="rect">
                <a:avLst/>
              </a:prstGeom>
            </p:spPr>
          </p:pic>
          <p:pic>
            <p:nvPicPr>
              <p:cNvPr id="83" name="object 78">
                <a:extLst>
                  <a:ext uri="{FF2B5EF4-FFF2-40B4-BE49-F238E27FC236}">
                    <a16:creationId xmlns:a16="http://schemas.microsoft.com/office/drawing/2014/main" id="{F5F56054-CEDC-4D7B-89B5-C93D2EAC2BF7}"/>
                  </a:ext>
                </a:extLst>
              </p:cNvPr>
              <p:cNvPicPr/>
              <p:nvPr/>
            </p:nvPicPr>
            <p:blipFill>
              <a:blip r:embed="rId43" cstate="print"/>
              <a:stretch>
                <a:fillRect/>
              </a:stretch>
            </p:blipFill>
            <p:spPr>
              <a:xfrm>
                <a:off x="9620376" y="1115428"/>
                <a:ext cx="1496313" cy="369328"/>
              </a:xfrm>
              <a:prstGeom prst="rect">
                <a:avLst/>
              </a:prstGeom>
            </p:spPr>
          </p:pic>
          <p:sp>
            <p:nvSpPr>
              <p:cNvPr id="84" name="object 79">
                <a:extLst>
                  <a:ext uri="{FF2B5EF4-FFF2-40B4-BE49-F238E27FC236}">
                    <a16:creationId xmlns:a16="http://schemas.microsoft.com/office/drawing/2014/main" id="{77011D3E-5B76-479B-B528-7535FD37D789}"/>
                  </a:ext>
                </a:extLst>
              </p:cNvPr>
              <p:cNvSpPr/>
              <p:nvPr/>
            </p:nvSpPr>
            <p:spPr>
              <a:xfrm>
                <a:off x="9620376" y="1115428"/>
                <a:ext cx="1496695" cy="369570"/>
              </a:xfrm>
              <a:custGeom>
                <a:avLst/>
                <a:gdLst/>
                <a:ahLst/>
                <a:cxnLst/>
                <a:rect l="l" t="t" r="r" b="b"/>
                <a:pathLst>
                  <a:path w="1496695" h="369569">
                    <a:moveTo>
                      <a:pt x="0" y="369328"/>
                    </a:moveTo>
                    <a:lnTo>
                      <a:pt x="1496313" y="369328"/>
                    </a:lnTo>
                    <a:lnTo>
                      <a:pt x="1496313" y="0"/>
                    </a:lnTo>
                    <a:lnTo>
                      <a:pt x="0" y="0"/>
                    </a:lnTo>
                    <a:lnTo>
                      <a:pt x="0" y="369328"/>
                    </a:lnTo>
                    <a:close/>
                  </a:path>
                </a:pathLst>
              </a:custGeom>
              <a:ln w="9525">
                <a:solidFill>
                  <a:srgbClr val="000000"/>
                </a:solidFill>
              </a:ln>
            </p:spPr>
            <p:txBody>
              <a:bodyPr wrap="square" lIns="0" tIns="0" rIns="0" bIns="0" rtlCol="0"/>
              <a:lstStyle/>
              <a:p>
                <a:endParaRPr/>
              </a:p>
            </p:txBody>
          </p:sp>
          <p:pic>
            <p:nvPicPr>
              <p:cNvPr id="85" name="object 80">
                <a:extLst>
                  <a:ext uri="{FF2B5EF4-FFF2-40B4-BE49-F238E27FC236}">
                    <a16:creationId xmlns:a16="http://schemas.microsoft.com/office/drawing/2014/main" id="{E5C0B307-81AA-4EEE-AA9F-59933ADA5B2B}"/>
                  </a:ext>
                </a:extLst>
              </p:cNvPr>
              <p:cNvPicPr/>
              <p:nvPr/>
            </p:nvPicPr>
            <p:blipFill>
              <a:blip r:embed="rId44" cstate="print"/>
              <a:stretch>
                <a:fillRect/>
              </a:stretch>
            </p:blipFill>
            <p:spPr>
              <a:xfrm>
                <a:off x="10025760" y="1184783"/>
                <a:ext cx="914400" cy="246887"/>
              </a:xfrm>
              <a:prstGeom prst="rect">
                <a:avLst/>
              </a:prstGeom>
            </p:spPr>
          </p:pic>
        </p:grpSp>
        <p:pic>
          <p:nvPicPr>
            <p:cNvPr id="77" name="object 99">
              <a:extLst>
                <a:ext uri="{FF2B5EF4-FFF2-40B4-BE49-F238E27FC236}">
                  <a16:creationId xmlns:a16="http://schemas.microsoft.com/office/drawing/2014/main" id="{CB9C4803-F803-4DBE-8FCC-EDF2C0BD7C28}"/>
                </a:ext>
              </a:extLst>
            </p:cNvPr>
            <p:cNvPicPr/>
            <p:nvPr/>
          </p:nvPicPr>
          <p:blipFill>
            <a:blip r:embed="rId45" cstate="print"/>
            <a:stretch>
              <a:fillRect/>
            </a:stretch>
          </p:blipFill>
          <p:spPr>
            <a:xfrm>
              <a:off x="700811" y="1636001"/>
              <a:ext cx="1955927" cy="1231912"/>
            </a:xfrm>
            <a:prstGeom prst="rect">
              <a:avLst/>
            </a:prstGeom>
          </p:spPr>
        </p:pic>
        <p:pic>
          <p:nvPicPr>
            <p:cNvPr id="78" name="object 100">
              <a:extLst>
                <a:ext uri="{FF2B5EF4-FFF2-40B4-BE49-F238E27FC236}">
                  <a16:creationId xmlns:a16="http://schemas.microsoft.com/office/drawing/2014/main" id="{9BEB95E2-98A8-4C2E-9187-F4FB1BD2088F}"/>
                </a:ext>
              </a:extLst>
            </p:cNvPr>
            <p:cNvPicPr/>
            <p:nvPr/>
          </p:nvPicPr>
          <p:blipFill>
            <a:blip r:embed="rId46" cstate="print"/>
            <a:stretch>
              <a:fillRect/>
            </a:stretch>
          </p:blipFill>
          <p:spPr>
            <a:xfrm>
              <a:off x="3678428" y="1592580"/>
              <a:ext cx="2072767" cy="1373886"/>
            </a:xfrm>
            <a:prstGeom prst="rect">
              <a:avLst/>
            </a:prstGeom>
          </p:spPr>
        </p:pic>
        <p:pic>
          <p:nvPicPr>
            <p:cNvPr id="79" name="object 101">
              <a:extLst>
                <a:ext uri="{FF2B5EF4-FFF2-40B4-BE49-F238E27FC236}">
                  <a16:creationId xmlns:a16="http://schemas.microsoft.com/office/drawing/2014/main" id="{77717431-DFE2-4288-B2AF-2CCFBF389A62}"/>
                </a:ext>
              </a:extLst>
            </p:cNvPr>
            <p:cNvPicPr/>
            <p:nvPr/>
          </p:nvPicPr>
          <p:blipFill>
            <a:blip r:embed="rId47" cstate="print"/>
            <a:stretch>
              <a:fillRect/>
            </a:stretch>
          </p:blipFill>
          <p:spPr>
            <a:xfrm>
              <a:off x="6654800" y="1552828"/>
              <a:ext cx="1847215" cy="1373886"/>
            </a:xfrm>
            <a:prstGeom prst="rect">
              <a:avLst/>
            </a:prstGeom>
          </p:spPr>
        </p:pic>
        <p:pic>
          <p:nvPicPr>
            <p:cNvPr id="80" name="object 102">
              <a:extLst>
                <a:ext uri="{FF2B5EF4-FFF2-40B4-BE49-F238E27FC236}">
                  <a16:creationId xmlns:a16="http://schemas.microsoft.com/office/drawing/2014/main" id="{C2D81923-2608-41A2-91E7-E4ECE60C5596}"/>
                </a:ext>
              </a:extLst>
            </p:cNvPr>
            <p:cNvPicPr/>
            <p:nvPr/>
          </p:nvPicPr>
          <p:blipFill>
            <a:blip r:embed="rId48" cstate="print"/>
            <a:stretch>
              <a:fillRect/>
            </a:stretch>
          </p:blipFill>
          <p:spPr>
            <a:xfrm>
              <a:off x="9527920" y="1570100"/>
              <a:ext cx="1799971" cy="1301114"/>
            </a:xfrm>
            <a:prstGeom prst="rect">
              <a:avLst/>
            </a:prstGeom>
          </p:spPr>
        </p:pic>
      </p:grpSp>
    </p:spTree>
    <p:extLst>
      <p:ext uri="{BB962C8B-B14F-4D97-AF65-F5344CB8AC3E}">
        <p14:creationId xmlns:p14="http://schemas.microsoft.com/office/powerpoint/2010/main" val="3939998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992D0FE-AD97-EA38-ECD8-A9AE512F0DDC}"/>
              </a:ext>
            </a:extLst>
          </p:cNvPr>
          <p:cNvSpPr>
            <a:spLocks noGrp="1"/>
          </p:cNvSpPr>
          <p:nvPr>
            <p:ph type="sldNum" sz="quarter" idx="12"/>
          </p:nvPr>
        </p:nvSpPr>
        <p:spPr/>
        <p:txBody>
          <a:bodyPr/>
          <a:lstStyle/>
          <a:p>
            <a:fld id="{D77CE0F4-93DF-401C-9042-9C402698D8AB}" type="slidenum">
              <a:rPr kumimoji="1" lang="ja-JP" altLang="en-US" smtClean="0"/>
              <a:t>24</a:t>
            </a:fld>
            <a:endParaRPr kumimoji="1" lang="ja-JP" altLang="en-US"/>
          </a:p>
        </p:txBody>
      </p:sp>
      <p:sp>
        <p:nvSpPr>
          <p:cNvPr id="4" name="タイトル 1">
            <a:extLst>
              <a:ext uri="{FF2B5EF4-FFF2-40B4-BE49-F238E27FC236}">
                <a16:creationId xmlns:a16="http://schemas.microsoft.com/office/drawing/2014/main" id="{CB89AD63-0B8E-6EA7-8F00-41AB0DCBAA11}"/>
              </a:ext>
            </a:extLst>
          </p:cNvPr>
          <p:cNvSpPr txBox="1">
            <a:spLocks/>
          </p:cNvSpPr>
          <p:nvPr/>
        </p:nvSpPr>
        <p:spPr>
          <a:xfrm>
            <a:off x="472440" y="390046"/>
            <a:ext cx="10058400" cy="1371600"/>
          </a:xfrm>
          <a:prstGeom prst="rect">
            <a:avLst/>
          </a:prstGeom>
        </p:spPr>
        <p:txBody>
          <a:bodyPr/>
          <a:lstStyle>
            <a:lvl1pPr algn="l" defTabSz="914400" rtl="0" eaLnBrk="1" latinLnBrk="0" hangingPunct="1">
              <a:lnSpc>
                <a:spcPct val="90000"/>
              </a:lnSpc>
              <a:spcBef>
                <a:spcPct val="0"/>
              </a:spcBef>
              <a:buNone/>
              <a:defRPr kumimoji="1" lang="en-US" sz="4800" kern="1200" cap="none" spc="0" baseline="0" dirty="0">
                <a:solidFill>
                  <a:schemeClr val="tx1">
                    <a:lumMod val="85000"/>
                    <a:lumOff val="15000"/>
                  </a:schemeClr>
                </a:solidFill>
                <a:effectLst/>
                <a:latin typeface="+mj-lt"/>
                <a:ea typeface="+mn-ea"/>
                <a:cs typeface="+mn-cs"/>
              </a:defRPr>
            </a:lvl1pPr>
          </a:lstStyle>
          <a:p>
            <a:r>
              <a:rPr lang="ja-JP" altLang="en-US" dirty="0"/>
              <a:t>苦戦した点とその工夫</a:t>
            </a:r>
          </a:p>
          <a:p>
            <a:endParaRPr lang="ja-JP" altLang="en-US" dirty="0"/>
          </a:p>
        </p:txBody>
      </p:sp>
    </p:spTree>
    <p:extLst>
      <p:ext uri="{BB962C8B-B14F-4D97-AF65-F5344CB8AC3E}">
        <p14:creationId xmlns:p14="http://schemas.microsoft.com/office/powerpoint/2010/main" val="266702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93D39-B470-28C9-76C5-4F268A58E29A}"/>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930C613-67DA-5B2E-D904-870AA4CF3A16}"/>
              </a:ext>
            </a:extLst>
          </p:cNvPr>
          <p:cNvSpPr>
            <a:spLocks noGrp="1"/>
          </p:cNvSpPr>
          <p:nvPr>
            <p:ph type="sldNum" sz="quarter" idx="12"/>
          </p:nvPr>
        </p:nvSpPr>
        <p:spPr/>
        <p:txBody>
          <a:bodyPr/>
          <a:lstStyle/>
          <a:p>
            <a:fld id="{D77CE0F4-93DF-401C-9042-9C402698D8AB}" type="slidenum">
              <a:rPr kumimoji="1" lang="ja-JP" altLang="en-US" smtClean="0"/>
              <a:t>25</a:t>
            </a:fld>
            <a:endParaRPr kumimoji="1" lang="ja-JP" altLang="en-US"/>
          </a:p>
        </p:txBody>
      </p:sp>
      <p:sp>
        <p:nvSpPr>
          <p:cNvPr id="4" name="タイトル 1">
            <a:extLst>
              <a:ext uri="{FF2B5EF4-FFF2-40B4-BE49-F238E27FC236}">
                <a16:creationId xmlns:a16="http://schemas.microsoft.com/office/drawing/2014/main" id="{3A1227A5-13CE-E4AB-901F-D3CAEBF33683}"/>
              </a:ext>
            </a:extLst>
          </p:cNvPr>
          <p:cNvSpPr txBox="1">
            <a:spLocks/>
          </p:cNvSpPr>
          <p:nvPr/>
        </p:nvSpPr>
        <p:spPr>
          <a:xfrm>
            <a:off x="472440" y="390046"/>
            <a:ext cx="10058400" cy="1371600"/>
          </a:xfrm>
          <a:prstGeom prst="rect">
            <a:avLst/>
          </a:prstGeom>
        </p:spPr>
        <p:txBody>
          <a:bodyPr/>
          <a:lstStyle>
            <a:lvl1pPr algn="l" defTabSz="914400" rtl="0" eaLnBrk="1" latinLnBrk="0" hangingPunct="1">
              <a:lnSpc>
                <a:spcPct val="90000"/>
              </a:lnSpc>
              <a:spcBef>
                <a:spcPct val="0"/>
              </a:spcBef>
              <a:buNone/>
              <a:defRPr kumimoji="1" lang="en-US" sz="4800" kern="1200" cap="none" spc="0" baseline="0" dirty="0">
                <a:solidFill>
                  <a:schemeClr val="tx1">
                    <a:lumMod val="85000"/>
                    <a:lumOff val="15000"/>
                  </a:schemeClr>
                </a:solidFill>
                <a:effectLst/>
                <a:latin typeface="+mj-lt"/>
                <a:ea typeface="+mn-ea"/>
                <a:cs typeface="+mn-cs"/>
              </a:defRPr>
            </a:lvl1pPr>
          </a:lstStyle>
          <a:p>
            <a:r>
              <a:rPr lang="ja-JP" altLang="en-US" dirty="0"/>
              <a:t>学んだこと・今後の改善点</a:t>
            </a:r>
          </a:p>
        </p:txBody>
      </p:sp>
    </p:spTree>
    <p:extLst>
      <p:ext uri="{BB962C8B-B14F-4D97-AF65-F5344CB8AC3E}">
        <p14:creationId xmlns:p14="http://schemas.microsoft.com/office/powerpoint/2010/main" val="869080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356755" y="3416300"/>
            <a:ext cx="4126865" cy="3366770"/>
            <a:chOff x="356755" y="3416300"/>
            <a:chExt cx="4126865" cy="3366770"/>
          </a:xfrm>
        </p:grpSpPr>
        <p:sp>
          <p:nvSpPr>
            <p:cNvPr id="4" name="object 4"/>
            <p:cNvSpPr/>
            <p:nvPr/>
          </p:nvSpPr>
          <p:spPr>
            <a:xfrm>
              <a:off x="369455" y="3429000"/>
              <a:ext cx="4101465" cy="3341370"/>
            </a:xfrm>
            <a:custGeom>
              <a:avLst/>
              <a:gdLst/>
              <a:ahLst/>
              <a:cxnLst/>
              <a:rect l="l" t="t" r="r" b="b"/>
              <a:pathLst>
                <a:path w="4101465" h="3341370">
                  <a:moveTo>
                    <a:pt x="3544049" y="0"/>
                  </a:moveTo>
                  <a:lnTo>
                    <a:pt x="556882" y="0"/>
                  </a:lnTo>
                  <a:lnTo>
                    <a:pt x="508832" y="2043"/>
                  </a:lnTo>
                  <a:lnTo>
                    <a:pt x="461917" y="8064"/>
                  </a:lnTo>
                  <a:lnTo>
                    <a:pt x="416305" y="17893"/>
                  </a:lnTo>
                  <a:lnTo>
                    <a:pt x="372161" y="31365"/>
                  </a:lnTo>
                  <a:lnTo>
                    <a:pt x="329655" y="48312"/>
                  </a:lnTo>
                  <a:lnTo>
                    <a:pt x="288951" y="68568"/>
                  </a:lnTo>
                  <a:lnTo>
                    <a:pt x="250219" y="91964"/>
                  </a:lnTo>
                  <a:lnTo>
                    <a:pt x="213625" y="118334"/>
                  </a:lnTo>
                  <a:lnTo>
                    <a:pt x="179335" y="147510"/>
                  </a:lnTo>
                  <a:lnTo>
                    <a:pt x="147518" y="179327"/>
                  </a:lnTo>
                  <a:lnTo>
                    <a:pt x="118341" y="213616"/>
                  </a:lnTo>
                  <a:lnTo>
                    <a:pt x="91970" y="250211"/>
                  </a:lnTo>
                  <a:lnTo>
                    <a:pt x="68572" y="288944"/>
                  </a:lnTo>
                  <a:lnTo>
                    <a:pt x="48316" y="329649"/>
                  </a:lnTo>
                  <a:lnTo>
                    <a:pt x="31368" y="372158"/>
                  </a:lnTo>
                  <a:lnTo>
                    <a:pt x="17895" y="416304"/>
                  </a:lnTo>
                  <a:lnTo>
                    <a:pt x="8064" y="461920"/>
                  </a:lnTo>
                  <a:lnTo>
                    <a:pt x="2044" y="508839"/>
                  </a:lnTo>
                  <a:lnTo>
                    <a:pt x="0" y="556894"/>
                  </a:lnTo>
                  <a:lnTo>
                    <a:pt x="0" y="2784360"/>
                  </a:lnTo>
                  <a:lnTo>
                    <a:pt x="2044" y="2832412"/>
                  </a:lnTo>
                  <a:lnTo>
                    <a:pt x="8064" y="2879328"/>
                  </a:lnTo>
                  <a:lnTo>
                    <a:pt x="17895" y="2924942"/>
                  </a:lnTo>
                  <a:lnTo>
                    <a:pt x="31368" y="2969087"/>
                  </a:lnTo>
                  <a:lnTo>
                    <a:pt x="48316" y="3011595"/>
                  </a:lnTo>
                  <a:lnTo>
                    <a:pt x="68572" y="3052299"/>
                  </a:lnTo>
                  <a:lnTo>
                    <a:pt x="91970" y="3091032"/>
                  </a:lnTo>
                  <a:lnTo>
                    <a:pt x="118341" y="3127627"/>
                  </a:lnTo>
                  <a:lnTo>
                    <a:pt x="147518" y="3161917"/>
                  </a:lnTo>
                  <a:lnTo>
                    <a:pt x="179335" y="3193735"/>
                  </a:lnTo>
                  <a:lnTo>
                    <a:pt x="213625" y="3222912"/>
                  </a:lnTo>
                  <a:lnTo>
                    <a:pt x="250219" y="3249284"/>
                  </a:lnTo>
                  <a:lnTo>
                    <a:pt x="288951" y="3272681"/>
                  </a:lnTo>
                  <a:lnTo>
                    <a:pt x="329655" y="3292937"/>
                  </a:lnTo>
                  <a:lnTo>
                    <a:pt x="372161" y="3309886"/>
                  </a:lnTo>
                  <a:lnTo>
                    <a:pt x="416305" y="3323359"/>
                  </a:lnTo>
                  <a:lnTo>
                    <a:pt x="461917" y="3333189"/>
                  </a:lnTo>
                  <a:lnTo>
                    <a:pt x="508832" y="3339210"/>
                  </a:lnTo>
                  <a:lnTo>
                    <a:pt x="556882" y="3341254"/>
                  </a:lnTo>
                  <a:lnTo>
                    <a:pt x="3544049" y="3341254"/>
                  </a:lnTo>
                  <a:lnTo>
                    <a:pt x="3592104" y="3339210"/>
                  </a:lnTo>
                  <a:lnTo>
                    <a:pt x="3639023" y="3333189"/>
                  </a:lnTo>
                  <a:lnTo>
                    <a:pt x="3684639" y="3323359"/>
                  </a:lnTo>
                  <a:lnTo>
                    <a:pt x="3728786" y="3309886"/>
                  </a:lnTo>
                  <a:lnTo>
                    <a:pt x="3771294" y="3292937"/>
                  </a:lnTo>
                  <a:lnTo>
                    <a:pt x="3811999" y="3272681"/>
                  </a:lnTo>
                  <a:lnTo>
                    <a:pt x="3850732" y="3249284"/>
                  </a:lnTo>
                  <a:lnTo>
                    <a:pt x="3887327" y="3222912"/>
                  </a:lnTo>
                  <a:lnTo>
                    <a:pt x="3921616" y="3193735"/>
                  </a:lnTo>
                  <a:lnTo>
                    <a:pt x="3953433" y="3161917"/>
                  </a:lnTo>
                  <a:lnTo>
                    <a:pt x="3982610" y="3127627"/>
                  </a:lnTo>
                  <a:lnTo>
                    <a:pt x="4008980" y="3091032"/>
                  </a:lnTo>
                  <a:lnTo>
                    <a:pt x="4032376" y="3052299"/>
                  </a:lnTo>
                  <a:lnTo>
                    <a:pt x="4052631" y="3011595"/>
                  </a:lnTo>
                  <a:lnTo>
                    <a:pt x="4069578" y="2969087"/>
                  </a:lnTo>
                  <a:lnTo>
                    <a:pt x="4083050" y="2924942"/>
                  </a:lnTo>
                  <a:lnTo>
                    <a:pt x="4092880" y="2879328"/>
                  </a:lnTo>
                  <a:lnTo>
                    <a:pt x="4098900" y="2832412"/>
                  </a:lnTo>
                  <a:lnTo>
                    <a:pt x="4100944" y="2784360"/>
                  </a:lnTo>
                  <a:lnTo>
                    <a:pt x="4100944" y="556894"/>
                  </a:lnTo>
                  <a:lnTo>
                    <a:pt x="4098900" y="508839"/>
                  </a:lnTo>
                  <a:lnTo>
                    <a:pt x="4092880" y="461920"/>
                  </a:lnTo>
                  <a:lnTo>
                    <a:pt x="4083050" y="416304"/>
                  </a:lnTo>
                  <a:lnTo>
                    <a:pt x="4069578" y="372158"/>
                  </a:lnTo>
                  <a:lnTo>
                    <a:pt x="4052631" y="329649"/>
                  </a:lnTo>
                  <a:lnTo>
                    <a:pt x="4032376" y="288944"/>
                  </a:lnTo>
                  <a:lnTo>
                    <a:pt x="4008980" y="250211"/>
                  </a:lnTo>
                  <a:lnTo>
                    <a:pt x="3982610" y="213616"/>
                  </a:lnTo>
                  <a:lnTo>
                    <a:pt x="3953433" y="179327"/>
                  </a:lnTo>
                  <a:lnTo>
                    <a:pt x="3921616" y="147510"/>
                  </a:lnTo>
                  <a:lnTo>
                    <a:pt x="3887327" y="118334"/>
                  </a:lnTo>
                  <a:lnTo>
                    <a:pt x="3850732" y="91964"/>
                  </a:lnTo>
                  <a:lnTo>
                    <a:pt x="3811999" y="68568"/>
                  </a:lnTo>
                  <a:lnTo>
                    <a:pt x="3771294" y="48312"/>
                  </a:lnTo>
                  <a:lnTo>
                    <a:pt x="3728786" y="31365"/>
                  </a:lnTo>
                  <a:lnTo>
                    <a:pt x="3684639" y="17893"/>
                  </a:lnTo>
                  <a:lnTo>
                    <a:pt x="3639023" y="8064"/>
                  </a:lnTo>
                  <a:lnTo>
                    <a:pt x="3592104" y="2043"/>
                  </a:lnTo>
                  <a:lnTo>
                    <a:pt x="3544049" y="0"/>
                  </a:lnTo>
                  <a:close/>
                </a:path>
              </a:pathLst>
            </a:custGeom>
            <a:solidFill>
              <a:srgbClr val="FFFFFF"/>
            </a:solidFill>
          </p:spPr>
          <p:txBody>
            <a:bodyPr wrap="square" lIns="0" tIns="0" rIns="0" bIns="0" rtlCol="0"/>
            <a:lstStyle/>
            <a:p>
              <a:endParaRPr/>
            </a:p>
          </p:txBody>
        </p:sp>
        <p:sp>
          <p:nvSpPr>
            <p:cNvPr id="5" name="object 5"/>
            <p:cNvSpPr/>
            <p:nvPr/>
          </p:nvSpPr>
          <p:spPr>
            <a:xfrm>
              <a:off x="369455" y="3429000"/>
              <a:ext cx="4101465" cy="3341370"/>
            </a:xfrm>
            <a:custGeom>
              <a:avLst/>
              <a:gdLst/>
              <a:ahLst/>
              <a:cxnLst/>
              <a:rect l="l" t="t" r="r" b="b"/>
              <a:pathLst>
                <a:path w="4101465" h="3341370">
                  <a:moveTo>
                    <a:pt x="0" y="556894"/>
                  </a:moveTo>
                  <a:lnTo>
                    <a:pt x="2044" y="508839"/>
                  </a:lnTo>
                  <a:lnTo>
                    <a:pt x="8064" y="461920"/>
                  </a:lnTo>
                  <a:lnTo>
                    <a:pt x="17895" y="416304"/>
                  </a:lnTo>
                  <a:lnTo>
                    <a:pt x="31368" y="372158"/>
                  </a:lnTo>
                  <a:lnTo>
                    <a:pt x="48316" y="329649"/>
                  </a:lnTo>
                  <a:lnTo>
                    <a:pt x="68572" y="288944"/>
                  </a:lnTo>
                  <a:lnTo>
                    <a:pt x="91970" y="250211"/>
                  </a:lnTo>
                  <a:lnTo>
                    <a:pt x="118341" y="213616"/>
                  </a:lnTo>
                  <a:lnTo>
                    <a:pt x="147518" y="179327"/>
                  </a:lnTo>
                  <a:lnTo>
                    <a:pt x="179335" y="147510"/>
                  </a:lnTo>
                  <a:lnTo>
                    <a:pt x="213625" y="118334"/>
                  </a:lnTo>
                  <a:lnTo>
                    <a:pt x="250219" y="91964"/>
                  </a:lnTo>
                  <a:lnTo>
                    <a:pt x="288951" y="68568"/>
                  </a:lnTo>
                  <a:lnTo>
                    <a:pt x="329655" y="48312"/>
                  </a:lnTo>
                  <a:lnTo>
                    <a:pt x="372161" y="31365"/>
                  </a:lnTo>
                  <a:lnTo>
                    <a:pt x="416305" y="17893"/>
                  </a:lnTo>
                  <a:lnTo>
                    <a:pt x="461917" y="8064"/>
                  </a:lnTo>
                  <a:lnTo>
                    <a:pt x="508832" y="2043"/>
                  </a:lnTo>
                  <a:lnTo>
                    <a:pt x="556882" y="0"/>
                  </a:lnTo>
                  <a:lnTo>
                    <a:pt x="3544049" y="0"/>
                  </a:lnTo>
                  <a:lnTo>
                    <a:pt x="3592104" y="2043"/>
                  </a:lnTo>
                  <a:lnTo>
                    <a:pt x="3639023" y="8064"/>
                  </a:lnTo>
                  <a:lnTo>
                    <a:pt x="3684639" y="17893"/>
                  </a:lnTo>
                  <a:lnTo>
                    <a:pt x="3728786" y="31365"/>
                  </a:lnTo>
                  <a:lnTo>
                    <a:pt x="3771294" y="48312"/>
                  </a:lnTo>
                  <a:lnTo>
                    <a:pt x="3811999" y="68568"/>
                  </a:lnTo>
                  <a:lnTo>
                    <a:pt x="3850732" y="91964"/>
                  </a:lnTo>
                  <a:lnTo>
                    <a:pt x="3887327" y="118334"/>
                  </a:lnTo>
                  <a:lnTo>
                    <a:pt x="3921616" y="147510"/>
                  </a:lnTo>
                  <a:lnTo>
                    <a:pt x="3953433" y="179327"/>
                  </a:lnTo>
                  <a:lnTo>
                    <a:pt x="3982610" y="213616"/>
                  </a:lnTo>
                  <a:lnTo>
                    <a:pt x="4008980" y="250211"/>
                  </a:lnTo>
                  <a:lnTo>
                    <a:pt x="4032376" y="288944"/>
                  </a:lnTo>
                  <a:lnTo>
                    <a:pt x="4052631" y="329649"/>
                  </a:lnTo>
                  <a:lnTo>
                    <a:pt x="4069578" y="372158"/>
                  </a:lnTo>
                  <a:lnTo>
                    <a:pt x="4083050" y="416304"/>
                  </a:lnTo>
                  <a:lnTo>
                    <a:pt x="4092880" y="461920"/>
                  </a:lnTo>
                  <a:lnTo>
                    <a:pt x="4098900" y="508839"/>
                  </a:lnTo>
                  <a:lnTo>
                    <a:pt x="4100944" y="556894"/>
                  </a:lnTo>
                  <a:lnTo>
                    <a:pt x="4100944" y="2784360"/>
                  </a:lnTo>
                  <a:lnTo>
                    <a:pt x="4098900" y="2832412"/>
                  </a:lnTo>
                  <a:lnTo>
                    <a:pt x="4092880" y="2879328"/>
                  </a:lnTo>
                  <a:lnTo>
                    <a:pt x="4083050" y="2924942"/>
                  </a:lnTo>
                  <a:lnTo>
                    <a:pt x="4069578" y="2969087"/>
                  </a:lnTo>
                  <a:lnTo>
                    <a:pt x="4052631" y="3011595"/>
                  </a:lnTo>
                  <a:lnTo>
                    <a:pt x="4032376" y="3052299"/>
                  </a:lnTo>
                  <a:lnTo>
                    <a:pt x="4008980" y="3091032"/>
                  </a:lnTo>
                  <a:lnTo>
                    <a:pt x="3982610" y="3127627"/>
                  </a:lnTo>
                  <a:lnTo>
                    <a:pt x="3953433" y="3161917"/>
                  </a:lnTo>
                  <a:lnTo>
                    <a:pt x="3921616" y="3193735"/>
                  </a:lnTo>
                  <a:lnTo>
                    <a:pt x="3887327" y="3222912"/>
                  </a:lnTo>
                  <a:lnTo>
                    <a:pt x="3850732" y="3249284"/>
                  </a:lnTo>
                  <a:lnTo>
                    <a:pt x="3811999" y="3272681"/>
                  </a:lnTo>
                  <a:lnTo>
                    <a:pt x="3771294" y="3292937"/>
                  </a:lnTo>
                  <a:lnTo>
                    <a:pt x="3728786" y="3309886"/>
                  </a:lnTo>
                  <a:lnTo>
                    <a:pt x="3684639" y="3323359"/>
                  </a:lnTo>
                  <a:lnTo>
                    <a:pt x="3639023" y="3333189"/>
                  </a:lnTo>
                  <a:lnTo>
                    <a:pt x="3592104" y="3339210"/>
                  </a:lnTo>
                  <a:lnTo>
                    <a:pt x="3544049" y="3341254"/>
                  </a:lnTo>
                  <a:lnTo>
                    <a:pt x="556882" y="3341254"/>
                  </a:lnTo>
                  <a:lnTo>
                    <a:pt x="508832" y="3339210"/>
                  </a:lnTo>
                  <a:lnTo>
                    <a:pt x="461917" y="3333189"/>
                  </a:lnTo>
                  <a:lnTo>
                    <a:pt x="416305" y="3323359"/>
                  </a:lnTo>
                  <a:lnTo>
                    <a:pt x="372161" y="3309886"/>
                  </a:lnTo>
                  <a:lnTo>
                    <a:pt x="329655" y="3292937"/>
                  </a:lnTo>
                  <a:lnTo>
                    <a:pt x="288951" y="3272681"/>
                  </a:lnTo>
                  <a:lnTo>
                    <a:pt x="250219" y="3249284"/>
                  </a:lnTo>
                  <a:lnTo>
                    <a:pt x="213625" y="3222912"/>
                  </a:lnTo>
                  <a:lnTo>
                    <a:pt x="179335" y="3193735"/>
                  </a:lnTo>
                  <a:lnTo>
                    <a:pt x="147518" y="3161917"/>
                  </a:lnTo>
                  <a:lnTo>
                    <a:pt x="118341" y="3127627"/>
                  </a:lnTo>
                  <a:lnTo>
                    <a:pt x="91970" y="3091032"/>
                  </a:lnTo>
                  <a:lnTo>
                    <a:pt x="68572" y="3052299"/>
                  </a:lnTo>
                  <a:lnTo>
                    <a:pt x="48316" y="3011595"/>
                  </a:lnTo>
                  <a:lnTo>
                    <a:pt x="31368" y="2969087"/>
                  </a:lnTo>
                  <a:lnTo>
                    <a:pt x="17895" y="2924942"/>
                  </a:lnTo>
                  <a:lnTo>
                    <a:pt x="8064" y="2879328"/>
                  </a:lnTo>
                  <a:lnTo>
                    <a:pt x="2044" y="2832412"/>
                  </a:lnTo>
                  <a:lnTo>
                    <a:pt x="0" y="2784360"/>
                  </a:lnTo>
                  <a:lnTo>
                    <a:pt x="0" y="556894"/>
                  </a:lnTo>
                  <a:close/>
                </a:path>
              </a:pathLst>
            </a:custGeom>
            <a:ln w="25400">
              <a:solidFill>
                <a:srgbClr val="000000"/>
              </a:solidFill>
            </a:ln>
          </p:spPr>
          <p:txBody>
            <a:bodyPr wrap="square" lIns="0" tIns="0" rIns="0" bIns="0" rtlCol="0"/>
            <a:lstStyle/>
            <a:p>
              <a:endParaRPr/>
            </a:p>
          </p:txBody>
        </p:sp>
      </p:grpSp>
      <p:sp>
        <p:nvSpPr>
          <p:cNvPr id="8" name="object 8"/>
          <p:cNvSpPr/>
          <p:nvPr/>
        </p:nvSpPr>
        <p:spPr>
          <a:xfrm>
            <a:off x="369455" y="692784"/>
            <a:ext cx="11139170" cy="2466340"/>
          </a:xfrm>
          <a:custGeom>
            <a:avLst/>
            <a:gdLst/>
            <a:ahLst/>
            <a:cxnLst/>
            <a:rect l="l" t="t" r="r" b="b"/>
            <a:pathLst>
              <a:path w="11139170" h="2466340">
                <a:moveTo>
                  <a:pt x="0" y="410972"/>
                </a:moveTo>
                <a:lnTo>
                  <a:pt x="2765" y="363048"/>
                </a:lnTo>
                <a:lnTo>
                  <a:pt x="10855" y="316747"/>
                </a:lnTo>
                <a:lnTo>
                  <a:pt x="23962" y="272377"/>
                </a:lnTo>
                <a:lnTo>
                  <a:pt x="41777" y="230247"/>
                </a:lnTo>
                <a:lnTo>
                  <a:pt x="63991" y="190665"/>
                </a:lnTo>
                <a:lnTo>
                  <a:pt x="90297" y="153940"/>
                </a:lnTo>
                <a:lnTo>
                  <a:pt x="120386" y="120380"/>
                </a:lnTo>
                <a:lnTo>
                  <a:pt x="153949" y="90293"/>
                </a:lnTo>
                <a:lnTo>
                  <a:pt x="190679" y="63989"/>
                </a:lnTo>
                <a:lnTo>
                  <a:pt x="230266" y="41775"/>
                </a:lnTo>
                <a:lnTo>
                  <a:pt x="272402" y="23961"/>
                </a:lnTo>
                <a:lnTo>
                  <a:pt x="316779" y="10855"/>
                </a:lnTo>
                <a:lnTo>
                  <a:pt x="363089" y="2765"/>
                </a:lnTo>
                <a:lnTo>
                  <a:pt x="411022" y="0"/>
                </a:lnTo>
                <a:lnTo>
                  <a:pt x="10728058" y="0"/>
                </a:lnTo>
                <a:lnTo>
                  <a:pt x="10775981" y="2765"/>
                </a:lnTo>
                <a:lnTo>
                  <a:pt x="10822282" y="10855"/>
                </a:lnTo>
                <a:lnTo>
                  <a:pt x="10866652" y="23961"/>
                </a:lnTo>
                <a:lnTo>
                  <a:pt x="10908782" y="41775"/>
                </a:lnTo>
                <a:lnTo>
                  <a:pt x="10948364" y="63989"/>
                </a:lnTo>
                <a:lnTo>
                  <a:pt x="10985090" y="90293"/>
                </a:lnTo>
                <a:lnTo>
                  <a:pt x="11018650" y="120380"/>
                </a:lnTo>
                <a:lnTo>
                  <a:pt x="11048736" y="153940"/>
                </a:lnTo>
                <a:lnTo>
                  <a:pt x="11075040" y="190665"/>
                </a:lnTo>
                <a:lnTo>
                  <a:pt x="11097254" y="230247"/>
                </a:lnTo>
                <a:lnTo>
                  <a:pt x="11115068" y="272377"/>
                </a:lnTo>
                <a:lnTo>
                  <a:pt x="11128174" y="316747"/>
                </a:lnTo>
                <a:lnTo>
                  <a:pt x="11136265" y="363048"/>
                </a:lnTo>
                <a:lnTo>
                  <a:pt x="11139030" y="410972"/>
                </a:lnTo>
                <a:lnTo>
                  <a:pt x="11139030" y="2054987"/>
                </a:lnTo>
                <a:lnTo>
                  <a:pt x="11136265" y="2102935"/>
                </a:lnTo>
                <a:lnTo>
                  <a:pt x="11128174" y="2149258"/>
                </a:lnTo>
                <a:lnTo>
                  <a:pt x="11115068" y="2193646"/>
                </a:lnTo>
                <a:lnTo>
                  <a:pt x="11097254" y="2235792"/>
                </a:lnTo>
                <a:lnTo>
                  <a:pt x="11075040" y="2275386"/>
                </a:lnTo>
                <a:lnTo>
                  <a:pt x="11048736" y="2312122"/>
                </a:lnTo>
                <a:lnTo>
                  <a:pt x="11018650" y="2345690"/>
                </a:lnTo>
                <a:lnTo>
                  <a:pt x="10985090" y="2375782"/>
                </a:lnTo>
                <a:lnTo>
                  <a:pt x="10948364" y="2402090"/>
                </a:lnTo>
                <a:lnTo>
                  <a:pt x="10908782" y="2424307"/>
                </a:lnTo>
                <a:lnTo>
                  <a:pt x="10866652" y="2442122"/>
                </a:lnTo>
                <a:lnTo>
                  <a:pt x="10822282" y="2455230"/>
                </a:lnTo>
                <a:lnTo>
                  <a:pt x="10775981" y="2463320"/>
                </a:lnTo>
                <a:lnTo>
                  <a:pt x="10728058" y="2466086"/>
                </a:lnTo>
                <a:lnTo>
                  <a:pt x="411022" y="2466086"/>
                </a:lnTo>
                <a:lnTo>
                  <a:pt x="363089" y="2463320"/>
                </a:lnTo>
                <a:lnTo>
                  <a:pt x="316779" y="2455230"/>
                </a:lnTo>
                <a:lnTo>
                  <a:pt x="272402" y="2442122"/>
                </a:lnTo>
                <a:lnTo>
                  <a:pt x="230266" y="2424307"/>
                </a:lnTo>
                <a:lnTo>
                  <a:pt x="190679" y="2402090"/>
                </a:lnTo>
                <a:lnTo>
                  <a:pt x="153949" y="2375782"/>
                </a:lnTo>
                <a:lnTo>
                  <a:pt x="120386" y="2345690"/>
                </a:lnTo>
                <a:lnTo>
                  <a:pt x="90297" y="2312122"/>
                </a:lnTo>
                <a:lnTo>
                  <a:pt x="63991" y="2275386"/>
                </a:lnTo>
                <a:lnTo>
                  <a:pt x="41777" y="2235792"/>
                </a:lnTo>
                <a:lnTo>
                  <a:pt x="23962" y="2193646"/>
                </a:lnTo>
                <a:lnTo>
                  <a:pt x="10855" y="2149258"/>
                </a:lnTo>
                <a:lnTo>
                  <a:pt x="2765" y="2102935"/>
                </a:lnTo>
                <a:lnTo>
                  <a:pt x="0" y="2054987"/>
                </a:lnTo>
                <a:lnTo>
                  <a:pt x="0" y="410972"/>
                </a:lnTo>
                <a:close/>
              </a:path>
            </a:pathLst>
          </a:custGeom>
          <a:ln w="25400">
            <a:solidFill>
              <a:srgbClr val="00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723900" y="694931"/>
            <a:ext cx="1659636" cy="460260"/>
          </a:xfrm>
          <a:prstGeom prst="rect">
            <a:avLst/>
          </a:prstGeom>
        </p:spPr>
      </p:pic>
      <p:pic>
        <p:nvPicPr>
          <p:cNvPr id="10" name="object 10"/>
          <p:cNvPicPr/>
          <p:nvPr/>
        </p:nvPicPr>
        <p:blipFill>
          <a:blip r:embed="rId3" cstate="print"/>
          <a:stretch>
            <a:fillRect/>
          </a:stretch>
        </p:blipFill>
        <p:spPr>
          <a:xfrm>
            <a:off x="682752" y="676643"/>
            <a:ext cx="1726692" cy="560844"/>
          </a:xfrm>
          <a:prstGeom prst="rect">
            <a:avLst/>
          </a:prstGeom>
        </p:spPr>
      </p:pic>
      <p:pic>
        <p:nvPicPr>
          <p:cNvPr id="11" name="object 11"/>
          <p:cNvPicPr/>
          <p:nvPr/>
        </p:nvPicPr>
        <p:blipFill>
          <a:blip r:embed="rId4" cstate="print"/>
          <a:stretch>
            <a:fillRect/>
          </a:stretch>
        </p:blipFill>
        <p:spPr>
          <a:xfrm>
            <a:off x="771232" y="722744"/>
            <a:ext cx="1570227" cy="369455"/>
          </a:xfrm>
          <a:prstGeom prst="rect">
            <a:avLst/>
          </a:prstGeom>
        </p:spPr>
      </p:pic>
      <p:sp>
        <p:nvSpPr>
          <p:cNvPr id="12" name="object 12"/>
          <p:cNvSpPr/>
          <p:nvPr/>
        </p:nvSpPr>
        <p:spPr>
          <a:xfrm>
            <a:off x="771232" y="722744"/>
            <a:ext cx="1570355" cy="369570"/>
          </a:xfrm>
          <a:custGeom>
            <a:avLst/>
            <a:gdLst/>
            <a:ahLst/>
            <a:cxnLst/>
            <a:rect l="l" t="t" r="r" b="b"/>
            <a:pathLst>
              <a:path w="1570355" h="369569">
                <a:moveTo>
                  <a:pt x="0" y="369455"/>
                </a:moveTo>
                <a:lnTo>
                  <a:pt x="1570227" y="369455"/>
                </a:lnTo>
                <a:lnTo>
                  <a:pt x="1570227" y="0"/>
                </a:lnTo>
                <a:lnTo>
                  <a:pt x="0" y="0"/>
                </a:lnTo>
                <a:lnTo>
                  <a:pt x="0" y="369455"/>
                </a:lnTo>
                <a:close/>
              </a:path>
            </a:pathLst>
          </a:custGeom>
          <a:ln w="9525">
            <a:solidFill>
              <a:srgbClr val="000000"/>
            </a:solidFill>
          </a:ln>
        </p:spPr>
        <p:txBody>
          <a:bodyPr wrap="square" lIns="0" tIns="0" rIns="0" bIns="0" rtlCol="0"/>
          <a:lstStyle/>
          <a:p>
            <a:endParaRPr/>
          </a:p>
        </p:txBody>
      </p:sp>
      <p:pic>
        <p:nvPicPr>
          <p:cNvPr id="14" name="object 14"/>
          <p:cNvPicPr/>
          <p:nvPr/>
        </p:nvPicPr>
        <p:blipFill>
          <a:blip r:embed="rId5" cstate="print"/>
          <a:stretch>
            <a:fillRect/>
          </a:stretch>
        </p:blipFill>
        <p:spPr>
          <a:xfrm>
            <a:off x="146304" y="9144"/>
            <a:ext cx="3157727" cy="662939"/>
          </a:xfrm>
          <a:prstGeom prst="rect">
            <a:avLst/>
          </a:prstGeom>
        </p:spPr>
      </p:pic>
      <p:pic>
        <p:nvPicPr>
          <p:cNvPr id="15" name="object 15"/>
          <p:cNvPicPr/>
          <p:nvPr/>
        </p:nvPicPr>
        <p:blipFill>
          <a:blip r:embed="rId6" cstate="print"/>
          <a:stretch>
            <a:fillRect/>
          </a:stretch>
        </p:blipFill>
        <p:spPr>
          <a:xfrm>
            <a:off x="582168" y="0"/>
            <a:ext cx="2282952" cy="807720"/>
          </a:xfrm>
          <a:prstGeom prst="rect">
            <a:avLst/>
          </a:prstGeom>
        </p:spPr>
      </p:pic>
      <p:pic>
        <p:nvPicPr>
          <p:cNvPr id="16" name="object 16"/>
          <p:cNvPicPr/>
          <p:nvPr/>
        </p:nvPicPr>
        <p:blipFill>
          <a:blip r:embed="rId7" cstate="print"/>
          <a:stretch>
            <a:fillRect/>
          </a:stretch>
        </p:blipFill>
        <p:spPr>
          <a:xfrm>
            <a:off x="193967" y="36957"/>
            <a:ext cx="3066503" cy="572643"/>
          </a:xfrm>
          <a:prstGeom prst="rect">
            <a:avLst/>
          </a:prstGeom>
        </p:spPr>
      </p:pic>
      <p:sp>
        <p:nvSpPr>
          <p:cNvPr id="17" name="object 17"/>
          <p:cNvSpPr/>
          <p:nvPr/>
        </p:nvSpPr>
        <p:spPr>
          <a:xfrm>
            <a:off x="193967" y="36957"/>
            <a:ext cx="3067050" cy="572770"/>
          </a:xfrm>
          <a:custGeom>
            <a:avLst/>
            <a:gdLst/>
            <a:ahLst/>
            <a:cxnLst/>
            <a:rect l="l" t="t" r="r" b="b"/>
            <a:pathLst>
              <a:path w="3067050" h="572770">
                <a:moveTo>
                  <a:pt x="0" y="286258"/>
                </a:moveTo>
                <a:lnTo>
                  <a:pt x="15671" y="245171"/>
                </a:lnTo>
                <a:lnTo>
                  <a:pt x="61240" y="205889"/>
                </a:lnTo>
                <a:lnTo>
                  <a:pt x="107158" y="180904"/>
                </a:lnTo>
                <a:lnTo>
                  <a:pt x="164758" y="157020"/>
                </a:lnTo>
                <a:lnTo>
                  <a:pt x="233396" y="134358"/>
                </a:lnTo>
                <a:lnTo>
                  <a:pt x="271654" y="123523"/>
                </a:lnTo>
                <a:lnTo>
                  <a:pt x="312431" y="113038"/>
                </a:lnTo>
                <a:lnTo>
                  <a:pt x="355647" y="102918"/>
                </a:lnTo>
                <a:lnTo>
                  <a:pt x="401220" y="93179"/>
                </a:lnTo>
                <a:lnTo>
                  <a:pt x="449072" y="83835"/>
                </a:lnTo>
                <a:lnTo>
                  <a:pt x="499120" y="74902"/>
                </a:lnTo>
                <a:lnTo>
                  <a:pt x="551287" y="66394"/>
                </a:lnTo>
                <a:lnTo>
                  <a:pt x="605490" y="58326"/>
                </a:lnTo>
                <a:lnTo>
                  <a:pt x="661649" y="50713"/>
                </a:lnTo>
                <a:lnTo>
                  <a:pt x="719685" y="43571"/>
                </a:lnTo>
                <a:lnTo>
                  <a:pt x="779517" y="36914"/>
                </a:lnTo>
                <a:lnTo>
                  <a:pt x="841065" y="30757"/>
                </a:lnTo>
                <a:lnTo>
                  <a:pt x="904248" y="25115"/>
                </a:lnTo>
                <a:lnTo>
                  <a:pt x="968986" y="20004"/>
                </a:lnTo>
                <a:lnTo>
                  <a:pt x="1035198" y="15438"/>
                </a:lnTo>
                <a:lnTo>
                  <a:pt x="1102805" y="11432"/>
                </a:lnTo>
                <a:lnTo>
                  <a:pt x="1171726" y="8001"/>
                </a:lnTo>
                <a:lnTo>
                  <a:pt x="1241881" y="5160"/>
                </a:lnTo>
                <a:lnTo>
                  <a:pt x="1313190" y="2925"/>
                </a:lnTo>
                <a:lnTo>
                  <a:pt x="1385571" y="1310"/>
                </a:lnTo>
                <a:lnTo>
                  <a:pt x="1458946" y="330"/>
                </a:lnTo>
                <a:lnTo>
                  <a:pt x="1533232" y="0"/>
                </a:lnTo>
                <a:lnTo>
                  <a:pt x="1607524" y="330"/>
                </a:lnTo>
                <a:lnTo>
                  <a:pt x="1680902" y="1310"/>
                </a:lnTo>
                <a:lnTo>
                  <a:pt x="1753287" y="2925"/>
                </a:lnTo>
                <a:lnTo>
                  <a:pt x="1824599" y="5160"/>
                </a:lnTo>
                <a:lnTo>
                  <a:pt x="1894757" y="8001"/>
                </a:lnTo>
                <a:lnTo>
                  <a:pt x="1963681" y="11432"/>
                </a:lnTo>
                <a:lnTo>
                  <a:pt x="2031291" y="15438"/>
                </a:lnTo>
                <a:lnTo>
                  <a:pt x="2097506" y="20004"/>
                </a:lnTo>
                <a:lnTo>
                  <a:pt x="2162246" y="25115"/>
                </a:lnTo>
                <a:lnTo>
                  <a:pt x="2225430" y="30757"/>
                </a:lnTo>
                <a:lnTo>
                  <a:pt x="2286980" y="36914"/>
                </a:lnTo>
                <a:lnTo>
                  <a:pt x="2346813" y="43571"/>
                </a:lnTo>
                <a:lnTo>
                  <a:pt x="2404850" y="50713"/>
                </a:lnTo>
                <a:lnTo>
                  <a:pt x="2461011" y="58326"/>
                </a:lnTo>
                <a:lnTo>
                  <a:pt x="2515215" y="66394"/>
                </a:lnTo>
                <a:lnTo>
                  <a:pt x="2567382" y="74902"/>
                </a:lnTo>
                <a:lnTo>
                  <a:pt x="2617431" y="83835"/>
                </a:lnTo>
                <a:lnTo>
                  <a:pt x="2665283" y="93179"/>
                </a:lnTo>
                <a:lnTo>
                  <a:pt x="2710857" y="102918"/>
                </a:lnTo>
                <a:lnTo>
                  <a:pt x="2754073" y="113038"/>
                </a:lnTo>
                <a:lnTo>
                  <a:pt x="2794850" y="123523"/>
                </a:lnTo>
                <a:lnTo>
                  <a:pt x="2833108" y="134358"/>
                </a:lnTo>
                <a:lnTo>
                  <a:pt x="2901747" y="157020"/>
                </a:lnTo>
                <a:lnTo>
                  <a:pt x="2959346" y="180904"/>
                </a:lnTo>
                <a:lnTo>
                  <a:pt x="3005264" y="205889"/>
                </a:lnTo>
                <a:lnTo>
                  <a:pt x="3038857" y="231857"/>
                </a:lnTo>
                <a:lnTo>
                  <a:pt x="3064735" y="272386"/>
                </a:lnTo>
                <a:lnTo>
                  <a:pt x="3066503" y="286258"/>
                </a:lnTo>
                <a:lnTo>
                  <a:pt x="3064735" y="300139"/>
                </a:lnTo>
                <a:lnTo>
                  <a:pt x="3038857" y="340698"/>
                </a:lnTo>
                <a:lnTo>
                  <a:pt x="3005264" y="366682"/>
                </a:lnTo>
                <a:lnTo>
                  <a:pt x="2959346" y="391681"/>
                </a:lnTo>
                <a:lnTo>
                  <a:pt x="2901747" y="415577"/>
                </a:lnTo>
                <a:lnTo>
                  <a:pt x="2833108" y="438249"/>
                </a:lnTo>
                <a:lnTo>
                  <a:pt x="2794850" y="449089"/>
                </a:lnTo>
                <a:lnTo>
                  <a:pt x="2754073" y="459578"/>
                </a:lnTo>
                <a:lnTo>
                  <a:pt x="2710857" y="469701"/>
                </a:lnTo>
                <a:lnTo>
                  <a:pt x="2665283" y="479444"/>
                </a:lnTo>
                <a:lnTo>
                  <a:pt x="2617431" y="488791"/>
                </a:lnTo>
                <a:lnTo>
                  <a:pt x="2567382" y="497727"/>
                </a:lnTo>
                <a:lnTo>
                  <a:pt x="2515215" y="506237"/>
                </a:lnTo>
                <a:lnTo>
                  <a:pt x="2461011" y="514307"/>
                </a:lnTo>
                <a:lnTo>
                  <a:pt x="2404850" y="521922"/>
                </a:lnTo>
                <a:lnTo>
                  <a:pt x="2346813" y="529066"/>
                </a:lnTo>
                <a:lnTo>
                  <a:pt x="2286980" y="535724"/>
                </a:lnTo>
                <a:lnTo>
                  <a:pt x="2225430" y="541882"/>
                </a:lnTo>
                <a:lnTo>
                  <a:pt x="2162246" y="547524"/>
                </a:lnTo>
                <a:lnTo>
                  <a:pt x="2097506" y="552636"/>
                </a:lnTo>
                <a:lnTo>
                  <a:pt x="2031291" y="557203"/>
                </a:lnTo>
                <a:lnTo>
                  <a:pt x="1963681" y="561209"/>
                </a:lnTo>
                <a:lnTo>
                  <a:pt x="1894757" y="564641"/>
                </a:lnTo>
                <a:lnTo>
                  <a:pt x="1824599" y="567481"/>
                </a:lnTo>
                <a:lnTo>
                  <a:pt x="1753287" y="569717"/>
                </a:lnTo>
                <a:lnTo>
                  <a:pt x="1680902" y="571332"/>
                </a:lnTo>
                <a:lnTo>
                  <a:pt x="1607524" y="572312"/>
                </a:lnTo>
                <a:lnTo>
                  <a:pt x="1533232" y="572643"/>
                </a:lnTo>
                <a:lnTo>
                  <a:pt x="1458946" y="572312"/>
                </a:lnTo>
                <a:lnTo>
                  <a:pt x="1385571" y="571332"/>
                </a:lnTo>
                <a:lnTo>
                  <a:pt x="1313190" y="569717"/>
                </a:lnTo>
                <a:lnTo>
                  <a:pt x="1241881" y="567481"/>
                </a:lnTo>
                <a:lnTo>
                  <a:pt x="1171726" y="564641"/>
                </a:lnTo>
                <a:lnTo>
                  <a:pt x="1102805" y="561209"/>
                </a:lnTo>
                <a:lnTo>
                  <a:pt x="1035198" y="557203"/>
                </a:lnTo>
                <a:lnTo>
                  <a:pt x="968986" y="552636"/>
                </a:lnTo>
                <a:lnTo>
                  <a:pt x="904248" y="547524"/>
                </a:lnTo>
                <a:lnTo>
                  <a:pt x="841065" y="541882"/>
                </a:lnTo>
                <a:lnTo>
                  <a:pt x="779517" y="535724"/>
                </a:lnTo>
                <a:lnTo>
                  <a:pt x="719685" y="529066"/>
                </a:lnTo>
                <a:lnTo>
                  <a:pt x="661649" y="521922"/>
                </a:lnTo>
                <a:lnTo>
                  <a:pt x="605490" y="514307"/>
                </a:lnTo>
                <a:lnTo>
                  <a:pt x="551287" y="506237"/>
                </a:lnTo>
                <a:lnTo>
                  <a:pt x="499120" y="497727"/>
                </a:lnTo>
                <a:lnTo>
                  <a:pt x="449071" y="488791"/>
                </a:lnTo>
                <a:lnTo>
                  <a:pt x="401220" y="479444"/>
                </a:lnTo>
                <a:lnTo>
                  <a:pt x="355647" y="469701"/>
                </a:lnTo>
                <a:lnTo>
                  <a:pt x="312431" y="459578"/>
                </a:lnTo>
                <a:lnTo>
                  <a:pt x="271654" y="449089"/>
                </a:lnTo>
                <a:lnTo>
                  <a:pt x="233396" y="438249"/>
                </a:lnTo>
                <a:lnTo>
                  <a:pt x="164758" y="415577"/>
                </a:lnTo>
                <a:lnTo>
                  <a:pt x="107158" y="391681"/>
                </a:lnTo>
                <a:lnTo>
                  <a:pt x="61240" y="366682"/>
                </a:lnTo>
                <a:lnTo>
                  <a:pt x="27646" y="340698"/>
                </a:lnTo>
                <a:lnTo>
                  <a:pt x="1768" y="300139"/>
                </a:lnTo>
                <a:lnTo>
                  <a:pt x="0" y="286258"/>
                </a:lnTo>
                <a:close/>
              </a:path>
            </a:pathLst>
          </a:custGeom>
          <a:ln w="9525">
            <a:solidFill>
              <a:srgbClr val="000000"/>
            </a:solidFill>
          </a:ln>
        </p:spPr>
        <p:txBody>
          <a:bodyPr wrap="square" lIns="0" tIns="0" rIns="0" bIns="0" rtlCol="0"/>
          <a:lstStyle/>
          <a:p>
            <a:endParaRPr/>
          </a:p>
        </p:txBody>
      </p:sp>
      <p:pic>
        <p:nvPicPr>
          <p:cNvPr id="18" name="object 18"/>
          <p:cNvPicPr/>
          <p:nvPr/>
        </p:nvPicPr>
        <p:blipFill>
          <a:blip r:embed="rId8" cstate="print"/>
          <a:stretch>
            <a:fillRect/>
          </a:stretch>
        </p:blipFill>
        <p:spPr>
          <a:xfrm>
            <a:off x="838809" y="143510"/>
            <a:ext cx="2130933" cy="384047"/>
          </a:xfrm>
          <a:prstGeom prst="rect">
            <a:avLst/>
          </a:prstGeom>
        </p:spPr>
      </p:pic>
      <p:grpSp>
        <p:nvGrpSpPr>
          <p:cNvPr id="19" name="object 19"/>
          <p:cNvGrpSpPr/>
          <p:nvPr/>
        </p:nvGrpSpPr>
        <p:grpSpPr>
          <a:xfrm>
            <a:off x="585216" y="3499078"/>
            <a:ext cx="1937385" cy="650875"/>
            <a:chOff x="585216" y="3499078"/>
            <a:chExt cx="1937385" cy="650875"/>
          </a:xfrm>
        </p:grpSpPr>
        <p:pic>
          <p:nvPicPr>
            <p:cNvPr id="20" name="object 20"/>
            <p:cNvPicPr/>
            <p:nvPr/>
          </p:nvPicPr>
          <p:blipFill>
            <a:blip r:embed="rId9" cstate="print"/>
            <a:stretch>
              <a:fillRect/>
            </a:stretch>
          </p:blipFill>
          <p:spPr>
            <a:xfrm>
              <a:off x="585216" y="3499078"/>
              <a:ext cx="1937004" cy="650773"/>
            </a:xfrm>
            <a:prstGeom prst="rect">
              <a:avLst/>
            </a:prstGeom>
          </p:spPr>
        </p:pic>
        <p:pic>
          <p:nvPicPr>
            <p:cNvPr id="21" name="object 21"/>
            <p:cNvPicPr/>
            <p:nvPr/>
          </p:nvPicPr>
          <p:blipFill>
            <a:blip r:embed="rId10" cstate="print"/>
            <a:stretch>
              <a:fillRect/>
            </a:stretch>
          </p:blipFill>
          <p:spPr>
            <a:xfrm>
              <a:off x="1033272" y="3578339"/>
              <a:ext cx="1040879" cy="560844"/>
            </a:xfrm>
            <a:prstGeom prst="rect">
              <a:avLst/>
            </a:prstGeom>
          </p:spPr>
        </p:pic>
        <p:pic>
          <p:nvPicPr>
            <p:cNvPr id="22" name="object 22"/>
            <p:cNvPicPr/>
            <p:nvPr/>
          </p:nvPicPr>
          <p:blipFill>
            <a:blip r:embed="rId11" cstate="print"/>
            <a:stretch>
              <a:fillRect/>
            </a:stretch>
          </p:blipFill>
          <p:spPr>
            <a:xfrm>
              <a:off x="632688" y="3526028"/>
              <a:ext cx="1847240" cy="561086"/>
            </a:xfrm>
            <a:prstGeom prst="rect">
              <a:avLst/>
            </a:prstGeom>
          </p:spPr>
        </p:pic>
        <p:sp>
          <p:nvSpPr>
            <p:cNvPr id="23" name="object 23"/>
            <p:cNvSpPr/>
            <p:nvPr/>
          </p:nvSpPr>
          <p:spPr>
            <a:xfrm>
              <a:off x="632688" y="3526028"/>
              <a:ext cx="1847850" cy="561340"/>
            </a:xfrm>
            <a:custGeom>
              <a:avLst/>
              <a:gdLst/>
              <a:ahLst/>
              <a:cxnLst/>
              <a:rect l="l" t="t" r="r" b="b"/>
              <a:pathLst>
                <a:path w="1847850" h="561339">
                  <a:moveTo>
                    <a:pt x="0" y="93472"/>
                  </a:moveTo>
                  <a:lnTo>
                    <a:pt x="7349" y="57060"/>
                  </a:lnTo>
                  <a:lnTo>
                    <a:pt x="27392" y="27352"/>
                  </a:lnTo>
                  <a:lnTo>
                    <a:pt x="57119" y="7336"/>
                  </a:lnTo>
                  <a:lnTo>
                    <a:pt x="93522" y="0"/>
                  </a:lnTo>
                  <a:lnTo>
                    <a:pt x="1753768" y="0"/>
                  </a:lnTo>
                  <a:lnTo>
                    <a:pt x="1790179" y="7336"/>
                  </a:lnTo>
                  <a:lnTo>
                    <a:pt x="1819887" y="27352"/>
                  </a:lnTo>
                  <a:lnTo>
                    <a:pt x="1839904" y="57060"/>
                  </a:lnTo>
                  <a:lnTo>
                    <a:pt x="1847240" y="93472"/>
                  </a:lnTo>
                  <a:lnTo>
                    <a:pt x="1847240" y="467487"/>
                  </a:lnTo>
                  <a:lnTo>
                    <a:pt x="1839904" y="503918"/>
                  </a:lnTo>
                  <a:lnTo>
                    <a:pt x="1819887" y="533669"/>
                  </a:lnTo>
                  <a:lnTo>
                    <a:pt x="1790179" y="553729"/>
                  </a:lnTo>
                  <a:lnTo>
                    <a:pt x="1753768" y="561086"/>
                  </a:lnTo>
                  <a:lnTo>
                    <a:pt x="93522" y="561086"/>
                  </a:lnTo>
                  <a:lnTo>
                    <a:pt x="57119" y="553729"/>
                  </a:lnTo>
                  <a:lnTo>
                    <a:pt x="27392" y="533669"/>
                  </a:lnTo>
                  <a:lnTo>
                    <a:pt x="7349" y="503918"/>
                  </a:lnTo>
                  <a:lnTo>
                    <a:pt x="0" y="467487"/>
                  </a:lnTo>
                  <a:lnTo>
                    <a:pt x="0" y="93472"/>
                  </a:lnTo>
                  <a:close/>
                </a:path>
              </a:pathLst>
            </a:custGeom>
            <a:ln w="9525">
              <a:solidFill>
                <a:srgbClr val="000000"/>
              </a:solidFill>
            </a:ln>
          </p:spPr>
          <p:txBody>
            <a:bodyPr wrap="square" lIns="0" tIns="0" rIns="0" bIns="0" rtlCol="0"/>
            <a:lstStyle/>
            <a:p>
              <a:endParaRPr/>
            </a:p>
          </p:txBody>
        </p:sp>
        <p:pic>
          <p:nvPicPr>
            <p:cNvPr id="24" name="object 24"/>
            <p:cNvPicPr/>
            <p:nvPr/>
          </p:nvPicPr>
          <p:blipFill>
            <a:blip r:embed="rId12" cstate="print"/>
            <a:stretch>
              <a:fillRect/>
            </a:stretch>
          </p:blipFill>
          <p:spPr>
            <a:xfrm>
              <a:off x="1212799" y="3691763"/>
              <a:ext cx="914399" cy="246887"/>
            </a:xfrm>
            <a:prstGeom prst="rect">
              <a:avLst/>
            </a:prstGeom>
          </p:spPr>
        </p:pic>
      </p:grpSp>
      <p:grpSp>
        <p:nvGrpSpPr>
          <p:cNvPr id="25" name="object 25"/>
          <p:cNvGrpSpPr/>
          <p:nvPr/>
        </p:nvGrpSpPr>
        <p:grpSpPr>
          <a:xfrm>
            <a:off x="4854828" y="3416300"/>
            <a:ext cx="6666865" cy="3366770"/>
            <a:chOff x="4854828" y="3416300"/>
            <a:chExt cx="6666865" cy="3366770"/>
          </a:xfrm>
        </p:grpSpPr>
        <p:sp>
          <p:nvSpPr>
            <p:cNvPr id="26" name="object 26"/>
            <p:cNvSpPr/>
            <p:nvPr/>
          </p:nvSpPr>
          <p:spPr>
            <a:xfrm>
              <a:off x="4867528" y="3429000"/>
              <a:ext cx="6641465" cy="3341370"/>
            </a:xfrm>
            <a:custGeom>
              <a:avLst/>
              <a:gdLst/>
              <a:ahLst/>
              <a:cxnLst/>
              <a:rect l="l" t="t" r="r" b="b"/>
              <a:pathLst>
                <a:path w="6641465" h="3341370">
                  <a:moveTo>
                    <a:pt x="6084062" y="0"/>
                  </a:moveTo>
                  <a:lnTo>
                    <a:pt x="556895" y="0"/>
                  </a:lnTo>
                  <a:lnTo>
                    <a:pt x="508839" y="2043"/>
                  </a:lnTo>
                  <a:lnTo>
                    <a:pt x="461920" y="8064"/>
                  </a:lnTo>
                  <a:lnTo>
                    <a:pt x="416304" y="17893"/>
                  </a:lnTo>
                  <a:lnTo>
                    <a:pt x="372158" y="31365"/>
                  </a:lnTo>
                  <a:lnTo>
                    <a:pt x="329649" y="48312"/>
                  </a:lnTo>
                  <a:lnTo>
                    <a:pt x="288944" y="68568"/>
                  </a:lnTo>
                  <a:lnTo>
                    <a:pt x="250211" y="91964"/>
                  </a:lnTo>
                  <a:lnTo>
                    <a:pt x="213616" y="118334"/>
                  </a:lnTo>
                  <a:lnTo>
                    <a:pt x="179327" y="147510"/>
                  </a:lnTo>
                  <a:lnTo>
                    <a:pt x="147510" y="179327"/>
                  </a:lnTo>
                  <a:lnTo>
                    <a:pt x="118334" y="213616"/>
                  </a:lnTo>
                  <a:lnTo>
                    <a:pt x="91964" y="250211"/>
                  </a:lnTo>
                  <a:lnTo>
                    <a:pt x="68568" y="288944"/>
                  </a:lnTo>
                  <a:lnTo>
                    <a:pt x="48312" y="329649"/>
                  </a:lnTo>
                  <a:lnTo>
                    <a:pt x="31365" y="372158"/>
                  </a:lnTo>
                  <a:lnTo>
                    <a:pt x="17893" y="416304"/>
                  </a:lnTo>
                  <a:lnTo>
                    <a:pt x="8064" y="461920"/>
                  </a:lnTo>
                  <a:lnTo>
                    <a:pt x="2043" y="508839"/>
                  </a:lnTo>
                  <a:lnTo>
                    <a:pt x="0" y="556894"/>
                  </a:lnTo>
                  <a:lnTo>
                    <a:pt x="0" y="2784373"/>
                  </a:lnTo>
                  <a:lnTo>
                    <a:pt x="2043" y="2832423"/>
                  </a:lnTo>
                  <a:lnTo>
                    <a:pt x="8064" y="2879337"/>
                  </a:lnTo>
                  <a:lnTo>
                    <a:pt x="17893" y="2924950"/>
                  </a:lnTo>
                  <a:lnTo>
                    <a:pt x="31365" y="2969093"/>
                  </a:lnTo>
                  <a:lnTo>
                    <a:pt x="48312" y="3011600"/>
                  </a:lnTo>
                  <a:lnTo>
                    <a:pt x="68568" y="3052303"/>
                  </a:lnTo>
                  <a:lnTo>
                    <a:pt x="91964" y="3091035"/>
                  </a:lnTo>
                  <a:lnTo>
                    <a:pt x="118334" y="3127630"/>
                  </a:lnTo>
                  <a:lnTo>
                    <a:pt x="147510" y="3161919"/>
                  </a:lnTo>
                  <a:lnTo>
                    <a:pt x="179327" y="3193736"/>
                  </a:lnTo>
                  <a:lnTo>
                    <a:pt x="213616" y="3222913"/>
                  </a:lnTo>
                  <a:lnTo>
                    <a:pt x="250211" y="3249284"/>
                  </a:lnTo>
                  <a:lnTo>
                    <a:pt x="288944" y="3272681"/>
                  </a:lnTo>
                  <a:lnTo>
                    <a:pt x="329649" y="3292938"/>
                  </a:lnTo>
                  <a:lnTo>
                    <a:pt x="372158" y="3309886"/>
                  </a:lnTo>
                  <a:lnTo>
                    <a:pt x="416304" y="3323359"/>
                  </a:lnTo>
                  <a:lnTo>
                    <a:pt x="461920" y="3333189"/>
                  </a:lnTo>
                  <a:lnTo>
                    <a:pt x="508839" y="3339210"/>
                  </a:lnTo>
                  <a:lnTo>
                    <a:pt x="556895" y="3341254"/>
                  </a:lnTo>
                  <a:lnTo>
                    <a:pt x="6084062" y="3341254"/>
                  </a:lnTo>
                  <a:lnTo>
                    <a:pt x="6132117" y="3339210"/>
                  </a:lnTo>
                  <a:lnTo>
                    <a:pt x="6179036" y="3333189"/>
                  </a:lnTo>
                  <a:lnTo>
                    <a:pt x="6224652" y="3323359"/>
                  </a:lnTo>
                  <a:lnTo>
                    <a:pt x="6268798" y="3309886"/>
                  </a:lnTo>
                  <a:lnTo>
                    <a:pt x="6311307" y="3292938"/>
                  </a:lnTo>
                  <a:lnTo>
                    <a:pt x="6352012" y="3272681"/>
                  </a:lnTo>
                  <a:lnTo>
                    <a:pt x="6390745" y="3249284"/>
                  </a:lnTo>
                  <a:lnTo>
                    <a:pt x="6427340" y="3222913"/>
                  </a:lnTo>
                  <a:lnTo>
                    <a:pt x="6461629" y="3193736"/>
                  </a:lnTo>
                  <a:lnTo>
                    <a:pt x="6493446" y="3161919"/>
                  </a:lnTo>
                  <a:lnTo>
                    <a:pt x="6522622" y="3127630"/>
                  </a:lnTo>
                  <a:lnTo>
                    <a:pt x="6548992" y="3091035"/>
                  </a:lnTo>
                  <a:lnTo>
                    <a:pt x="6572388" y="3052303"/>
                  </a:lnTo>
                  <a:lnTo>
                    <a:pt x="6592644" y="3011600"/>
                  </a:lnTo>
                  <a:lnTo>
                    <a:pt x="6609591" y="2969093"/>
                  </a:lnTo>
                  <a:lnTo>
                    <a:pt x="6623063" y="2924950"/>
                  </a:lnTo>
                  <a:lnTo>
                    <a:pt x="6632892" y="2879337"/>
                  </a:lnTo>
                  <a:lnTo>
                    <a:pt x="6638913" y="2832423"/>
                  </a:lnTo>
                  <a:lnTo>
                    <a:pt x="6640957" y="2784373"/>
                  </a:lnTo>
                  <a:lnTo>
                    <a:pt x="6640957" y="556894"/>
                  </a:lnTo>
                  <a:lnTo>
                    <a:pt x="6638913" y="508839"/>
                  </a:lnTo>
                  <a:lnTo>
                    <a:pt x="6632892" y="461920"/>
                  </a:lnTo>
                  <a:lnTo>
                    <a:pt x="6623063" y="416304"/>
                  </a:lnTo>
                  <a:lnTo>
                    <a:pt x="6609591" y="372158"/>
                  </a:lnTo>
                  <a:lnTo>
                    <a:pt x="6592644" y="329649"/>
                  </a:lnTo>
                  <a:lnTo>
                    <a:pt x="6572388" y="288944"/>
                  </a:lnTo>
                  <a:lnTo>
                    <a:pt x="6548992" y="250211"/>
                  </a:lnTo>
                  <a:lnTo>
                    <a:pt x="6522622" y="213616"/>
                  </a:lnTo>
                  <a:lnTo>
                    <a:pt x="6493446" y="179327"/>
                  </a:lnTo>
                  <a:lnTo>
                    <a:pt x="6461629" y="147510"/>
                  </a:lnTo>
                  <a:lnTo>
                    <a:pt x="6427340" y="118334"/>
                  </a:lnTo>
                  <a:lnTo>
                    <a:pt x="6390745" y="91964"/>
                  </a:lnTo>
                  <a:lnTo>
                    <a:pt x="6352012" y="68568"/>
                  </a:lnTo>
                  <a:lnTo>
                    <a:pt x="6311307" y="48312"/>
                  </a:lnTo>
                  <a:lnTo>
                    <a:pt x="6268798" y="31365"/>
                  </a:lnTo>
                  <a:lnTo>
                    <a:pt x="6224652" y="17893"/>
                  </a:lnTo>
                  <a:lnTo>
                    <a:pt x="6179036" y="8064"/>
                  </a:lnTo>
                  <a:lnTo>
                    <a:pt x="6132117" y="2043"/>
                  </a:lnTo>
                  <a:lnTo>
                    <a:pt x="6084062" y="0"/>
                  </a:lnTo>
                  <a:close/>
                </a:path>
              </a:pathLst>
            </a:custGeom>
            <a:solidFill>
              <a:srgbClr val="FFFFFF"/>
            </a:solidFill>
          </p:spPr>
          <p:txBody>
            <a:bodyPr wrap="square" lIns="0" tIns="0" rIns="0" bIns="0" rtlCol="0"/>
            <a:lstStyle/>
            <a:p>
              <a:endParaRPr/>
            </a:p>
          </p:txBody>
        </p:sp>
        <p:sp>
          <p:nvSpPr>
            <p:cNvPr id="27" name="object 27"/>
            <p:cNvSpPr/>
            <p:nvPr/>
          </p:nvSpPr>
          <p:spPr>
            <a:xfrm>
              <a:off x="4867528" y="3429000"/>
              <a:ext cx="6641465" cy="3341370"/>
            </a:xfrm>
            <a:custGeom>
              <a:avLst/>
              <a:gdLst/>
              <a:ahLst/>
              <a:cxnLst/>
              <a:rect l="l" t="t" r="r" b="b"/>
              <a:pathLst>
                <a:path w="6641465" h="3341370">
                  <a:moveTo>
                    <a:pt x="0" y="556894"/>
                  </a:moveTo>
                  <a:lnTo>
                    <a:pt x="2043" y="508839"/>
                  </a:lnTo>
                  <a:lnTo>
                    <a:pt x="8064" y="461920"/>
                  </a:lnTo>
                  <a:lnTo>
                    <a:pt x="17893" y="416304"/>
                  </a:lnTo>
                  <a:lnTo>
                    <a:pt x="31365" y="372158"/>
                  </a:lnTo>
                  <a:lnTo>
                    <a:pt x="48312" y="329649"/>
                  </a:lnTo>
                  <a:lnTo>
                    <a:pt x="68568" y="288944"/>
                  </a:lnTo>
                  <a:lnTo>
                    <a:pt x="91964" y="250211"/>
                  </a:lnTo>
                  <a:lnTo>
                    <a:pt x="118334" y="213616"/>
                  </a:lnTo>
                  <a:lnTo>
                    <a:pt x="147510" y="179327"/>
                  </a:lnTo>
                  <a:lnTo>
                    <a:pt x="179327" y="147510"/>
                  </a:lnTo>
                  <a:lnTo>
                    <a:pt x="213616" y="118334"/>
                  </a:lnTo>
                  <a:lnTo>
                    <a:pt x="250211" y="91964"/>
                  </a:lnTo>
                  <a:lnTo>
                    <a:pt x="288944" y="68568"/>
                  </a:lnTo>
                  <a:lnTo>
                    <a:pt x="329649" y="48312"/>
                  </a:lnTo>
                  <a:lnTo>
                    <a:pt x="372158" y="31365"/>
                  </a:lnTo>
                  <a:lnTo>
                    <a:pt x="416304" y="17893"/>
                  </a:lnTo>
                  <a:lnTo>
                    <a:pt x="461920" y="8064"/>
                  </a:lnTo>
                  <a:lnTo>
                    <a:pt x="508839" y="2043"/>
                  </a:lnTo>
                  <a:lnTo>
                    <a:pt x="556895" y="0"/>
                  </a:lnTo>
                  <a:lnTo>
                    <a:pt x="6084062" y="0"/>
                  </a:lnTo>
                  <a:lnTo>
                    <a:pt x="6132117" y="2043"/>
                  </a:lnTo>
                  <a:lnTo>
                    <a:pt x="6179036" y="8064"/>
                  </a:lnTo>
                  <a:lnTo>
                    <a:pt x="6224652" y="17893"/>
                  </a:lnTo>
                  <a:lnTo>
                    <a:pt x="6268798" y="31365"/>
                  </a:lnTo>
                  <a:lnTo>
                    <a:pt x="6311307" y="48312"/>
                  </a:lnTo>
                  <a:lnTo>
                    <a:pt x="6352012" y="68568"/>
                  </a:lnTo>
                  <a:lnTo>
                    <a:pt x="6390745" y="91964"/>
                  </a:lnTo>
                  <a:lnTo>
                    <a:pt x="6427340" y="118334"/>
                  </a:lnTo>
                  <a:lnTo>
                    <a:pt x="6461629" y="147510"/>
                  </a:lnTo>
                  <a:lnTo>
                    <a:pt x="6493446" y="179327"/>
                  </a:lnTo>
                  <a:lnTo>
                    <a:pt x="6522622" y="213616"/>
                  </a:lnTo>
                  <a:lnTo>
                    <a:pt x="6548992" y="250211"/>
                  </a:lnTo>
                  <a:lnTo>
                    <a:pt x="6572388" y="288944"/>
                  </a:lnTo>
                  <a:lnTo>
                    <a:pt x="6592644" y="329649"/>
                  </a:lnTo>
                  <a:lnTo>
                    <a:pt x="6609591" y="372158"/>
                  </a:lnTo>
                  <a:lnTo>
                    <a:pt x="6623063" y="416304"/>
                  </a:lnTo>
                  <a:lnTo>
                    <a:pt x="6632892" y="461920"/>
                  </a:lnTo>
                  <a:lnTo>
                    <a:pt x="6638913" y="508839"/>
                  </a:lnTo>
                  <a:lnTo>
                    <a:pt x="6640957" y="556894"/>
                  </a:lnTo>
                  <a:lnTo>
                    <a:pt x="6640957" y="2784373"/>
                  </a:lnTo>
                  <a:lnTo>
                    <a:pt x="6638913" y="2832423"/>
                  </a:lnTo>
                  <a:lnTo>
                    <a:pt x="6632892" y="2879337"/>
                  </a:lnTo>
                  <a:lnTo>
                    <a:pt x="6623063" y="2924950"/>
                  </a:lnTo>
                  <a:lnTo>
                    <a:pt x="6609591" y="2969093"/>
                  </a:lnTo>
                  <a:lnTo>
                    <a:pt x="6592644" y="3011600"/>
                  </a:lnTo>
                  <a:lnTo>
                    <a:pt x="6572388" y="3052303"/>
                  </a:lnTo>
                  <a:lnTo>
                    <a:pt x="6548992" y="3091035"/>
                  </a:lnTo>
                  <a:lnTo>
                    <a:pt x="6522622" y="3127630"/>
                  </a:lnTo>
                  <a:lnTo>
                    <a:pt x="6493446" y="3161919"/>
                  </a:lnTo>
                  <a:lnTo>
                    <a:pt x="6461629" y="3193736"/>
                  </a:lnTo>
                  <a:lnTo>
                    <a:pt x="6427340" y="3222913"/>
                  </a:lnTo>
                  <a:lnTo>
                    <a:pt x="6390745" y="3249284"/>
                  </a:lnTo>
                  <a:lnTo>
                    <a:pt x="6352012" y="3272681"/>
                  </a:lnTo>
                  <a:lnTo>
                    <a:pt x="6311307" y="3292938"/>
                  </a:lnTo>
                  <a:lnTo>
                    <a:pt x="6268798" y="3309886"/>
                  </a:lnTo>
                  <a:lnTo>
                    <a:pt x="6224652" y="3323359"/>
                  </a:lnTo>
                  <a:lnTo>
                    <a:pt x="6179036" y="3333189"/>
                  </a:lnTo>
                  <a:lnTo>
                    <a:pt x="6132117" y="3339210"/>
                  </a:lnTo>
                  <a:lnTo>
                    <a:pt x="6084062" y="3341254"/>
                  </a:lnTo>
                  <a:lnTo>
                    <a:pt x="556895" y="3341254"/>
                  </a:lnTo>
                  <a:lnTo>
                    <a:pt x="508839" y="3339210"/>
                  </a:lnTo>
                  <a:lnTo>
                    <a:pt x="461920" y="3333189"/>
                  </a:lnTo>
                  <a:lnTo>
                    <a:pt x="416304" y="3323359"/>
                  </a:lnTo>
                  <a:lnTo>
                    <a:pt x="372158" y="3309886"/>
                  </a:lnTo>
                  <a:lnTo>
                    <a:pt x="329649" y="3292938"/>
                  </a:lnTo>
                  <a:lnTo>
                    <a:pt x="288944" y="3272681"/>
                  </a:lnTo>
                  <a:lnTo>
                    <a:pt x="250211" y="3249284"/>
                  </a:lnTo>
                  <a:lnTo>
                    <a:pt x="213616" y="3222913"/>
                  </a:lnTo>
                  <a:lnTo>
                    <a:pt x="179327" y="3193736"/>
                  </a:lnTo>
                  <a:lnTo>
                    <a:pt x="147510" y="3161919"/>
                  </a:lnTo>
                  <a:lnTo>
                    <a:pt x="118334" y="3127630"/>
                  </a:lnTo>
                  <a:lnTo>
                    <a:pt x="91964" y="3091035"/>
                  </a:lnTo>
                  <a:lnTo>
                    <a:pt x="68568" y="3052303"/>
                  </a:lnTo>
                  <a:lnTo>
                    <a:pt x="48312" y="3011600"/>
                  </a:lnTo>
                  <a:lnTo>
                    <a:pt x="31365" y="2969093"/>
                  </a:lnTo>
                  <a:lnTo>
                    <a:pt x="17893" y="2924950"/>
                  </a:lnTo>
                  <a:lnTo>
                    <a:pt x="8064" y="2879337"/>
                  </a:lnTo>
                  <a:lnTo>
                    <a:pt x="2043" y="2832423"/>
                  </a:lnTo>
                  <a:lnTo>
                    <a:pt x="0" y="2784373"/>
                  </a:lnTo>
                  <a:lnTo>
                    <a:pt x="0" y="556894"/>
                  </a:lnTo>
                  <a:close/>
                </a:path>
              </a:pathLst>
            </a:custGeom>
            <a:ln w="25400">
              <a:solidFill>
                <a:srgbClr val="000000"/>
              </a:solidFill>
            </a:ln>
          </p:spPr>
          <p:txBody>
            <a:bodyPr wrap="square" lIns="0" tIns="0" rIns="0" bIns="0" rtlCol="0"/>
            <a:lstStyle/>
            <a:p>
              <a:endParaRPr/>
            </a:p>
          </p:txBody>
        </p:sp>
        <p:pic>
          <p:nvPicPr>
            <p:cNvPr id="28" name="object 28"/>
            <p:cNvPicPr/>
            <p:nvPr/>
          </p:nvPicPr>
          <p:blipFill>
            <a:blip r:embed="rId13" cstate="print"/>
            <a:stretch>
              <a:fillRect/>
            </a:stretch>
          </p:blipFill>
          <p:spPr>
            <a:xfrm>
              <a:off x="5125211" y="3499078"/>
              <a:ext cx="1937004" cy="650773"/>
            </a:xfrm>
            <a:prstGeom prst="rect">
              <a:avLst/>
            </a:prstGeom>
          </p:spPr>
        </p:pic>
        <p:pic>
          <p:nvPicPr>
            <p:cNvPr id="29" name="object 29"/>
            <p:cNvPicPr/>
            <p:nvPr/>
          </p:nvPicPr>
          <p:blipFill>
            <a:blip r:embed="rId14" cstate="print"/>
            <a:stretch>
              <a:fillRect/>
            </a:stretch>
          </p:blipFill>
          <p:spPr>
            <a:xfrm>
              <a:off x="5228843" y="3578339"/>
              <a:ext cx="1726692" cy="560844"/>
            </a:xfrm>
            <a:prstGeom prst="rect">
              <a:avLst/>
            </a:prstGeom>
          </p:spPr>
        </p:pic>
        <p:pic>
          <p:nvPicPr>
            <p:cNvPr id="30" name="object 30"/>
            <p:cNvPicPr/>
            <p:nvPr/>
          </p:nvPicPr>
          <p:blipFill>
            <a:blip r:embed="rId15" cstate="print"/>
            <a:stretch>
              <a:fillRect/>
            </a:stretch>
          </p:blipFill>
          <p:spPr>
            <a:xfrm>
              <a:off x="5172328" y="3526028"/>
              <a:ext cx="1847342" cy="561086"/>
            </a:xfrm>
            <a:prstGeom prst="rect">
              <a:avLst/>
            </a:prstGeom>
          </p:spPr>
        </p:pic>
        <p:sp>
          <p:nvSpPr>
            <p:cNvPr id="31" name="object 31"/>
            <p:cNvSpPr/>
            <p:nvPr/>
          </p:nvSpPr>
          <p:spPr>
            <a:xfrm>
              <a:off x="5172328" y="3526028"/>
              <a:ext cx="1847850" cy="561340"/>
            </a:xfrm>
            <a:custGeom>
              <a:avLst/>
              <a:gdLst/>
              <a:ahLst/>
              <a:cxnLst/>
              <a:rect l="l" t="t" r="r" b="b"/>
              <a:pathLst>
                <a:path w="1847850" h="561339">
                  <a:moveTo>
                    <a:pt x="0" y="93472"/>
                  </a:moveTo>
                  <a:lnTo>
                    <a:pt x="7356" y="57060"/>
                  </a:lnTo>
                  <a:lnTo>
                    <a:pt x="27416" y="27352"/>
                  </a:lnTo>
                  <a:lnTo>
                    <a:pt x="57167" y="7336"/>
                  </a:lnTo>
                  <a:lnTo>
                    <a:pt x="93599" y="0"/>
                  </a:lnTo>
                  <a:lnTo>
                    <a:pt x="1753743" y="0"/>
                  </a:lnTo>
                  <a:lnTo>
                    <a:pt x="1790174" y="7336"/>
                  </a:lnTo>
                  <a:lnTo>
                    <a:pt x="1819925" y="27352"/>
                  </a:lnTo>
                  <a:lnTo>
                    <a:pt x="1839985" y="57060"/>
                  </a:lnTo>
                  <a:lnTo>
                    <a:pt x="1847342" y="93472"/>
                  </a:lnTo>
                  <a:lnTo>
                    <a:pt x="1847342" y="467487"/>
                  </a:lnTo>
                  <a:lnTo>
                    <a:pt x="1839985" y="503918"/>
                  </a:lnTo>
                  <a:lnTo>
                    <a:pt x="1819925" y="533669"/>
                  </a:lnTo>
                  <a:lnTo>
                    <a:pt x="1790174" y="553729"/>
                  </a:lnTo>
                  <a:lnTo>
                    <a:pt x="1753743" y="561086"/>
                  </a:lnTo>
                  <a:lnTo>
                    <a:pt x="93599" y="561086"/>
                  </a:lnTo>
                  <a:lnTo>
                    <a:pt x="57167" y="553729"/>
                  </a:lnTo>
                  <a:lnTo>
                    <a:pt x="27416" y="533669"/>
                  </a:lnTo>
                  <a:lnTo>
                    <a:pt x="7356" y="503918"/>
                  </a:lnTo>
                  <a:lnTo>
                    <a:pt x="0" y="467487"/>
                  </a:lnTo>
                  <a:lnTo>
                    <a:pt x="0" y="93472"/>
                  </a:lnTo>
                  <a:close/>
                </a:path>
              </a:pathLst>
            </a:custGeom>
            <a:ln w="9525">
              <a:solidFill>
                <a:srgbClr val="000000"/>
              </a:solidFill>
            </a:ln>
          </p:spPr>
          <p:txBody>
            <a:bodyPr wrap="square" lIns="0" tIns="0" rIns="0" bIns="0" rtlCol="0"/>
            <a:lstStyle/>
            <a:p>
              <a:endParaRPr/>
            </a:p>
          </p:txBody>
        </p:sp>
        <p:pic>
          <p:nvPicPr>
            <p:cNvPr id="32" name="object 32"/>
            <p:cNvPicPr/>
            <p:nvPr/>
          </p:nvPicPr>
          <p:blipFill>
            <a:blip r:embed="rId16" cstate="print"/>
            <a:stretch>
              <a:fillRect/>
            </a:stretch>
          </p:blipFill>
          <p:spPr>
            <a:xfrm>
              <a:off x="5409945" y="3691763"/>
              <a:ext cx="1600580" cy="246887"/>
            </a:xfrm>
            <a:prstGeom prst="rect">
              <a:avLst/>
            </a:prstGeom>
          </p:spPr>
        </p:pic>
      </p:grpSp>
      <p:grpSp>
        <p:nvGrpSpPr>
          <p:cNvPr id="81" name="object 81"/>
          <p:cNvGrpSpPr/>
          <p:nvPr/>
        </p:nvGrpSpPr>
        <p:grpSpPr>
          <a:xfrm>
            <a:off x="5148071" y="4167885"/>
            <a:ext cx="1873250" cy="2541270"/>
            <a:chOff x="5148071" y="4167885"/>
            <a:chExt cx="1873250" cy="2541270"/>
          </a:xfrm>
        </p:grpSpPr>
        <p:sp>
          <p:nvSpPr>
            <p:cNvPr id="82" name="object 82"/>
            <p:cNvSpPr/>
            <p:nvPr/>
          </p:nvSpPr>
          <p:spPr>
            <a:xfrm>
              <a:off x="5160771" y="4180585"/>
              <a:ext cx="1847850" cy="2515870"/>
            </a:xfrm>
            <a:custGeom>
              <a:avLst/>
              <a:gdLst/>
              <a:ahLst/>
              <a:cxnLst/>
              <a:rect l="l" t="t" r="r" b="b"/>
              <a:pathLst>
                <a:path w="1847850" h="2515870">
                  <a:moveTo>
                    <a:pt x="1539494" y="0"/>
                  </a:moveTo>
                  <a:lnTo>
                    <a:pt x="307975" y="0"/>
                  </a:lnTo>
                  <a:lnTo>
                    <a:pt x="262473" y="3340"/>
                  </a:lnTo>
                  <a:lnTo>
                    <a:pt x="219041" y="13042"/>
                  </a:lnTo>
                  <a:lnTo>
                    <a:pt x="178156" y="28629"/>
                  </a:lnTo>
                  <a:lnTo>
                    <a:pt x="140295" y="49625"/>
                  </a:lnTo>
                  <a:lnTo>
                    <a:pt x="105935" y="75553"/>
                  </a:lnTo>
                  <a:lnTo>
                    <a:pt x="75553" y="105935"/>
                  </a:lnTo>
                  <a:lnTo>
                    <a:pt x="49625" y="140295"/>
                  </a:lnTo>
                  <a:lnTo>
                    <a:pt x="28629" y="178156"/>
                  </a:lnTo>
                  <a:lnTo>
                    <a:pt x="13042" y="219041"/>
                  </a:lnTo>
                  <a:lnTo>
                    <a:pt x="3340" y="262473"/>
                  </a:lnTo>
                  <a:lnTo>
                    <a:pt x="0" y="307975"/>
                  </a:lnTo>
                  <a:lnTo>
                    <a:pt x="0" y="2207895"/>
                  </a:lnTo>
                  <a:lnTo>
                    <a:pt x="3340" y="2253392"/>
                  </a:lnTo>
                  <a:lnTo>
                    <a:pt x="13042" y="2296816"/>
                  </a:lnTo>
                  <a:lnTo>
                    <a:pt x="28629" y="2337691"/>
                  </a:lnTo>
                  <a:lnTo>
                    <a:pt x="49625" y="2375541"/>
                  </a:lnTo>
                  <a:lnTo>
                    <a:pt x="75553" y="2409890"/>
                  </a:lnTo>
                  <a:lnTo>
                    <a:pt x="105935" y="2440261"/>
                  </a:lnTo>
                  <a:lnTo>
                    <a:pt x="140295" y="2466178"/>
                  </a:lnTo>
                  <a:lnTo>
                    <a:pt x="178156" y="2487165"/>
                  </a:lnTo>
                  <a:lnTo>
                    <a:pt x="219041" y="2502745"/>
                  </a:lnTo>
                  <a:lnTo>
                    <a:pt x="262473" y="2512442"/>
                  </a:lnTo>
                  <a:lnTo>
                    <a:pt x="307975" y="2515781"/>
                  </a:lnTo>
                  <a:lnTo>
                    <a:pt x="1539494" y="2515781"/>
                  </a:lnTo>
                  <a:lnTo>
                    <a:pt x="1584964" y="2512442"/>
                  </a:lnTo>
                  <a:lnTo>
                    <a:pt x="1628370" y="2502745"/>
                  </a:lnTo>
                  <a:lnTo>
                    <a:pt x="1669234" y="2487165"/>
                  </a:lnTo>
                  <a:lnTo>
                    <a:pt x="1707079" y="2466178"/>
                  </a:lnTo>
                  <a:lnTo>
                    <a:pt x="1741426" y="2440261"/>
                  </a:lnTo>
                  <a:lnTo>
                    <a:pt x="1771800" y="2409890"/>
                  </a:lnTo>
                  <a:lnTo>
                    <a:pt x="1797722" y="2375541"/>
                  </a:lnTo>
                  <a:lnTo>
                    <a:pt x="1818714" y="2337691"/>
                  </a:lnTo>
                  <a:lnTo>
                    <a:pt x="1834300" y="2296816"/>
                  </a:lnTo>
                  <a:lnTo>
                    <a:pt x="1844002" y="2253392"/>
                  </a:lnTo>
                  <a:lnTo>
                    <a:pt x="1847342" y="2207895"/>
                  </a:lnTo>
                  <a:lnTo>
                    <a:pt x="1847342" y="307975"/>
                  </a:lnTo>
                  <a:lnTo>
                    <a:pt x="1844002" y="262473"/>
                  </a:lnTo>
                  <a:lnTo>
                    <a:pt x="1834300" y="219041"/>
                  </a:lnTo>
                  <a:lnTo>
                    <a:pt x="1818714" y="178156"/>
                  </a:lnTo>
                  <a:lnTo>
                    <a:pt x="1797722" y="140295"/>
                  </a:lnTo>
                  <a:lnTo>
                    <a:pt x="1771800" y="105935"/>
                  </a:lnTo>
                  <a:lnTo>
                    <a:pt x="1741426" y="75553"/>
                  </a:lnTo>
                  <a:lnTo>
                    <a:pt x="1707079" y="49625"/>
                  </a:lnTo>
                  <a:lnTo>
                    <a:pt x="1669234" y="28629"/>
                  </a:lnTo>
                  <a:lnTo>
                    <a:pt x="1628370" y="13042"/>
                  </a:lnTo>
                  <a:lnTo>
                    <a:pt x="1584964" y="3340"/>
                  </a:lnTo>
                  <a:lnTo>
                    <a:pt x="1539494" y="0"/>
                  </a:lnTo>
                  <a:close/>
                </a:path>
              </a:pathLst>
            </a:custGeom>
            <a:solidFill>
              <a:srgbClr val="FFFFFF"/>
            </a:solidFill>
          </p:spPr>
          <p:txBody>
            <a:bodyPr wrap="square" lIns="0" tIns="0" rIns="0" bIns="0" rtlCol="0"/>
            <a:lstStyle/>
            <a:p>
              <a:endParaRPr/>
            </a:p>
          </p:txBody>
        </p:sp>
        <p:sp>
          <p:nvSpPr>
            <p:cNvPr id="83" name="object 83"/>
            <p:cNvSpPr/>
            <p:nvPr/>
          </p:nvSpPr>
          <p:spPr>
            <a:xfrm>
              <a:off x="5160771" y="4180585"/>
              <a:ext cx="1847850" cy="2515870"/>
            </a:xfrm>
            <a:custGeom>
              <a:avLst/>
              <a:gdLst/>
              <a:ahLst/>
              <a:cxnLst/>
              <a:rect l="l" t="t" r="r" b="b"/>
              <a:pathLst>
                <a:path w="1847850" h="2515870">
                  <a:moveTo>
                    <a:pt x="0" y="307975"/>
                  </a:moveTo>
                  <a:lnTo>
                    <a:pt x="3340" y="262473"/>
                  </a:lnTo>
                  <a:lnTo>
                    <a:pt x="13042" y="219041"/>
                  </a:lnTo>
                  <a:lnTo>
                    <a:pt x="28629" y="178156"/>
                  </a:lnTo>
                  <a:lnTo>
                    <a:pt x="49625" y="140295"/>
                  </a:lnTo>
                  <a:lnTo>
                    <a:pt x="75553" y="105935"/>
                  </a:lnTo>
                  <a:lnTo>
                    <a:pt x="105935" y="75553"/>
                  </a:lnTo>
                  <a:lnTo>
                    <a:pt x="140295" y="49625"/>
                  </a:lnTo>
                  <a:lnTo>
                    <a:pt x="178156" y="28629"/>
                  </a:lnTo>
                  <a:lnTo>
                    <a:pt x="219041" y="13042"/>
                  </a:lnTo>
                  <a:lnTo>
                    <a:pt x="262473" y="3340"/>
                  </a:lnTo>
                  <a:lnTo>
                    <a:pt x="307975" y="0"/>
                  </a:lnTo>
                  <a:lnTo>
                    <a:pt x="1539494" y="0"/>
                  </a:lnTo>
                  <a:lnTo>
                    <a:pt x="1584964" y="3340"/>
                  </a:lnTo>
                  <a:lnTo>
                    <a:pt x="1628370" y="13042"/>
                  </a:lnTo>
                  <a:lnTo>
                    <a:pt x="1669234" y="28629"/>
                  </a:lnTo>
                  <a:lnTo>
                    <a:pt x="1707079" y="49625"/>
                  </a:lnTo>
                  <a:lnTo>
                    <a:pt x="1741426" y="75553"/>
                  </a:lnTo>
                  <a:lnTo>
                    <a:pt x="1771800" y="105935"/>
                  </a:lnTo>
                  <a:lnTo>
                    <a:pt x="1797722" y="140295"/>
                  </a:lnTo>
                  <a:lnTo>
                    <a:pt x="1818714" y="178156"/>
                  </a:lnTo>
                  <a:lnTo>
                    <a:pt x="1834300" y="219041"/>
                  </a:lnTo>
                  <a:lnTo>
                    <a:pt x="1844002" y="262473"/>
                  </a:lnTo>
                  <a:lnTo>
                    <a:pt x="1847342" y="307975"/>
                  </a:lnTo>
                  <a:lnTo>
                    <a:pt x="1847342" y="2207895"/>
                  </a:lnTo>
                  <a:lnTo>
                    <a:pt x="1844002" y="2253392"/>
                  </a:lnTo>
                  <a:lnTo>
                    <a:pt x="1834300" y="2296816"/>
                  </a:lnTo>
                  <a:lnTo>
                    <a:pt x="1818714" y="2337691"/>
                  </a:lnTo>
                  <a:lnTo>
                    <a:pt x="1797722" y="2375541"/>
                  </a:lnTo>
                  <a:lnTo>
                    <a:pt x="1771800" y="2409890"/>
                  </a:lnTo>
                  <a:lnTo>
                    <a:pt x="1741426" y="2440261"/>
                  </a:lnTo>
                  <a:lnTo>
                    <a:pt x="1707079" y="2466178"/>
                  </a:lnTo>
                  <a:lnTo>
                    <a:pt x="1669234" y="2487165"/>
                  </a:lnTo>
                  <a:lnTo>
                    <a:pt x="1628370" y="2502745"/>
                  </a:lnTo>
                  <a:lnTo>
                    <a:pt x="1584964" y="2512442"/>
                  </a:lnTo>
                  <a:lnTo>
                    <a:pt x="1539494" y="2515781"/>
                  </a:lnTo>
                  <a:lnTo>
                    <a:pt x="307975" y="2515781"/>
                  </a:lnTo>
                  <a:lnTo>
                    <a:pt x="262473" y="2512442"/>
                  </a:lnTo>
                  <a:lnTo>
                    <a:pt x="219041" y="2502745"/>
                  </a:lnTo>
                  <a:lnTo>
                    <a:pt x="178156" y="2487165"/>
                  </a:lnTo>
                  <a:lnTo>
                    <a:pt x="140295" y="2466178"/>
                  </a:lnTo>
                  <a:lnTo>
                    <a:pt x="105935" y="2440261"/>
                  </a:lnTo>
                  <a:lnTo>
                    <a:pt x="75553" y="2409890"/>
                  </a:lnTo>
                  <a:lnTo>
                    <a:pt x="49625" y="2375541"/>
                  </a:lnTo>
                  <a:lnTo>
                    <a:pt x="28629" y="2337691"/>
                  </a:lnTo>
                  <a:lnTo>
                    <a:pt x="13042" y="2296816"/>
                  </a:lnTo>
                  <a:lnTo>
                    <a:pt x="3340" y="2253392"/>
                  </a:lnTo>
                  <a:lnTo>
                    <a:pt x="0" y="2207895"/>
                  </a:lnTo>
                  <a:lnTo>
                    <a:pt x="0" y="307975"/>
                  </a:lnTo>
                  <a:close/>
                </a:path>
              </a:pathLst>
            </a:custGeom>
            <a:ln w="25400">
              <a:solidFill>
                <a:srgbClr val="000000"/>
              </a:solidFill>
            </a:ln>
          </p:spPr>
          <p:txBody>
            <a:bodyPr wrap="square" lIns="0" tIns="0" rIns="0" bIns="0" rtlCol="0"/>
            <a:lstStyle/>
            <a:p>
              <a:endParaRPr/>
            </a:p>
          </p:txBody>
        </p:sp>
      </p:grpSp>
      <p:grpSp>
        <p:nvGrpSpPr>
          <p:cNvPr id="84" name="object 84"/>
          <p:cNvGrpSpPr/>
          <p:nvPr/>
        </p:nvGrpSpPr>
        <p:grpSpPr>
          <a:xfrm>
            <a:off x="9429115" y="4167885"/>
            <a:ext cx="1873250" cy="2541270"/>
            <a:chOff x="9429115" y="4167885"/>
            <a:chExt cx="1873250" cy="2541270"/>
          </a:xfrm>
        </p:grpSpPr>
        <p:sp>
          <p:nvSpPr>
            <p:cNvPr id="85" name="object 85"/>
            <p:cNvSpPr/>
            <p:nvPr/>
          </p:nvSpPr>
          <p:spPr>
            <a:xfrm>
              <a:off x="9441815" y="4180585"/>
              <a:ext cx="1847850" cy="2515870"/>
            </a:xfrm>
            <a:custGeom>
              <a:avLst/>
              <a:gdLst/>
              <a:ahLst/>
              <a:cxnLst/>
              <a:rect l="l" t="t" r="r" b="b"/>
              <a:pathLst>
                <a:path w="1847850" h="2515870">
                  <a:moveTo>
                    <a:pt x="1539493" y="0"/>
                  </a:moveTo>
                  <a:lnTo>
                    <a:pt x="307975" y="0"/>
                  </a:lnTo>
                  <a:lnTo>
                    <a:pt x="262473" y="3340"/>
                  </a:lnTo>
                  <a:lnTo>
                    <a:pt x="219041" y="13042"/>
                  </a:lnTo>
                  <a:lnTo>
                    <a:pt x="178156" y="28629"/>
                  </a:lnTo>
                  <a:lnTo>
                    <a:pt x="140295" y="49625"/>
                  </a:lnTo>
                  <a:lnTo>
                    <a:pt x="105935" y="75553"/>
                  </a:lnTo>
                  <a:lnTo>
                    <a:pt x="75553" y="105935"/>
                  </a:lnTo>
                  <a:lnTo>
                    <a:pt x="49625" y="140295"/>
                  </a:lnTo>
                  <a:lnTo>
                    <a:pt x="28629" y="178156"/>
                  </a:lnTo>
                  <a:lnTo>
                    <a:pt x="13042" y="219041"/>
                  </a:lnTo>
                  <a:lnTo>
                    <a:pt x="3340" y="262473"/>
                  </a:lnTo>
                  <a:lnTo>
                    <a:pt x="0" y="307975"/>
                  </a:lnTo>
                  <a:lnTo>
                    <a:pt x="0" y="2207895"/>
                  </a:lnTo>
                  <a:lnTo>
                    <a:pt x="3340" y="2253392"/>
                  </a:lnTo>
                  <a:lnTo>
                    <a:pt x="13042" y="2296816"/>
                  </a:lnTo>
                  <a:lnTo>
                    <a:pt x="28629" y="2337691"/>
                  </a:lnTo>
                  <a:lnTo>
                    <a:pt x="49625" y="2375541"/>
                  </a:lnTo>
                  <a:lnTo>
                    <a:pt x="75553" y="2409890"/>
                  </a:lnTo>
                  <a:lnTo>
                    <a:pt x="105935" y="2440261"/>
                  </a:lnTo>
                  <a:lnTo>
                    <a:pt x="140295" y="2466178"/>
                  </a:lnTo>
                  <a:lnTo>
                    <a:pt x="178156" y="2487165"/>
                  </a:lnTo>
                  <a:lnTo>
                    <a:pt x="219041" y="2502745"/>
                  </a:lnTo>
                  <a:lnTo>
                    <a:pt x="262473" y="2512442"/>
                  </a:lnTo>
                  <a:lnTo>
                    <a:pt x="307975" y="2515781"/>
                  </a:lnTo>
                  <a:lnTo>
                    <a:pt x="1539493" y="2515781"/>
                  </a:lnTo>
                  <a:lnTo>
                    <a:pt x="1584993" y="2512442"/>
                  </a:lnTo>
                  <a:lnTo>
                    <a:pt x="1628416" y="2502745"/>
                  </a:lnTo>
                  <a:lnTo>
                    <a:pt x="1669289" y="2487165"/>
                  </a:lnTo>
                  <a:lnTo>
                    <a:pt x="1707135" y="2466178"/>
                  </a:lnTo>
                  <a:lnTo>
                    <a:pt x="1741478" y="2440261"/>
                  </a:lnTo>
                  <a:lnTo>
                    <a:pt x="1771843" y="2409890"/>
                  </a:lnTo>
                  <a:lnTo>
                    <a:pt x="1797754" y="2375541"/>
                  </a:lnTo>
                  <a:lnTo>
                    <a:pt x="1818735" y="2337691"/>
                  </a:lnTo>
                  <a:lnTo>
                    <a:pt x="1834310" y="2296816"/>
                  </a:lnTo>
                  <a:lnTo>
                    <a:pt x="1844004" y="2253392"/>
                  </a:lnTo>
                  <a:lnTo>
                    <a:pt x="1847341" y="2207895"/>
                  </a:lnTo>
                  <a:lnTo>
                    <a:pt x="1847341" y="307975"/>
                  </a:lnTo>
                  <a:lnTo>
                    <a:pt x="1844004" y="262473"/>
                  </a:lnTo>
                  <a:lnTo>
                    <a:pt x="1834310" y="219041"/>
                  </a:lnTo>
                  <a:lnTo>
                    <a:pt x="1818735" y="178156"/>
                  </a:lnTo>
                  <a:lnTo>
                    <a:pt x="1797754" y="140295"/>
                  </a:lnTo>
                  <a:lnTo>
                    <a:pt x="1771843" y="105935"/>
                  </a:lnTo>
                  <a:lnTo>
                    <a:pt x="1741478" y="75553"/>
                  </a:lnTo>
                  <a:lnTo>
                    <a:pt x="1707135" y="49625"/>
                  </a:lnTo>
                  <a:lnTo>
                    <a:pt x="1669289" y="28629"/>
                  </a:lnTo>
                  <a:lnTo>
                    <a:pt x="1628416" y="13042"/>
                  </a:lnTo>
                  <a:lnTo>
                    <a:pt x="1584993" y="3340"/>
                  </a:lnTo>
                  <a:lnTo>
                    <a:pt x="1539493" y="0"/>
                  </a:lnTo>
                  <a:close/>
                </a:path>
              </a:pathLst>
            </a:custGeom>
            <a:solidFill>
              <a:srgbClr val="FFFFFF"/>
            </a:solidFill>
          </p:spPr>
          <p:txBody>
            <a:bodyPr wrap="square" lIns="0" tIns="0" rIns="0" bIns="0" rtlCol="0"/>
            <a:lstStyle/>
            <a:p>
              <a:endParaRPr/>
            </a:p>
          </p:txBody>
        </p:sp>
        <p:sp>
          <p:nvSpPr>
            <p:cNvPr id="86" name="object 86"/>
            <p:cNvSpPr/>
            <p:nvPr/>
          </p:nvSpPr>
          <p:spPr>
            <a:xfrm>
              <a:off x="9441815" y="4180585"/>
              <a:ext cx="1847850" cy="2515870"/>
            </a:xfrm>
            <a:custGeom>
              <a:avLst/>
              <a:gdLst/>
              <a:ahLst/>
              <a:cxnLst/>
              <a:rect l="l" t="t" r="r" b="b"/>
              <a:pathLst>
                <a:path w="1847850" h="2515870">
                  <a:moveTo>
                    <a:pt x="0" y="307975"/>
                  </a:moveTo>
                  <a:lnTo>
                    <a:pt x="3340" y="262473"/>
                  </a:lnTo>
                  <a:lnTo>
                    <a:pt x="13042" y="219041"/>
                  </a:lnTo>
                  <a:lnTo>
                    <a:pt x="28629" y="178156"/>
                  </a:lnTo>
                  <a:lnTo>
                    <a:pt x="49625" y="140295"/>
                  </a:lnTo>
                  <a:lnTo>
                    <a:pt x="75553" y="105935"/>
                  </a:lnTo>
                  <a:lnTo>
                    <a:pt x="105935" y="75553"/>
                  </a:lnTo>
                  <a:lnTo>
                    <a:pt x="140295" y="49625"/>
                  </a:lnTo>
                  <a:lnTo>
                    <a:pt x="178156" y="28629"/>
                  </a:lnTo>
                  <a:lnTo>
                    <a:pt x="219041" y="13042"/>
                  </a:lnTo>
                  <a:lnTo>
                    <a:pt x="262473" y="3340"/>
                  </a:lnTo>
                  <a:lnTo>
                    <a:pt x="307975" y="0"/>
                  </a:lnTo>
                  <a:lnTo>
                    <a:pt x="1539493" y="0"/>
                  </a:lnTo>
                  <a:lnTo>
                    <a:pt x="1584993" y="3340"/>
                  </a:lnTo>
                  <a:lnTo>
                    <a:pt x="1628416" y="13042"/>
                  </a:lnTo>
                  <a:lnTo>
                    <a:pt x="1669289" y="28629"/>
                  </a:lnTo>
                  <a:lnTo>
                    <a:pt x="1707135" y="49625"/>
                  </a:lnTo>
                  <a:lnTo>
                    <a:pt x="1741478" y="75553"/>
                  </a:lnTo>
                  <a:lnTo>
                    <a:pt x="1771843" y="105935"/>
                  </a:lnTo>
                  <a:lnTo>
                    <a:pt x="1797754" y="140295"/>
                  </a:lnTo>
                  <a:lnTo>
                    <a:pt x="1818735" y="178156"/>
                  </a:lnTo>
                  <a:lnTo>
                    <a:pt x="1834310" y="219041"/>
                  </a:lnTo>
                  <a:lnTo>
                    <a:pt x="1844004" y="262473"/>
                  </a:lnTo>
                  <a:lnTo>
                    <a:pt x="1847341" y="307975"/>
                  </a:lnTo>
                  <a:lnTo>
                    <a:pt x="1847341" y="2207895"/>
                  </a:lnTo>
                  <a:lnTo>
                    <a:pt x="1844004" y="2253392"/>
                  </a:lnTo>
                  <a:lnTo>
                    <a:pt x="1834310" y="2296816"/>
                  </a:lnTo>
                  <a:lnTo>
                    <a:pt x="1818735" y="2337691"/>
                  </a:lnTo>
                  <a:lnTo>
                    <a:pt x="1797754" y="2375541"/>
                  </a:lnTo>
                  <a:lnTo>
                    <a:pt x="1771843" y="2409890"/>
                  </a:lnTo>
                  <a:lnTo>
                    <a:pt x="1741478" y="2440261"/>
                  </a:lnTo>
                  <a:lnTo>
                    <a:pt x="1707135" y="2466178"/>
                  </a:lnTo>
                  <a:lnTo>
                    <a:pt x="1669289" y="2487165"/>
                  </a:lnTo>
                  <a:lnTo>
                    <a:pt x="1628416" y="2502745"/>
                  </a:lnTo>
                  <a:lnTo>
                    <a:pt x="1584993" y="2512442"/>
                  </a:lnTo>
                  <a:lnTo>
                    <a:pt x="1539493" y="2515781"/>
                  </a:lnTo>
                  <a:lnTo>
                    <a:pt x="307975" y="2515781"/>
                  </a:lnTo>
                  <a:lnTo>
                    <a:pt x="262473" y="2512442"/>
                  </a:lnTo>
                  <a:lnTo>
                    <a:pt x="219041" y="2502745"/>
                  </a:lnTo>
                  <a:lnTo>
                    <a:pt x="178156" y="2487165"/>
                  </a:lnTo>
                  <a:lnTo>
                    <a:pt x="140295" y="2466178"/>
                  </a:lnTo>
                  <a:lnTo>
                    <a:pt x="105935" y="2440261"/>
                  </a:lnTo>
                  <a:lnTo>
                    <a:pt x="75553" y="2409890"/>
                  </a:lnTo>
                  <a:lnTo>
                    <a:pt x="49625" y="2375541"/>
                  </a:lnTo>
                  <a:lnTo>
                    <a:pt x="28629" y="2337691"/>
                  </a:lnTo>
                  <a:lnTo>
                    <a:pt x="13042" y="2296816"/>
                  </a:lnTo>
                  <a:lnTo>
                    <a:pt x="3340" y="2253392"/>
                  </a:lnTo>
                  <a:lnTo>
                    <a:pt x="0" y="2207895"/>
                  </a:lnTo>
                  <a:lnTo>
                    <a:pt x="0" y="307975"/>
                  </a:lnTo>
                  <a:close/>
                </a:path>
              </a:pathLst>
            </a:custGeom>
            <a:ln w="25400">
              <a:solidFill>
                <a:srgbClr val="000000"/>
              </a:solidFill>
            </a:ln>
          </p:spPr>
          <p:txBody>
            <a:bodyPr wrap="square" lIns="0" tIns="0" rIns="0" bIns="0" rtlCol="0"/>
            <a:lstStyle/>
            <a:p>
              <a:endParaRPr/>
            </a:p>
          </p:txBody>
        </p:sp>
      </p:grpSp>
      <p:grpSp>
        <p:nvGrpSpPr>
          <p:cNvPr id="87" name="object 87"/>
          <p:cNvGrpSpPr/>
          <p:nvPr/>
        </p:nvGrpSpPr>
        <p:grpSpPr>
          <a:xfrm>
            <a:off x="7288656" y="4167885"/>
            <a:ext cx="1872614" cy="2541270"/>
            <a:chOff x="7288656" y="4167885"/>
            <a:chExt cx="1872614" cy="2541270"/>
          </a:xfrm>
        </p:grpSpPr>
        <p:sp>
          <p:nvSpPr>
            <p:cNvPr id="88" name="object 88"/>
            <p:cNvSpPr/>
            <p:nvPr/>
          </p:nvSpPr>
          <p:spPr>
            <a:xfrm>
              <a:off x="7301356" y="4180585"/>
              <a:ext cx="1847214" cy="2515870"/>
            </a:xfrm>
            <a:custGeom>
              <a:avLst/>
              <a:gdLst/>
              <a:ahLst/>
              <a:cxnLst/>
              <a:rect l="l" t="t" r="r" b="b"/>
              <a:pathLst>
                <a:path w="1847215" h="2515870">
                  <a:moveTo>
                    <a:pt x="1539367" y="0"/>
                  </a:moveTo>
                  <a:lnTo>
                    <a:pt x="307848" y="0"/>
                  </a:lnTo>
                  <a:lnTo>
                    <a:pt x="262348" y="3340"/>
                  </a:lnTo>
                  <a:lnTo>
                    <a:pt x="218925" y="13042"/>
                  </a:lnTo>
                  <a:lnTo>
                    <a:pt x="178052" y="28629"/>
                  </a:lnTo>
                  <a:lnTo>
                    <a:pt x="140206" y="49625"/>
                  </a:lnTo>
                  <a:lnTo>
                    <a:pt x="105863" y="75553"/>
                  </a:lnTo>
                  <a:lnTo>
                    <a:pt x="75498" y="105935"/>
                  </a:lnTo>
                  <a:lnTo>
                    <a:pt x="49587" y="140295"/>
                  </a:lnTo>
                  <a:lnTo>
                    <a:pt x="28606" y="178156"/>
                  </a:lnTo>
                  <a:lnTo>
                    <a:pt x="13031" y="219041"/>
                  </a:lnTo>
                  <a:lnTo>
                    <a:pt x="3337" y="262473"/>
                  </a:lnTo>
                  <a:lnTo>
                    <a:pt x="0" y="307975"/>
                  </a:lnTo>
                  <a:lnTo>
                    <a:pt x="0" y="2207895"/>
                  </a:lnTo>
                  <a:lnTo>
                    <a:pt x="3337" y="2253392"/>
                  </a:lnTo>
                  <a:lnTo>
                    <a:pt x="13031" y="2296816"/>
                  </a:lnTo>
                  <a:lnTo>
                    <a:pt x="28606" y="2337691"/>
                  </a:lnTo>
                  <a:lnTo>
                    <a:pt x="49587" y="2375541"/>
                  </a:lnTo>
                  <a:lnTo>
                    <a:pt x="75498" y="2409890"/>
                  </a:lnTo>
                  <a:lnTo>
                    <a:pt x="105863" y="2440261"/>
                  </a:lnTo>
                  <a:lnTo>
                    <a:pt x="140206" y="2466178"/>
                  </a:lnTo>
                  <a:lnTo>
                    <a:pt x="178052" y="2487165"/>
                  </a:lnTo>
                  <a:lnTo>
                    <a:pt x="218925" y="2502745"/>
                  </a:lnTo>
                  <a:lnTo>
                    <a:pt x="262348" y="2512442"/>
                  </a:lnTo>
                  <a:lnTo>
                    <a:pt x="307848" y="2515781"/>
                  </a:lnTo>
                  <a:lnTo>
                    <a:pt x="1539367" y="2515781"/>
                  </a:lnTo>
                  <a:lnTo>
                    <a:pt x="1584866" y="2512442"/>
                  </a:lnTo>
                  <a:lnTo>
                    <a:pt x="1628289" y="2502745"/>
                  </a:lnTo>
                  <a:lnTo>
                    <a:pt x="1669162" y="2487165"/>
                  </a:lnTo>
                  <a:lnTo>
                    <a:pt x="1707008" y="2466178"/>
                  </a:lnTo>
                  <a:lnTo>
                    <a:pt x="1741351" y="2440261"/>
                  </a:lnTo>
                  <a:lnTo>
                    <a:pt x="1771716" y="2409890"/>
                  </a:lnTo>
                  <a:lnTo>
                    <a:pt x="1797627" y="2375541"/>
                  </a:lnTo>
                  <a:lnTo>
                    <a:pt x="1818608" y="2337691"/>
                  </a:lnTo>
                  <a:lnTo>
                    <a:pt x="1834183" y="2296816"/>
                  </a:lnTo>
                  <a:lnTo>
                    <a:pt x="1843877" y="2253392"/>
                  </a:lnTo>
                  <a:lnTo>
                    <a:pt x="1847215" y="2207895"/>
                  </a:lnTo>
                  <a:lnTo>
                    <a:pt x="1847215" y="307975"/>
                  </a:lnTo>
                  <a:lnTo>
                    <a:pt x="1843877" y="262473"/>
                  </a:lnTo>
                  <a:lnTo>
                    <a:pt x="1834183" y="219041"/>
                  </a:lnTo>
                  <a:lnTo>
                    <a:pt x="1818608" y="178156"/>
                  </a:lnTo>
                  <a:lnTo>
                    <a:pt x="1797627" y="140295"/>
                  </a:lnTo>
                  <a:lnTo>
                    <a:pt x="1771716" y="105935"/>
                  </a:lnTo>
                  <a:lnTo>
                    <a:pt x="1741351" y="75553"/>
                  </a:lnTo>
                  <a:lnTo>
                    <a:pt x="1707008" y="49625"/>
                  </a:lnTo>
                  <a:lnTo>
                    <a:pt x="1669162" y="28629"/>
                  </a:lnTo>
                  <a:lnTo>
                    <a:pt x="1628289" y="13042"/>
                  </a:lnTo>
                  <a:lnTo>
                    <a:pt x="1584866" y="3340"/>
                  </a:lnTo>
                  <a:lnTo>
                    <a:pt x="1539367" y="0"/>
                  </a:lnTo>
                  <a:close/>
                </a:path>
              </a:pathLst>
            </a:custGeom>
            <a:solidFill>
              <a:srgbClr val="FFFFFF"/>
            </a:solidFill>
          </p:spPr>
          <p:txBody>
            <a:bodyPr wrap="square" lIns="0" tIns="0" rIns="0" bIns="0" rtlCol="0"/>
            <a:lstStyle/>
            <a:p>
              <a:endParaRPr/>
            </a:p>
          </p:txBody>
        </p:sp>
        <p:sp>
          <p:nvSpPr>
            <p:cNvPr id="89" name="object 89"/>
            <p:cNvSpPr/>
            <p:nvPr/>
          </p:nvSpPr>
          <p:spPr>
            <a:xfrm>
              <a:off x="7301356" y="4180585"/>
              <a:ext cx="1847214" cy="2515870"/>
            </a:xfrm>
            <a:custGeom>
              <a:avLst/>
              <a:gdLst/>
              <a:ahLst/>
              <a:cxnLst/>
              <a:rect l="l" t="t" r="r" b="b"/>
              <a:pathLst>
                <a:path w="1847215" h="2515870">
                  <a:moveTo>
                    <a:pt x="0" y="307975"/>
                  </a:moveTo>
                  <a:lnTo>
                    <a:pt x="3337" y="262473"/>
                  </a:lnTo>
                  <a:lnTo>
                    <a:pt x="13031" y="219041"/>
                  </a:lnTo>
                  <a:lnTo>
                    <a:pt x="28606" y="178156"/>
                  </a:lnTo>
                  <a:lnTo>
                    <a:pt x="49587" y="140295"/>
                  </a:lnTo>
                  <a:lnTo>
                    <a:pt x="75498" y="105935"/>
                  </a:lnTo>
                  <a:lnTo>
                    <a:pt x="105863" y="75553"/>
                  </a:lnTo>
                  <a:lnTo>
                    <a:pt x="140206" y="49625"/>
                  </a:lnTo>
                  <a:lnTo>
                    <a:pt x="178052" y="28629"/>
                  </a:lnTo>
                  <a:lnTo>
                    <a:pt x="218925" y="13042"/>
                  </a:lnTo>
                  <a:lnTo>
                    <a:pt x="262348" y="3340"/>
                  </a:lnTo>
                  <a:lnTo>
                    <a:pt x="307848" y="0"/>
                  </a:lnTo>
                  <a:lnTo>
                    <a:pt x="1539367" y="0"/>
                  </a:lnTo>
                  <a:lnTo>
                    <a:pt x="1584866" y="3340"/>
                  </a:lnTo>
                  <a:lnTo>
                    <a:pt x="1628289" y="13042"/>
                  </a:lnTo>
                  <a:lnTo>
                    <a:pt x="1669162" y="28629"/>
                  </a:lnTo>
                  <a:lnTo>
                    <a:pt x="1707008" y="49625"/>
                  </a:lnTo>
                  <a:lnTo>
                    <a:pt x="1741351" y="75553"/>
                  </a:lnTo>
                  <a:lnTo>
                    <a:pt x="1771716" y="105935"/>
                  </a:lnTo>
                  <a:lnTo>
                    <a:pt x="1797627" y="140295"/>
                  </a:lnTo>
                  <a:lnTo>
                    <a:pt x="1818608" y="178156"/>
                  </a:lnTo>
                  <a:lnTo>
                    <a:pt x="1834183" y="219041"/>
                  </a:lnTo>
                  <a:lnTo>
                    <a:pt x="1843877" y="262473"/>
                  </a:lnTo>
                  <a:lnTo>
                    <a:pt x="1847215" y="307975"/>
                  </a:lnTo>
                  <a:lnTo>
                    <a:pt x="1847215" y="2207895"/>
                  </a:lnTo>
                  <a:lnTo>
                    <a:pt x="1843877" y="2253392"/>
                  </a:lnTo>
                  <a:lnTo>
                    <a:pt x="1834183" y="2296816"/>
                  </a:lnTo>
                  <a:lnTo>
                    <a:pt x="1818608" y="2337691"/>
                  </a:lnTo>
                  <a:lnTo>
                    <a:pt x="1797627" y="2375541"/>
                  </a:lnTo>
                  <a:lnTo>
                    <a:pt x="1771716" y="2409890"/>
                  </a:lnTo>
                  <a:lnTo>
                    <a:pt x="1741351" y="2440261"/>
                  </a:lnTo>
                  <a:lnTo>
                    <a:pt x="1707008" y="2466178"/>
                  </a:lnTo>
                  <a:lnTo>
                    <a:pt x="1669162" y="2487165"/>
                  </a:lnTo>
                  <a:lnTo>
                    <a:pt x="1628289" y="2502745"/>
                  </a:lnTo>
                  <a:lnTo>
                    <a:pt x="1584866" y="2512442"/>
                  </a:lnTo>
                  <a:lnTo>
                    <a:pt x="1539367" y="2515781"/>
                  </a:lnTo>
                  <a:lnTo>
                    <a:pt x="307848" y="2515781"/>
                  </a:lnTo>
                  <a:lnTo>
                    <a:pt x="262348" y="2512442"/>
                  </a:lnTo>
                  <a:lnTo>
                    <a:pt x="218925" y="2502745"/>
                  </a:lnTo>
                  <a:lnTo>
                    <a:pt x="178052" y="2487165"/>
                  </a:lnTo>
                  <a:lnTo>
                    <a:pt x="140206" y="2466178"/>
                  </a:lnTo>
                  <a:lnTo>
                    <a:pt x="105863" y="2440261"/>
                  </a:lnTo>
                  <a:lnTo>
                    <a:pt x="75498" y="2409890"/>
                  </a:lnTo>
                  <a:lnTo>
                    <a:pt x="49587" y="2375541"/>
                  </a:lnTo>
                  <a:lnTo>
                    <a:pt x="28606" y="2337691"/>
                  </a:lnTo>
                  <a:lnTo>
                    <a:pt x="13031" y="2296816"/>
                  </a:lnTo>
                  <a:lnTo>
                    <a:pt x="3337" y="2253392"/>
                  </a:lnTo>
                  <a:lnTo>
                    <a:pt x="0" y="2207895"/>
                  </a:lnTo>
                  <a:lnTo>
                    <a:pt x="0" y="307975"/>
                  </a:lnTo>
                  <a:close/>
                </a:path>
              </a:pathLst>
            </a:custGeom>
            <a:ln w="25400">
              <a:solidFill>
                <a:srgbClr val="000000"/>
              </a:solidFill>
            </a:ln>
          </p:spPr>
          <p:txBody>
            <a:bodyPr wrap="square" lIns="0" tIns="0" rIns="0" bIns="0" rtlCol="0"/>
            <a:lstStyle/>
            <a:p>
              <a:endParaRPr/>
            </a:p>
          </p:txBody>
        </p:sp>
      </p:grpSp>
      <p:grpSp>
        <p:nvGrpSpPr>
          <p:cNvPr id="90" name="object 90"/>
          <p:cNvGrpSpPr/>
          <p:nvPr/>
        </p:nvGrpSpPr>
        <p:grpSpPr>
          <a:xfrm>
            <a:off x="5615685" y="4315714"/>
            <a:ext cx="1144270" cy="247015"/>
            <a:chOff x="5615685" y="4315714"/>
            <a:chExt cx="1144270" cy="247015"/>
          </a:xfrm>
        </p:grpSpPr>
        <p:pic>
          <p:nvPicPr>
            <p:cNvPr id="91" name="object 91"/>
            <p:cNvPicPr/>
            <p:nvPr/>
          </p:nvPicPr>
          <p:blipFill>
            <a:blip r:embed="rId17" cstate="print"/>
            <a:stretch>
              <a:fillRect/>
            </a:stretch>
          </p:blipFill>
          <p:spPr>
            <a:xfrm>
              <a:off x="5616193" y="4315714"/>
              <a:ext cx="1143380" cy="246887"/>
            </a:xfrm>
            <a:prstGeom prst="rect">
              <a:avLst/>
            </a:prstGeom>
          </p:spPr>
        </p:pic>
        <p:sp>
          <p:nvSpPr>
            <p:cNvPr id="92" name="object 92"/>
            <p:cNvSpPr/>
            <p:nvPr/>
          </p:nvSpPr>
          <p:spPr>
            <a:xfrm>
              <a:off x="5615685" y="4534027"/>
              <a:ext cx="914400" cy="12700"/>
            </a:xfrm>
            <a:custGeom>
              <a:avLst/>
              <a:gdLst/>
              <a:ahLst/>
              <a:cxnLst/>
              <a:rect l="l" t="t" r="r" b="b"/>
              <a:pathLst>
                <a:path w="914400" h="12700">
                  <a:moveTo>
                    <a:pt x="914399" y="0"/>
                  </a:moveTo>
                  <a:lnTo>
                    <a:pt x="0" y="0"/>
                  </a:lnTo>
                  <a:lnTo>
                    <a:pt x="0" y="12192"/>
                  </a:lnTo>
                  <a:lnTo>
                    <a:pt x="914399" y="12192"/>
                  </a:lnTo>
                  <a:lnTo>
                    <a:pt x="914399" y="0"/>
                  </a:lnTo>
                  <a:close/>
                </a:path>
              </a:pathLst>
            </a:custGeom>
            <a:solidFill>
              <a:srgbClr val="000000"/>
            </a:solidFill>
          </p:spPr>
          <p:txBody>
            <a:bodyPr wrap="square" lIns="0" tIns="0" rIns="0" bIns="0" rtlCol="0"/>
            <a:lstStyle/>
            <a:p>
              <a:endParaRPr/>
            </a:p>
          </p:txBody>
        </p:sp>
      </p:grpSp>
      <p:grpSp>
        <p:nvGrpSpPr>
          <p:cNvPr id="93" name="object 93"/>
          <p:cNvGrpSpPr/>
          <p:nvPr/>
        </p:nvGrpSpPr>
        <p:grpSpPr>
          <a:xfrm>
            <a:off x="7844028" y="4315714"/>
            <a:ext cx="916305" cy="247015"/>
            <a:chOff x="7844028" y="4315714"/>
            <a:chExt cx="916305" cy="247015"/>
          </a:xfrm>
        </p:grpSpPr>
        <p:pic>
          <p:nvPicPr>
            <p:cNvPr id="94" name="object 94"/>
            <p:cNvPicPr/>
            <p:nvPr/>
          </p:nvPicPr>
          <p:blipFill>
            <a:blip r:embed="rId18" cstate="print"/>
            <a:stretch>
              <a:fillRect/>
            </a:stretch>
          </p:blipFill>
          <p:spPr>
            <a:xfrm>
              <a:off x="7844917" y="4315714"/>
              <a:ext cx="914806" cy="246887"/>
            </a:xfrm>
            <a:prstGeom prst="rect">
              <a:avLst/>
            </a:prstGeom>
          </p:spPr>
        </p:pic>
        <p:sp>
          <p:nvSpPr>
            <p:cNvPr id="95" name="object 95"/>
            <p:cNvSpPr/>
            <p:nvPr/>
          </p:nvSpPr>
          <p:spPr>
            <a:xfrm>
              <a:off x="7844028" y="4534027"/>
              <a:ext cx="685800" cy="12700"/>
            </a:xfrm>
            <a:custGeom>
              <a:avLst/>
              <a:gdLst/>
              <a:ahLst/>
              <a:cxnLst/>
              <a:rect l="l" t="t" r="r" b="b"/>
              <a:pathLst>
                <a:path w="685800" h="12700">
                  <a:moveTo>
                    <a:pt x="685800" y="0"/>
                  </a:moveTo>
                  <a:lnTo>
                    <a:pt x="0" y="0"/>
                  </a:lnTo>
                  <a:lnTo>
                    <a:pt x="0" y="12192"/>
                  </a:lnTo>
                  <a:lnTo>
                    <a:pt x="685800" y="12192"/>
                  </a:lnTo>
                  <a:lnTo>
                    <a:pt x="685800" y="0"/>
                  </a:lnTo>
                  <a:close/>
                </a:path>
              </a:pathLst>
            </a:custGeom>
            <a:solidFill>
              <a:srgbClr val="000000"/>
            </a:solidFill>
          </p:spPr>
          <p:txBody>
            <a:bodyPr wrap="square" lIns="0" tIns="0" rIns="0" bIns="0" rtlCol="0"/>
            <a:lstStyle/>
            <a:p>
              <a:endParaRPr/>
            </a:p>
          </p:txBody>
        </p:sp>
      </p:grpSp>
      <p:grpSp>
        <p:nvGrpSpPr>
          <p:cNvPr id="96" name="object 96"/>
          <p:cNvGrpSpPr/>
          <p:nvPr/>
        </p:nvGrpSpPr>
        <p:grpSpPr>
          <a:xfrm>
            <a:off x="10030968" y="4315714"/>
            <a:ext cx="915669" cy="247015"/>
            <a:chOff x="10030968" y="4315714"/>
            <a:chExt cx="915669" cy="247015"/>
          </a:xfrm>
        </p:grpSpPr>
        <p:pic>
          <p:nvPicPr>
            <p:cNvPr id="97" name="object 97"/>
            <p:cNvPicPr/>
            <p:nvPr/>
          </p:nvPicPr>
          <p:blipFill>
            <a:blip r:embed="rId19" cstate="print"/>
            <a:stretch>
              <a:fillRect/>
            </a:stretch>
          </p:blipFill>
          <p:spPr>
            <a:xfrm>
              <a:off x="10032238" y="4315714"/>
              <a:ext cx="914400" cy="246887"/>
            </a:xfrm>
            <a:prstGeom prst="rect">
              <a:avLst/>
            </a:prstGeom>
          </p:spPr>
        </p:pic>
        <p:sp>
          <p:nvSpPr>
            <p:cNvPr id="98" name="object 98"/>
            <p:cNvSpPr/>
            <p:nvPr/>
          </p:nvSpPr>
          <p:spPr>
            <a:xfrm>
              <a:off x="10030968" y="4534027"/>
              <a:ext cx="685800" cy="12700"/>
            </a:xfrm>
            <a:custGeom>
              <a:avLst/>
              <a:gdLst/>
              <a:ahLst/>
              <a:cxnLst/>
              <a:rect l="l" t="t" r="r" b="b"/>
              <a:pathLst>
                <a:path w="685800" h="12700">
                  <a:moveTo>
                    <a:pt x="685800" y="0"/>
                  </a:moveTo>
                  <a:lnTo>
                    <a:pt x="0" y="0"/>
                  </a:lnTo>
                  <a:lnTo>
                    <a:pt x="0" y="12192"/>
                  </a:lnTo>
                  <a:lnTo>
                    <a:pt x="685800" y="12192"/>
                  </a:lnTo>
                  <a:lnTo>
                    <a:pt x="685800" y="0"/>
                  </a:lnTo>
                  <a:close/>
                </a:path>
              </a:pathLst>
            </a:custGeom>
            <a:solidFill>
              <a:srgbClr val="000000"/>
            </a:solidFill>
          </p:spPr>
          <p:txBody>
            <a:bodyPr wrap="square" lIns="0" tIns="0" rIns="0" bIns="0" rtlCol="0"/>
            <a:lstStyle/>
            <a:p>
              <a:endParaRPr/>
            </a:p>
          </p:txBody>
        </p:sp>
      </p:grpSp>
      <p:grpSp>
        <p:nvGrpSpPr>
          <p:cNvPr id="136" name="グループ化 135">
            <a:extLst>
              <a:ext uri="{FF2B5EF4-FFF2-40B4-BE49-F238E27FC236}">
                <a16:creationId xmlns:a16="http://schemas.microsoft.com/office/drawing/2014/main" id="{53EFA315-5A1F-4E9A-A55A-A35E762802C4}"/>
              </a:ext>
            </a:extLst>
          </p:cNvPr>
          <p:cNvGrpSpPr/>
          <p:nvPr/>
        </p:nvGrpSpPr>
        <p:grpSpPr>
          <a:xfrm>
            <a:off x="369455" y="692784"/>
            <a:ext cx="11139170" cy="2466340"/>
            <a:chOff x="369455" y="692784"/>
            <a:chExt cx="11139170" cy="2466340"/>
          </a:xfrm>
        </p:grpSpPr>
        <p:sp>
          <p:nvSpPr>
            <p:cNvPr id="7" name="object 7"/>
            <p:cNvSpPr/>
            <p:nvPr/>
          </p:nvSpPr>
          <p:spPr>
            <a:xfrm>
              <a:off x="369455" y="692784"/>
              <a:ext cx="11139170" cy="2466340"/>
            </a:xfrm>
            <a:custGeom>
              <a:avLst/>
              <a:gdLst/>
              <a:ahLst/>
              <a:cxnLst/>
              <a:rect l="l" t="t" r="r" b="b"/>
              <a:pathLst>
                <a:path w="11139170" h="2466340">
                  <a:moveTo>
                    <a:pt x="10728058" y="0"/>
                  </a:moveTo>
                  <a:lnTo>
                    <a:pt x="411022" y="0"/>
                  </a:lnTo>
                  <a:lnTo>
                    <a:pt x="363089" y="2765"/>
                  </a:lnTo>
                  <a:lnTo>
                    <a:pt x="316779" y="10855"/>
                  </a:lnTo>
                  <a:lnTo>
                    <a:pt x="272402" y="23961"/>
                  </a:lnTo>
                  <a:lnTo>
                    <a:pt x="230266" y="41775"/>
                  </a:lnTo>
                  <a:lnTo>
                    <a:pt x="190679" y="63989"/>
                  </a:lnTo>
                  <a:lnTo>
                    <a:pt x="153949" y="90293"/>
                  </a:lnTo>
                  <a:lnTo>
                    <a:pt x="120386" y="120380"/>
                  </a:lnTo>
                  <a:lnTo>
                    <a:pt x="90297" y="153940"/>
                  </a:lnTo>
                  <a:lnTo>
                    <a:pt x="63991" y="190665"/>
                  </a:lnTo>
                  <a:lnTo>
                    <a:pt x="41777" y="230247"/>
                  </a:lnTo>
                  <a:lnTo>
                    <a:pt x="23962" y="272377"/>
                  </a:lnTo>
                  <a:lnTo>
                    <a:pt x="10855" y="316747"/>
                  </a:lnTo>
                  <a:lnTo>
                    <a:pt x="2765" y="363048"/>
                  </a:lnTo>
                  <a:lnTo>
                    <a:pt x="0" y="410972"/>
                  </a:lnTo>
                  <a:lnTo>
                    <a:pt x="0" y="2054987"/>
                  </a:lnTo>
                  <a:lnTo>
                    <a:pt x="2765" y="2102935"/>
                  </a:lnTo>
                  <a:lnTo>
                    <a:pt x="10855" y="2149258"/>
                  </a:lnTo>
                  <a:lnTo>
                    <a:pt x="23962" y="2193646"/>
                  </a:lnTo>
                  <a:lnTo>
                    <a:pt x="41777" y="2235792"/>
                  </a:lnTo>
                  <a:lnTo>
                    <a:pt x="63991" y="2275386"/>
                  </a:lnTo>
                  <a:lnTo>
                    <a:pt x="90297" y="2312122"/>
                  </a:lnTo>
                  <a:lnTo>
                    <a:pt x="120386" y="2345690"/>
                  </a:lnTo>
                  <a:lnTo>
                    <a:pt x="153949" y="2375782"/>
                  </a:lnTo>
                  <a:lnTo>
                    <a:pt x="190679" y="2402090"/>
                  </a:lnTo>
                  <a:lnTo>
                    <a:pt x="230266" y="2424307"/>
                  </a:lnTo>
                  <a:lnTo>
                    <a:pt x="272402" y="2442122"/>
                  </a:lnTo>
                  <a:lnTo>
                    <a:pt x="316779" y="2455230"/>
                  </a:lnTo>
                  <a:lnTo>
                    <a:pt x="363089" y="2463320"/>
                  </a:lnTo>
                  <a:lnTo>
                    <a:pt x="411022" y="2466086"/>
                  </a:lnTo>
                  <a:lnTo>
                    <a:pt x="10728058" y="2466086"/>
                  </a:lnTo>
                  <a:lnTo>
                    <a:pt x="10775981" y="2463320"/>
                  </a:lnTo>
                  <a:lnTo>
                    <a:pt x="10822282" y="2455230"/>
                  </a:lnTo>
                  <a:lnTo>
                    <a:pt x="10866652" y="2442122"/>
                  </a:lnTo>
                  <a:lnTo>
                    <a:pt x="10908782" y="2424307"/>
                  </a:lnTo>
                  <a:lnTo>
                    <a:pt x="10948364" y="2402090"/>
                  </a:lnTo>
                  <a:lnTo>
                    <a:pt x="10985090" y="2375782"/>
                  </a:lnTo>
                  <a:lnTo>
                    <a:pt x="11018650" y="2345690"/>
                  </a:lnTo>
                  <a:lnTo>
                    <a:pt x="11048736" y="2312122"/>
                  </a:lnTo>
                  <a:lnTo>
                    <a:pt x="11075040" y="2275386"/>
                  </a:lnTo>
                  <a:lnTo>
                    <a:pt x="11097254" y="2235792"/>
                  </a:lnTo>
                  <a:lnTo>
                    <a:pt x="11115068" y="2193646"/>
                  </a:lnTo>
                  <a:lnTo>
                    <a:pt x="11128174" y="2149258"/>
                  </a:lnTo>
                  <a:lnTo>
                    <a:pt x="11136265" y="2102935"/>
                  </a:lnTo>
                  <a:lnTo>
                    <a:pt x="11139030" y="2054987"/>
                  </a:lnTo>
                  <a:lnTo>
                    <a:pt x="11139030" y="410972"/>
                  </a:lnTo>
                  <a:lnTo>
                    <a:pt x="11136265" y="363048"/>
                  </a:lnTo>
                  <a:lnTo>
                    <a:pt x="11128174" y="316747"/>
                  </a:lnTo>
                  <a:lnTo>
                    <a:pt x="11115068" y="272377"/>
                  </a:lnTo>
                  <a:lnTo>
                    <a:pt x="11097254" y="230247"/>
                  </a:lnTo>
                  <a:lnTo>
                    <a:pt x="11075040" y="190665"/>
                  </a:lnTo>
                  <a:lnTo>
                    <a:pt x="11048736" y="153940"/>
                  </a:lnTo>
                  <a:lnTo>
                    <a:pt x="11018650" y="120380"/>
                  </a:lnTo>
                  <a:lnTo>
                    <a:pt x="10985090" y="90293"/>
                  </a:lnTo>
                  <a:lnTo>
                    <a:pt x="10948364" y="63989"/>
                  </a:lnTo>
                  <a:lnTo>
                    <a:pt x="10908782" y="41775"/>
                  </a:lnTo>
                  <a:lnTo>
                    <a:pt x="10866652" y="23961"/>
                  </a:lnTo>
                  <a:lnTo>
                    <a:pt x="10822282" y="10855"/>
                  </a:lnTo>
                  <a:lnTo>
                    <a:pt x="10775981" y="2765"/>
                  </a:lnTo>
                  <a:lnTo>
                    <a:pt x="10728058" y="0"/>
                  </a:lnTo>
                  <a:close/>
                </a:path>
              </a:pathLst>
            </a:custGeom>
            <a:solidFill>
              <a:srgbClr val="FFFFFF"/>
            </a:solidFill>
          </p:spPr>
          <p:txBody>
            <a:bodyPr wrap="square" lIns="0" tIns="0" rIns="0" bIns="0" rtlCol="0"/>
            <a:lstStyle/>
            <a:p>
              <a:endParaRPr dirty="0"/>
            </a:p>
          </p:txBody>
        </p:sp>
        <p:pic>
          <p:nvPicPr>
            <p:cNvPr id="13" name="object 13"/>
            <p:cNvPicPr/>
            <p:nvPr/>
          </p:nvPicPr>
          <p:blipFill>
            <a:blip r:embed="rId20" cstate="print"/>
            <a:stretch>
              <a:fillRect/>
            </a:stretch>
          </p:blipFill>
          <p:spPr>
            <a:xfrm>
              <a:off x="862888" y="790066"/>
              <a:ext cx="1600200" cy="246887"/>
            </a:xfrm>
            <a:prstGeom prst="rect">
              <a:avLst/>
            </a:prstGeom>
          </p:spPr>
        </p:pic>
        <p:grpSp>
          <p:nvGrpSpPr>
            <p:cNvPr id="33" name="object 33"/>
            <p:cNvGrpSpPr/>
            <p:nvPr/>
          </p:nvGrpSpPr>
          <p:grpSpPr>
            <a:xfrm>
              <a:off x="2716148" y="1558671"/>
              <a:ext cx="685800" cy="921385"/>
              <a:chOff x="2716148" y="1558671"/>
              <a:chExt cx="685800" cy="921385"/>
            </a:xfrm>
          </p:grpSpPr>
          <p:sp>
            <p:nvSpPr>
              <p:cNvPr id="34" name="object 34"/>
              <p:cNvSpPr/>
              <p:nvPr/>
            </p:nvSpPr>
            <p:spPr>
              <a:xfrm>
                <a:off x="2728848" y="1571371"/>
                <a:ext cx="660400" cy="895985"/>
              </a:xfrm>
              <a:custGeom>
                <a:avLst/>
                <a:gdLst/>
                <a:ahLst/>
                <a:cxnLst/>
                <a:rect l="l" t="t" r="r" b="b"/>
                <a:pathLst>
                  <a:path w="660400" h="895985">
                    <a:moveTo>
                      <a:pt x="330200" y="0"/>
                    </a:moveTo>
                    <a:lnTo>
                      <a:pt x="330200" y="223900"/>
                    </a:lnTo>
                    <a:lnTo>
                      <a:pt x="0" y="223900"/>
                    </a:lnTo>
                    <a:lnTo>
                      <a:pt x="0" y="671956"/>
                    </a:lnTo>
                    <a:lnTo>
                      <a:pt x="330200" y="671956"/>
                    </a:lnTo>
                    <a:lnTo>
                      <a:pt x="330200" y="895857"/>
                    </a:lnTo>
                    <a:lnTo>
                      <a:pt x="660400" y="447928"/>
                    </a:lnTo>
                    <a:lnTo>
                      <a:pt x="330200" y="0"/>
                    </a:lnTo>
                    <a:close/>
                  </a:path>
                </a:pathLst>
              </a:custGeom>
              <a:solidFill>
                <a:srgbClr val="000000"/>
              </a:solidFill>
            </p:spPr>
            <p:txBody>
              <a:bodyPr wrap="square" lIns="0" tIns="0" rIns="0" bIns="0" rtlCol="0"/>
              <a:lstStyle/>
              <a:p>
                <a:endParaRPr/>
              </a:p>
            </p:txBody>
          </p:sp>
          <p:sp>
            <p:nvSpPr>
              <p:cNvPr id="35" name="object 35"/>
              <p:cNvSpPr/>
              <p:nvPr/>
            </p:nvSpPr>
            <p:spPr>
              <a:xfrm>
                <a:off x="2728848" y="1571371"/>
                <a:ext cx="660400" cy="895985"/>
              </a:xfrm>
              <a:custGeom>
                <a:avLst/>
                <a:gdLst/>
                <a:ahLst/>
                <a:cxnLst/>
                <a:rect l="l" t="t" r="r" b="b"/>
                <a:pathLst>
                  <a:path w="660400" h="895985">
                    <a:moveTo>
                      <a:pt x="0" y="223900"/>
                    </a:moveTo>
                    <a:lnTo>
                      <a:pt x="330200" y="223900"/>
                    </a:lnTo>
                    <a:lnTo>
                      <a:pt x="330200" y="0"/>
                    </a:lnTo>
                    <a:lnTo>
                      <a:pt x="660400" y="447928"/>
                    </a:lnTo>
                    <a:lnTo>
                      <a:pt x="330200" y="895857"/>
                    </a:lnTo>
                    <a:lnTo>
                      <a:pt x="330200" y="671956"/>
                    </a:lnTo>
                    <a:lnTo>
                      <a:pt x="0" y="671956"/>
                    </a:lnTo>
                    <a:lnTo>
                      <a:pt x="0" y="223900"/>
                    </a:lnTo>
                    <a:close/>
                  </a:path>
                </a:pathLst>
              </a:custGeom>
              <a:ln w="25400">
                <a:solidFill>
                  <a:srgbClr val="000000"/>
                </a:solidFill>
              </a:ln>
            </p:spPr>
            <p:txBody>
              <a:bodyPr wrap="square" lIns="0" tIns="0" rIns="0" bIns="0" rtlCol="0"/>
              <a:lstStyle/>
              <a:p>
                <a:endParaRPr/>
              </a:p>
            </p:txBody>
          </p:sp>
        </p:grpSp>
        <p:grpSp>
          <p:nvGrpSpPr>
            <p:cNvPr id="36" name="object 36"/>
            <p:cNvGrpSpPr/>
            <p:nvPr/>
          </p:nvGrpSpPr>
          <p:grpSpPr>
            <a:xfrm>
              <a:off x="8530843" y="1558671"/>
              <a:ext cx="685800" cy="921385"/>
              <a:chOff x="8530843" y="1558671"/>
              <a:chExt cx="685800" cy="921385"/>
            </a:xfrm>
          </p:grpSpPr>
          <p:sp>
            <p:nvSpPr>
              <p:cNvPr id="37" name="object 37"/>
              <p:cNvSpPr/>
              <p:nvPr/>
            </p:nvSpPr>
            <p:spPr>
              <a:xfrm>
                <a:off x="8543543" y="1571371"/>
                <a:ext cx="660400" cy="895985"/>
              </a:xfrm>
              <a:custGeom>
                <a:avLst/>
                <a:gdLst/>
                <a:ahLst/>
                <a:cxnLst/>
                <a:rect l="l" t="t" r="r" b="b"/>
                <a:pathLst>
                  <a:path w="660400" h="895985">
                    <a:moveTo>
                      <a:pt x="330200" y="0"/>
                    </a:moveTo>
                    <a:lnTo>
                      <a:pt x="330200" y="223900"/>
                    </a:lnTo>
                    <a:lnTo>
                      <a:pt x="0" y="223900"/>
                    </a:lnTo>
                    <a:lnTo>
                      <a:pt x="0" y="671956"/>
                    </a:lnTo>
                    <a:lnTo>
                      <a:pt x="330200" y="671956"/>
                    </a:lnTo>
                    <a:lnTo>
                      <a:pt x="330200" y="895857"/>
                    </a:lnTo>
                    <a:lnTo>
                      <a:pt x="660400" y="447928"/>
                    </a:lnTo>
                    <a:lnTo>
                      <a:pt x="330200" y="0"/>
                    </a:lnTo>
                    <a:close/>
                  </a:path>
                </a:pathLst>
              </a:custGeom>
              <a:solidFill>
                <a:srgbClr val="000000"/>
              </a:solidFill>
            </p:spPr>
            <p:txBody>
              <a:bodyPr wrap="square" lIns="0" tIns="0" rIns="0" bIns="0" rtlCol="0"/>
              <a:lstStyle/>
              <a:p>
                <a:endParaRPr/>
              </a:p>
            </p:txBody>
          </p:sp>
          <p:sp>
            <p:nvSpPr>
              <p:cNvPr id="38" name="object 38"/>
              <p:cNvSpPr/>
              <p:nvPr/>
            </p:nvSpPr>
            <p:spPr>
              <a:xfrm>
                <a:off x="8543543" y="1571371"/>
                <a:ext cx="660400" cy="895985"/>
              </a:xfrm>
              <a:custGeom>
                <a:avLst/>
                <a:gdLst/>
                <a:ahLst/>
                <a:cxnLst/>
                <a:rect l="l" t="t" r="r" b="b"/>
                <a:pathLst>
                  <a:path w="660400" h="895985">
                    <a:moveTo>
                      <a:pt x="0" y="223900"/>
                    </a:moveTo>
                    <a:lnTo>
                      <a:pt x="330200" y="223900"/>
                    </a:lnTo>
                    <a:lnTo>
                      <a:pt x="330200" y="0"/>
                    </a:lnTo>
                    <a:lnTo>
                      <a:pt x="660400" y="447928"/>
                    </a:lnTo>
                    <a:lnTo>
                      <a:pt x="330200" y="895857"/>
                    </a:lnTo>
                    <a:lnTo>
                      <a:pt x="330200" y="671956"/>
                    </a:lnTo>
                    <a:lnTo>
                      <a:pt x="0" y="671956"/>
                    </a:lnTo>
                    <a:lnTo>
                      <a:pt x="0" y="223900"/>
                    </a:lnTo>
                    <a:close/>
                  </a:path>
                </a:pathLst>
              </a:custGeom>
              <a:ln w="25400">
                <a:solidFill>
                  <a:srgbClr val="000000"/>
                </a:solidFill>
              </a:ln>
            </p:spPr>
            <p:txBody>
              <a:bodyPr wrap="square" lIns="0" tIns="0" rIns="0" bIns="0" rtlCol="0"/>
              <a:lstStyle/>
              <a:p>
                <a:endParaRPr/>
              </a:p>
            </p:txBody>
          </p:sp>
        </p:grpSp>
        <p:grpSp>
          <p:nvGrpSpPr>
            <p:cNvPr id="39" name="object 39"/>
            <p:cNvGrpSpPr/>
            <p:nvPr/>
          </p:nvGrpSpPr>
          <p:grpSpPr>
            <a:xfrm>
              <a:off x="5753100" y="1558671"/>
              <a:ext cx="685800" cy="921385"/>
              <a:chOff x="5753100" y="1558671"/>
              <a:chExt cx="685800" cy="921385"/>
            </a:xfrm>
          </p:grpSpPr>
          <p:sp>
            <p:nvSpPr>
              <p:cNvPr id="40" name="object 40"/>
              <p:cNvSpPr/>
              <p:nvPr/>
            </p:nvSpPr>
            <p:spPr>
              <a:xfrm>
                <a:off x="5765800" y="1571371"/>
                <a:ext cx="660400" cy="895985"/>
              </a:xfrm>
              <a:custGeom>
                <a:avLst/>
                <a:gdLst/>
                <a:ahLst/>
                <a:cxnLst/>
                <a:rect l="l" t="t" r="r" b="b"/>
                <a:pathLst>
                  <a:path w="660400" h="895985">
                    <a:moveTo>
                      <a:pt x="330200" y="0"/>
                    </a:moveTo>
                    <a:lnTo>
                      <a:pt x="330200" y="223900"/>
                    </a:lnTo>
                    <a:lnTo>
                      <a:pt x="0" y="223900"/>
                    </a:lnTo>
                    <a:lnTo>
                      <a:pt x="0" y="671956"/>
                    </a:lnTo>
                    <a:lnTo>
                      <a:pt x="330200" y="671956"/>
                    </a:lnTo>
                    <a:lnTo>
                      <a:pt x="330200" y="895857"/>
                    </a:lnTo>
                    <a:lnTo>
                      <a:pt x="660400" y="447928"/>
                    </a:lnTo>
                    <a:lnTo>
                      <a:pt x="330200" y="0"/>
                    </a:lnTo>
                    <a:close/>
                  </a:path>
                </a:pathLst>
              </a:custGeom>
              <a:solidFill>
                <a:srgbClr val="000000"/>
              </a:solidFill>
            </p:spPr>
            <p:txBody>
              <a:bodyPr wrap="square" lIns="0" tIns="0" rIns="0" bIns="0" rtlCol="0"/>
              <a:lstStyle/>
              <a:p>
                <a:endParaRPr/>
              </a:p>
            </p:txBody>
          </p:sp>
          <p:sp>
            <p:nvSpPr>
              <p:cNvPr id="41" name="object 41"/>
              <p:cNvSpPr/>
              <p:nvPr/>
            </p:nvSpPr>
            <p:spPr>
              <a:xfrm>
                <a:off x="5765800" y="1571371"/>
                <a:ext cx="660400" cy="895985"/>
              </a:xfrm>
              <a:custGeom>
                <a:avLst/>
                <a:gdLst/>
                <a:ahLst/>
                <a:cxnLst/>
                <a:rect l="l" t="t" r="r" b="b"/>
                <a:pathLst>
                  <a:path w="660400" h="895985">
                    <a:moveTo>
                      <a:pt x="0" y="223900"/>
                    </a:moveTo>
                    <a:lnTo>
                      <a:pt x="330200" y="223900"/>
                    </a:lnTo>
                    <a:lnTo>
                      <a:pt x="330200" y="0"/>
                    </a:lnTo>
                    <a:lnTo>
                      <a:pt x="660400" y="447928"/>
                    </a:lnTo>
                    <a:lnTo>
                      <a:pt x="330200" y="895857"/>
                    </a:lnTo>
                    <a:lnTo>
                      <a:pt x="330200" y="671956"/>
                    </a:lnTo>
                    <a:lnTo>
                      <a:pt x="0" y="671956"/>
                    </a:lnTo>
                    <a:lnTo>
                      <a:pt x="0" y="223900"/>
                    </a:lnTo>
                    <a:close/>
                  </a:path>
                </a:pathLst>
              </a:custGeom>
              <a:ln w="25400">
                <a:solidFill>
                  <a:srgbClr val="000000"/>
                </a:solidFill>
              </a:ln>
            </p:spPr>
            <p:txBody>
              <a:bodyPr wrap="square" lIns="0" tIns="0" rIns="0" bIns="0" rtlCol="0"/>
              <a:lstStyle/>
              <a:p>
                <a:endParaRPr/>
              </a:p>
            </p:txBody>
          </p:sp>
        </p:grpSp>
        <p:grpSp>
          <p:nvGrpSpPr>
            <p:cNvPr id="42" name="object 42"/>
            <p:cNvGrpSpPr/>
            <p:nvPr/>
          </p:nvGrpSpPr>
          <p:grpSpPr>
            <a:xfrm>
              <a:off x="3160014" y="1127378"/>
              <a:ext cx="572770" cy="424815"/>
              <a:chOff x="3160014" y="1127378"/>
              <a:chExt cx="572770" cy="424815"/>
            </a:xfrm>
          </p:grpSpPr>
          <p:sp>
            <p:nvSpPr>
              <p:cNvPr id="43" name="object 43"/>
              <p:cNvSpPr/>
              <p:nvPr/>
            </p:nvSpPr>
            <p:spPr>
              <a:xfrm>
                <a:off x="3172714" y="1140078"/>
                <a:ext cx="433705" cy="399415"/>
              </a:xfrm>
              <a:custGeom>
                <a:avLst/>
                <a:gdLst/>
                <a:ahLst/>
                <a:cxnLst/>
                <a:rect l="l" t="t" r="r" b="b"/>
                <a:pathLst>
                  <a:path w="433704" h="399415">
                    <a:moveTo>
                      <a:pt x="216535" y="0"/>
                    </a:moveTo>
                    <a:lnTo>
                      <a:pt x="166871" y="5266"/>
                    </a:lnTo>
                    <a:lnTo>
                      <a:pt x="121288" y="20271"/>
                    </a:lnTo>
                    <a:lnTo>
                      <a:pt x="81084" y="43817"/>
                    </a:lnTo>
                    <a:lnTo>
                      <a:pt x="47556" y="74710"/>
                    </a:lnTo>
                    <a:lnTo>
                      <a:pt x="22000" y="111754"/>
                    </a:lnTo>
                    <a:lnTo>
                      <a:pt x="5716" y="153755"/>
                    </a:lnTo>
                    <a:lnTo>
                      <a:pt x="0" y="199517"/>
                    </a:lnTo>
                    <a:lnTo>
                      <a:pt x="5716" y="245238"/>
                    </a:lnTo>
                    <a:lnTo>
                      <a:pt x="22000" y="287224"/>
                    </a:lnTo>
                    <a:lnTo>
                      <a:pt x="47556" y="324270"/>
                    </a:lnTo>
                    <a:lnTo>
                      <a:pt x="81084" y="355176"/>
                    </a:lnTo>
                    <a:lnTo>
                      <a:pt x="121288" y="378740"/>
                    </a:lnTo>
                    <a:lnTo>
                      <a:pt x="166871" y="393760"/>
                    </a:lnTo>
                    <a:lnTo>
                      <a:pt x="216535" y="399034"/>
                    </a:lnTo>
                    <a:lnTo>
                      <a:pt x="266205" y="393760"/>
                    </a:lnTo>
                    <a:lnTo>
                      <a:pt x="311806" y="378740"/>
                    </a:lnTo>
                    <a:lnTo>
                      <a:pt x="352035" y="355176"/>
                    </a:lnTo>
                    <a:lnTo>
                      <a:pt x="385590" y="324270"/>
                    </a:lnTo>
                    <a:lnTo>
                      <a:pt x="411170" y="287224"/>
                    </a:lnTo>
                    <a:lnTo>
                      <a:pt x="427473" y="245238"/>
                    </a:lnTo>
                    <a:lnTo>
                      <a:pt x="433197" y="199517"/>
                    </a:lnTo>
                    <a:lnTo>
                      <a:pt x="427473" y="153755"/>
                    </a:lnTo>
                    <a:lnTo>
                      <a:pt x="411170" y="111754"/>
                    </a:lnTo>
                    <a:lnTo>
                      <a:pt x="385590" y="74710"/>
                    </a:lnTo>
                    <a:lnTo>
                      <a:pt x="352035" y="43817"/>
                    </a:lnTo>
                    <a:lnTo>
                      <a:pt x="311806" y="20271"/>
                    </a:lnTo>
                    <a:lnTo>
                      <a:pt x="266205" y="5266"/>
                    </a:lnTo>
                    <a:lnTo>
                      <a:pt x="216535" y="0"/>
                    </a:lnTo>
                    <a:close/>
                  </a:path>
                </a:pathLst>
              </a:custGeom>
              <a:solidFill>
                <a:srgbClr val="000000"/>
              </a:solidFill>
            </p:spPr>
            <p:txBody>
              <a:bodyPr wrap="square" lIns="0" tIns="0" rIns="0" bIns="0" rtlCol="0"/>
              <a:lstStyle/>
              <a:p>
                <a:endParaRPr/>
              </a:p>
            </p:txBody>
          </p:sp>
          <p:sp>
            <p:nvSpPr>
              <p:cNvPr id="44" name="object 44"/>
              <p:cNvSpPr/>
              <p:nvPr/>
            </p:nvSpPr>
            <p:spPr>
              <a:xfrm>
                <a:off x="3172714" y="1140078"/>
                <a:ext cx="433705" cy="399415"/>
              </a:xfrm>
              <a:custGeom>
                <a:avLst/>
                <a:gdLst/>
                <a:ahLst/>
                <a:cxnLst/>
                <a:rect l="l" t="t" r="r" b="b"/>
                <a:pathLst>
                  <a:path w="433704" h="399415">
                    <a:moveTo>
                      <a:pt x="0" y="199517"/>
                    </a:moveTo>
                    <a:lnTo>
                      <a:pt x="5716" y="153755"/>
                    </a:lnTo>
                    <a:lnTo>
                      <a:pt x="22000" y="111754"/>
                    </a:lnTo>
                    <a:lnTo>
                      <a:pt x="47556" y="74710"/>
                    </a:lnTo>
                    <a:lnTo>
                      <a:pt x="81084" y="43817"/>
                    </a:lnTo>
                    <a:lnTo>
                      <a:pt x="121288" y="20271"/>
                    </a:lnTo>
                    <a:lnTo>
                      <a:pt x="166871" y="5266"/>
                    </a:lnTo>
                    <a:lnTo>
                      <a:pt x="216535" y="0"/>
                    </a:lnTo>
                    <a:lnTo>
                      <a:pt x="266205" y="5266"/>
                    </a:lnTo>
                    <a:lnTo>
                      <a:pt x="311806" y="20271"/>
                    </a:lnTo>
                    <a:lnTo>
                      <a:pt x="352035" y="43817"/>
                    </a:lnTo>
                    <a:lnTo>
                      <a:pt x="385590" y="74710"/>
                    </a:lnTo>
                    <a:lnTo>
                      <a:pt x="411170" y="111754"/>
                    </a:lnTo>
                    <a:lnTo>
                      <a:pt x="427473" y="153755"/>
                    </a:lnTo>
                    <a:lnTo>
                      <a:pt x="433197" y="199517"/>
                    </a:lnTo>
                    <a:lnTo>
                      <a:pt x="427473" y="245238"/>
                    </a:lnTo>
                    <a:lnTo>
                      <a:pt x="411170" y="287224"/>
                    </a:lnTo>
                    <a:lnTo>
                      <a:pt x="385590" y="324270"/>
                    </a:lnTo>
                    <a:lnTo>
                      <a:pt x="352035" y="355176"/>
                    </a:lnTo>
                    <a:lnTo>
                      <a:pt x="311806" y="378740"/>
                    </a:lnTo>
                    <a:lnTo>
                      <a:pt x="266205" y="393760"/>
                    </a:lnTo>
                    <a:lnTo>
                      <a:pt x="216535" y="399034"/>
                    </a:lnTo>
                    <a:lnTo>
                      <a:pt x="166871" y="393760"/>
                    </a:lnTo>
                    <a:lnTo>
                      <a:pt x="121288" y="378740"/>
                    </a:lnTo>
                    <a:lnTo>
                      <a:pt x="81084" y="355176"/>
                    </a:lnTo>
                    <a:lnTo>
                      <a:pt x="47556" y="324270"/>
                    </a:lnTo>
                    <a:lnTo>
                      <a:pt x="22000" y="287224"/>
                    </a:lnTo>
                    <a:lnTo>
                      <a:pt x="5716" y="245238"/>
                    </a:lnTo>
                    <a:lnTo>
                      <a:pt x="0" y="199517"/>
                    </a:lnTo>
                    <a:close/>
                  </a:path>
                </a:pathLst>
              </a:custGeom>
              <a:ln w="25400">
                <a:solidFill>
                  <a:srgbClr val="000000"/>
                </a:solidFill>
              </a:ln>
            </p:spPr>
            <p:txBody>
              <a:bodyPr wrap="square" lIns="0" tIns="0" rIns="0" bIns="0" rtlCol="0"/>
              <a:lstStyle/>
              <a:p>
                <a:endParaRPr/>
              </a:p>
            </p:txBody>
          </p:sp>
          <p:pic>
            <p:nvPicPr>
              <p:cNvPr id="45" name="object 45"/>
              <p:cNvPicPr/>
              <p:nvPr/>
            </p:nvPicPr>
            <p:blipFill>
              <a:blip r:embed="rId21" cstate="print"/>
              <a:stretch>
                <a:fillRect/>
              </a:stretch>
            </p:blipFill>
            <p:spPr>
              <a:xfrm>
                <a:off x="3275330" y="1224025"/>
                <a:ext cx="457200" cy="246887"/>
              </a:xfrm>
              <a:prstGeom prst="rect">
                <a:avLst/>
              </a:prstGeom>
            </p:spPr>
          </p:pic>
        </p:grpSp>
        <p:grpSp>
          <p:nvGrpSpPr>
            <p:cNvPr id="46" name="object 46"/>
            <p:cNvGrpSpPr/>
            <p:nvPr/>
          </p:nvGrpSpPr>
          <p:grpSpPr>
            <a:xfrm>
              <a:off x="8975217" y="1159636"/>
              <a:ext cx="573405" cy="424815"/>
              <a:chOff x="8975217" y="1159636"/>
              <a:chExt cx="573405" cy="424815"/>
            </a:xfrm>
          </p:grpSpPr>
          <p:sp>
            <p:nvSpPr>
              <p:cNvPr id="47" name="object 47"/>
              <p:cNvSpPr/>
              <p:nvPr/>
            </p:nvSpPr>
            <p:spPr>
              <a:xfrm>
                <a:off x="8987917" y="1172336"/>
                <a:ext cx="433705" cy="399415"/>
              </a:xfrm>
              <a:custGeom>
                <a:avLst/>
                <a:gdLst/>
                <a:ahLst/>
                <a:cxnLst/>
                <a:rect l="l" t="t" r="r" b="b"/>
                <a:pathLst>
                  <a:path w="433704" h="399415">
                    <a:moveTo>
                      <a:pt x="216534" y="0"/>
                    </a:moveTo>
                    <a:lnTo>
                      <a:pt x="166871" y="5266"/>
                    </a:lnTo>
                    <a:lnTo>
                      <a:pt x="121288" y="20271"/>
                    </a:lnTo>
                    <a:lnTo>
                      <a:pt x="81084" y="43817"/>
                    </a:lnTo>
                    <a:lnTo>
                      <a:pt x="47556" y="74710"/>
                    </a:lnTo>
                    <a:lnTo>
                      <a:pt x="22000" y="111754"/>
                    </a:lnTo>
                    <a:lnTo>
                      <a:pt x="5716" y="153755"/>
                    </a:lnTo>
                    <a:lnTo>
                      <a:pt x="0" y="199516"/>
                    </a:lnTo>
                    <a:lnTo>
                      <a:pt x="5716" y="245238"/>
                    </a:lnTo>
                    <a:lnTo>
                      <a:pt x="22000" y="287224"/>
                    </a:lnTo>
                    <a:lnTo>
                      <a:pt x="47556" y="324270"/>
                    </a:lnTo>
                    <a:lnTo>
                      <a:pt x="81084" y="355176"/>
                    </a:lnTo>
                    <a:lnTo>
                      <a:pt x="121288" y="378740"/>
                    </a:lnTo>
                    <a:lnTo>
                      <a:pt x="166871" y="393760"/>
                    </a:lnTo>
                    <a:lnTo>
                      <a:pt x="216534" y="399034"/>
                    </a:lnTo>
                    <a:lnTo>
                      <a:pt x="266205" y="393760"/>
                    </a:lnTo>
                    <a:lnTo>
                      <a:pt x="311806" y="378740"/>
                    </a:lnTo>
                    <a:lnTo>
                      <a:pt x="352035" y="355176"/>
                    </a:lnTo>
                    <a:lnTo>
                      <a:pt x="385590" y="324270"/>
                    </a:lnTo>
                    <a:lnTo>
                      <a:pt x="411170" y="287224"/>
                    </a:lnTo>
                    <a:lnTo>
                      <a:pt x="427473" y="245238"/>
                    </a:lnTo>
                    <a:lnTo>
                      <a:pt x="433197" y="199516"/>
                    </a:lnTo>
                    <a:lnTo>
                      <a:pt x="427473" y="153755"/>
                    </a:lnTo>
                    <a:lnTo>
                      <a:pt x="411170" y="111754"/>
                    </a:lnTo>
                    <a:lnTo>
                      <a:pt x="385590" y="74710"/>
                    </a:lnTo>
                    <a:lnTo>
                      <a:pt x="352035" y="43817"/>
                    </a:lnTo>
                    <a:lnTo>
                      <a:pt x="311806" y="20271"/>
                    </a:lnTo>
                    <a:lnTo>
                      <a:pt x="266205" y="5266"/>
                    </a:lnTo>
                    <a:lnTo>
                      <a:pt x="216534" y="0"/>
                    </a:lnTo>
                    <a:close/>
                  </a:path>
                </a:pathLst>
              </a:custGeom>
              <a:solidFill>
                <a:srgbClr val="000000"/>
              </a:solidFill>
            </p:spPr>
            <p:txBody>
              <a:bodyPr wrap="square" lIns="0" tIns="0" rIns="0" bIns="0" rtlCol="0"/>
              <a:lstStyle/>
              <a:p>
                <a:endParaRPr/>
              </a:p>
            </p:txBody>
          </p:sp>
          <p:sp>
            <p:nvSpPr>
              <p:cNvPr id="48" name="object 48"/>
              <p:cNvSpPr/>
              <p:nvPr/>
            </p:nvSpPr>
            <p:spPr>
              <a:xfrm>
                <a:off x="8987917" y="1172336"/>
                <a:ext cx="433705" cy="399415"/>
              </a:xfrm>
              <a:custGeom>
                <a:avLst/>
                <a:gdLst/>
                <a:ahLst/>
                <a:cxnLst/>
                <a:rect l="l" t="t" r="r" b="b"/>
                <a:pathLst>
                  <a:path w="433704" h="399415">
                    <a:moveTo>
                      <a:pt x="0" y="199516"/>
                    </a:moveTo>
                    <a:lnTo>
                      <a:pt x="5716" y="153755"/>
                    </a:lnTo>
                    <a:lnTo>
                      <a:pt x="22000" y="111754"/>
                    </a:lnTo>
                    <a:lnTo>
                      <a:pt x="47556" y="74710"/>
                    </a:lnTo>
                    <a:lnTo>
                      <a:pt x="81084" y="43817"/>
                    </a:lnTo>
                    <a:lnTo>
                      <a:pt x="121288" y="20271"/>
                    </a:lnTo>
                    <a:lnTo>
                      <a:pt x="166871" y="5266"/>
                    </a:lnTo>
                    <a:lnTo>
                      <a:pt x="216534" y="0"/>
                    </a:lnTo>
                    <a:lnTo>
                      <a:pt x="266205" y="5266"/>
                    </a:lnTo>
                    <a:lnTo>
                      <a:pt x="311806" y="20271"/>
                    </a:lnTo>
                    <a:lnTo>
                      <a:pt x="352035" y="43817"/>
                    </a:lnTo>
                    <a:lnTo>
                      <a:pt x="385590" y="74710"/>
                    </a:lnTo>
                    <a:lnTo>
                      <a:pt x="411170" y="111754"/>
                    </a:lnTo>
                    <a:lnTo>
                      <a:pt x="427473" y="153755"/>
                    </a:lnTo>
                    <a:lnTo>
                      <a:pt x="433197" y="199516"/>
                    </a:lnTo>
                    <a:lnTo>
                      <a:pt x="427473" y="245238"/>
                    </a:lnTo>
                    <a:lnTo>
                      <a:pt x="411170" y="287224"/>
                    </a:lnTo>
                    <a:lnTo>
                      <a:pt x="385590" y="324270"/>
                    </a:lnTo>
                    <a:lnTo>
                      <a:pt x="352035" y="355176"/>
                    </a:lnTo>
                    <a:lnTo>
                      <a:pt x="311806" y="378740"/>
                    </a:lnTo>
                    <a:lnTo>
                      <a:pt x="266205" y="393760"/>
                    </a:lnTo>
                    <a:lnTo>
                      <a:pt x="216534" y="399034"/>
                    </a:lnTo>
                    <a:lnTo>
                      <a:pt x="166871" y="393760"/>
                    </a:lnTo>
                    <a:lnTo>
                      <a:pt x="121288" y="378740"/>
                    </a:lnTo>
                    <a:lnTo>
                      <a:pt x="81084" y="355176"/>
                    </a:lnTo>
                    <a:lnTo>
                      <a:pt x="47556" y="324270"/>
                    </a:lnTo>
                    <a:lnTo>
                      <a:pt x="22000" y="287224"/>
                    </a:lnTo>
                    <a:lnTo>
                      <a:pt x="5716" y="245238"/>
                    </a:lnTo>
                    <a:lnTo>
                      <a:pt x="0" y="199516"/>
                    </a:lnTo>
                    <a:close/>
                  </a:path>
                </a:pathLst>
              </a:custGeom>
              <a:ln w="25400">
                <a:solidFill>
                  <a:srgbClr val="000000"/>
                </a:solidFill>
              </a:ln>
            </p:spPr>
            <p:txBody>
              <a:bodyPr wrap="square" lIns="0" tIns="0" rIns="0" bIns="0" rtlCol="0"/>
              <a:lstStyle/>
              <a:p>
                <a:endParaRPr/>
              </a:p>
            </p:txBody>
          </p:sp>
          <p:pic>
            <p:nvPicPr>
              <p:cNvPr id="49" name="object 49"/>
              <p:cNvPicPr/>
              <p:nvPr/>
            </p:nvPicPr>
            <p:blipFill>
              <a:blip r:embed="rId22" cstate="print"/>
              <a:stretch>
                <a:fillRect/>
              </a:stretch>
            </p:blipFill>
            <p:spPr>
              <a:xfrm>
                <a:off x="9091295" y="1256410"/>
                <a:ext cx="457200" cy="246887"/>
              </a:xfrm>
              <a:prstGeom prst="rect">
                <a:avLst/>
              </a:prstGeom>
            </p:spPr>
          </p:pic>
        </p:grpSp>
        <p:grpSp>
          <p:nvGrpSpPr>
            <p:cNvPr id="50" name="object 50"/>
            <p:cNvGrpSpPr/>
            <p:nvPr/>
          </p:nvGrpSpPr>
          <p:grpSpPr>
            <a:xfrm>
              <a:off x="6171946" y="1159636"/>
              <a:ext cx="573405" cy="424815"/>
              <a:chOff x="6171946" y="1159636"/>
              <a:chExt cx="573405" cy="424815"/>
            </a:xfrm>
          </p:grpSpPr>
          <p:sp>
            <p:nvSpPr>
              <p:cNvPr id="51" name="object 51"/>
              <p:cNvSpPr/>
              <p:nvPr/>
            </p:nvSpPr>
            <p:spPr>
              <a:xfrm>
                <a:off x="6184646" y="1172336"/>
                <a:ext cx="433705" cy="399415"/>
              </a:xfrm>
              <a:custGeom>
                <a:avLst/>
                <a:gdLst/>
                <a:ahLst/>
                <a:cxnLst/>
                <a:rect l="l" t="t" r="r" b="b"/>
                <a:pathLst>
                  <a:path w="433704" h="399415">
                    <a:moveTo>
                      <a:pt x="216534" y="0"/>
                    </a:moveTo>
                    <a:lnTo>
                      <a:pt x="166871" y="5266"/>
                    </a:lnTo>
                    <a:lnTo>
                      <a:pt x="121288" y="20271"/>
                    </a:lnTo>
                    <a:lnTo>
                      <a:pt x="81084" y="43817"/>
                    </a:lnTo>
                    <a:lnTo>
                      <a:pt x="47556" y="74710"/>
                    </a:lnTo>
                    <a:lnTo>
                      <a:pt x="22000" y="111754"/>
                    </a:lnTo>
                    <a:lnTo>
                      <a:pt x="5716" y="153755"/>
                    </a:lnTo>
                    <a:lnTo>
                      <a:pt x="0" y="199516"/>
                    </a:lnTo>
                    <a:lnTo>
                      <a:pt x="5716" y="245238"/>
                    </a:lnTo>
                    <a:lnTo>
                      <a:pt x="22000" y="287224"/>
                    </a:lnTo>
                    <a:lnTo>
                      <a:pt x="47556" y="324270"/>
                    </a:lnTo>
                    <a:lnTo>
                      <a:pt x="81084" y="355176"/>
                    </a:lnTo>
                    <a:lnTo>
                      <a:pt x="121288" y="378740"/>
                    </a:lnTo>
                    <a:lnTo>
                      <a:pt x="166871" y="393760"/>
                    </a:lnTo>
                    <a:lnTo>
                      <a:pt x="216534" y="399034"/>
                    </a:lnTo>
                    <a:lnTo>
                      <a:pt x="266205" y="393760"/>
                    </a:lnTo>
                    <a:lnTo>
                      <a:pt x="311806" y="378740"/>
                    </a:lnTo>
                    <a:lnTo>
                      <a:pt x="352035" y="355176"/>
                    </a:lnTo>
                    <a:lnTo>
                      <a:pt x="385590" y="324270"/>
                    </a:lnTo>
                    <a:lnTo>
                      <a:pt x="411170" y="287224"/>
                    </a:lnTo>
                    <a:lnTo>
                      <a:pt x="427473" y="245238"/>
                    </a:lnTo>
                    <a:lnTo>
                      <a:pt x="433197" y="199516"/>
                    </a:lnTo>
                    <a:lnTo>
                      <a:pt x="427473" y="153755"/>
                    </a:lnTo>
                    <a:lnTo>
                      <a:pt x="411170" y="111754"/>
                    </a:lnTo>
                    <a:lnTo>
                      <a:pt x="385590" y="74710"/>
                    </a:lnTo>
                    <a:lnTo>
                      <a:pt x="352035" y="43817"/>
                    </a:lnTo>
                    <a:lnTo>
                      <a:pt x="311806" y="20271"/>
                    </a:lnTo>
                    <a:lnTo>
                      <a:pt x="266205" y="5266"/>
                    </a:lnTo>
                    <a:lnTo>
                      <a:pt x="216534" y="0"/>
                    </a:lnTo>
                    <a:close/>
                  </a:path>
                </a:pathLst>
              </a:custGeom>
              <a:solidFill>
                <a:srgbClr val="000000"/>
              </a:solidFill>
            </p:spPr>
            <p:txBody>
              <a:bodyPr wrap="square" lIns="0" tIns="0" rIns="0" bIns="0" rtlCol="0"/>
              <a:lstStyle/>
              <a:p>
                <a:endParaRPr/>
              </a:p>
            </p:txBody>
          </p:sp>
          <p:sp>
            <p:nvSpPr>
              <p:cNvPr id="52" name="object 52"/>
              <p:cNvSpPr/>
              <p:nvPr/>
            </p:nvSpPr>
            <p:spPr>
              <a:xfrm>
                <a:off x="6184646" y="1172336"/>
                <a:ext cx="433705" cy="399415"/>
              </a:xfrm>
              <a:custGeom>
                <a:avLst/>
                <a:gdLst/>
                <a:ahLst/>
                <a:cxnLst/>
                <a:rect l="l" t="t" r="r" b="b"/>
                <a:pathLst>
                  <a:path w="433704" h="399415">
                    <a:moveTo>
                      <a:pt x="0" y="199516"/>
                    </a:moveTo>
                    <a:lnTo>
                      <a:pt x="5716" y="153755"/>
                    </a:lnTo>
                    <a:lnTo>
                      <a:pt x="22000" y="111754"/>
                    </a:lnTo>
                    <a:lnTo>
                      <a:pt x="47556" y="74710"/>
                    </a:lnTo>
                    <a:lnTo>
                      <a:pt x="81084" y="43817"/>
                    </a:lnTo>
                    <a:lnTo>
                      <a:pt x="121288" y="20271"/>
                    </a:lnTo>
                    <a:lnTo>
                      <a:pt x="166871" y="5266"/>
                    </a:lnTo>
                    <a:lnTo>
                      <a:pt x="216534" y="0"/>
                    </a:lnTo>
                    <a:lnTo>
                      <a:pt x="266205" y="5266"/>
                    </a:lnTo>
                    <a:lnTo>
                      <a:pt x="311806" y="20271"/>
                    </a:lnTo>
                    <a:lnTo>
                      <a:pt x="352035" y="43817"/>
                    </a:lnTo>
                    <a:lnTo>
                      <a:pt x="385590" y="74710"/>
                    </a:lnTo>
                    <a:lnTo>
                      <a:pt x="411170" y="111754"/>
                    </a:lnTo>
                    <a:lnTo>
                      <a:pt x="427473" y="153755"/>
                    </a:lnTo>
                    <a:lnTo>
                      <a:pt x="433197" y="199516"/>
                    </a:lnTo>
                    <a:lnTo>
                      <a:pt x="427473" y="245238"/>
                    </a:lnTo>
                    <a:lnTo>
                      <a:pt x="411170" y="287224"/>
                    </a:lnTo>
                    <a:lnTo>
                      <a:pt x="385590" y="324270"/>
                    </a:lnTo>
                    <a:lnTo>
                      <a:pt x="352035" y="355176"/>
                    </a:lnTo>
                    <a:lnTo>
                      <a:pt x="311806" y="378740"/>
                    </a:lnTo>
                    <a:lnTo>
                      <a:pt x="266205" y="393760"/>
                    </a:lnTo>
                    <a:lnTo>
                      <a:pt x="216534" y="399034"/>
                    </a:lnTo>
                    <a:lnTo>
                      <a:pt x="166871" y="393760"/>
                    </a:lnTo>
                    <a:lnTo>
                      <a:pt x="121288" y="378740"/>
                    </a:lnTo>
                    <a:lnTo>
                      <a:pt x="81084" y="355176"/>
                    </a:lnTo>
                    <a:lnTo>
                      <a:pt x="47556" y="324270"/>
                    </a:lnTo>
                    <a:lnTo>
                      <a:pt x="22000" y="287224"/>
                    </a:lnTo>
                    <a:lnTo>
                      <a:pt x="5716" y="245238"/>
                    </a:lnTo>
                    <a:lnTo>
                      <a:pt x="0" y="199516"/>
                    </a:lnTo>
                    <a:close/>
                  </a:path>
                </a:pathLst>
              </a:custGeom>
              <a:ln w="25400">
                <a:solidFill>
                  <a:srgbClr val="000000"/>
                </a:solidFill>
              </a:ln>
            </p:spPr>
            <p:txBody>
              <a:bodyPr wrap="square" lIns="0" tIns="0" rIns="0" bIns="0" rtlCol="0"/>
              <a:lstStyle/>
              <a:p>
                <a:endParaRPr/>
              </a:p>
            </p:txBody>
          </p:sp>
          <p:pic>
            <p:nvPicPr>
              <p:cNvPr id="53" name="object 53"/>
              <p:cNvPicPr/>
              <p:nvPr/>
            </p:nvPicPr>
            <p:blipFill>
              <a:blip r:embed="rId23" cstate="print"/>
              <a:stretch>
                <a:fillRect/>
              </a:stretch>
            </p:blipFill>
            <p:spPr>
              <a:xfrm>
                <a:off x="6287770" y="1256410"/>
                <a:ext cx="457200" cy="246887"/>
              </a:xfrm>
              <a:prstGeom prst="rect">
                <a:avLst/>
              </a:prstGeom>
            </p:spPr>
          </p:pic>
        </p:grpSp>
        <p:grpSp>
          <p:nvGrpSpPr>
            <p:cNvPr id="54" name="object 54"/>
            <p:cNvGrpSpPr/>
            <p:nvPr/>
          </p:nvGrpSpPr>
          <p:grpSpPr>
            <a:xfrm>
              <a:off x="541921" y="1127378"/>
              <a:ext cx="2256790" cy="561340"/>
              <a:chOff x="541921" y="1127378"/>
              <a:chExt cx="2256790" cy="561340"/>
            </a:xfrm>
          </p:grpSpPr>
          <p:sp>
            <p:nvSpPr>
              <p:cNvPr id="55" name="object 55"/>
              <p:cNvSpPr/>
              <p:nvPr/>
            </p:nvSpPr>
            <p:spPr>
              <a:xfrm>
                <a:off x="554621" y="1140078"/>
                <a:ext cx="433705" cy="399415"/>
              </a:xfrm>
              <a:custGeom>
                <a:avLst/>
                <a:gdLst/>
                <a:ahLst/>
                <a:cxnLst/>
                <a:rect l="l" t="t" r="r" b="b"/>
                <a:pathLst>
                  <a:path w="433705" h="399415">
                    <a:moveTo>
                      <a:pt x="216611" y="0"/>
                    </a:moveTo>
                    <a:lnTo>
                      <a:pt x="166943" y="5266"/>
                    </a:lnTo>
                    <a:lnTo>
                      <a:pt x="121349" y="20271"/>
                    </a:lnTo>
                    <a:lnTo>
                      <a:pt x="81130" y="43817"/>
                    </a:lnTo>
                    <a:lnTo>
                      <a:pt x="47586" y="74710"/>
                    </a:lnTo>
                    <a:lnTo>
                      <a:pt x="22016" y="111754"/>
                    </a:lnTo>
                    <a:lnTo>
                      <a:pt x="5720" y="153755"/>
                    </a:lnTo>
                    <a:lnTo>
                      <a:pt x="0" y="199517"/>
                    </a:lnTo>
                    <a:lnTo>
                      <a:pt x="5720" y="245238"/>
                    </a:lnTo>
                    <a:lnTo>
                      <a:pt x="22016" y="287224"/>
                    </a:lnTo>
                    <a:lnTo>
                      <a:pt x="47586" y="324270"/>
                    </a:lnTo>
                    <a:lnTo>
                      <a:pt x="81130" y="355176"/>
                    </a:lnTo>
                    <a:lnTo>
                      <a:pt x="121349" y="378740"/>
                    </a:lnTo>
                    <a:lnTo>
                      <a:pt x="166943" y="393760"/>
                    </a:lnTo>
                    <a:lnTo>
                      <a:pt x="216611" y="399034"/>
                    </a:lnTo>
                    <a:lnTo>
                      <a:pt x="266279" y="393760"/>
                    </a:lnTo>
                    <a:lnTo>
                      <a:pt x="311872" y="378740"/>
                    </a:lnTo>
                    <a:lnTo>
                      <a:pt x="352091" y="355176"/>
                    </a:lnTo>
                    <a:lnTo>
                      <a:pt x="385636" y="324270"/>
                    </a:lnTo>
                    <a:lnTo>
                      <a:pt x="411206" y="287224"/>
                    </a:lnTo>
                    <a:lnTo>
                      <a:pt x="427501" y="245238"/>
                    </a:lnTo>
                    <a:lnTo>
                      <a:pt x="433222" y="199517"/>
                    </a:lnTo>
                    <a:lnTo>
                      <a:pt x="427501" y="153755"/>
                    </a:lnTo>
                    <a:lnTo>
                      <a:pt x="411206" y="111754"/>
                    </a:lnTo>
                    <a:lnTo>
                      <a:pt x="385636" y="74710"/>
                    </a:lnTo>
                    <a:lnTo>
                      <a:pt x="352091" y="43817"/>
                    </a:lnTo>
                    <a:lnTo>
                      <a:pt x="311872" y="20271"/>
                    </a:lnTo>
                    <a:lnTo>
                      <a:pt x="266279" y="5266"/>
                    </a:lnTo>
                    <a:lnTo>
                      <a:pt x="216611" y="0"/>
                    </a:lnTo>
                    <a:close/>
                  </a:path>
                </a:pathLst>
              </a:custGeom>
              <a:solidFill>
                <a:srgbClr val="000000"/>
              </a:solidFill>
            </p:spPr>
            <p:txBody>
              <a:bodyPr wrap="square" lIns="0" tIns="0" rIns="0" bIns="0" rtlCol="0"/>
              <a:lstStyle/>
              <a:p>
                <a:endParaRPr/>
              </a:p>
            </p:txBody>
          </p:sp>
          <p:sp>
            <p:nvSpPr>
              <p:cNvPr id="56" name="object 56"/>
              <p:cNvSpPr/>
              <p:nvPr/>
            </p:nvSpPr>
            <p:spPr>
              <a:xfrm>
                <a:off x="554621" y="1140078"/>
                <a:ext cx="433705" cy="399415"/>
              </a:xfrm>
              <a:custGeom>
                <a:avLst/>
                <a:gdLst/>
                <a:ahLst/>
                <a:cxnLst/>
                <a:rect l="l" t="t" r="r" b="b"/>
                <a:pathLst>
                  <a:path w="433705" h="399415">
                    <a:moveTo>
                      <a:pt x="0" y="199517"/>
                    </a:moveTo>
                    <a:lnTo>
                      <a:pt x="5720" y="153755"/>
                    </a:lnTo>
                    <a:lnTo>
                      <a:pt x="22016" y="111754"/>
                    </a:lnTo>
                    <a:lnTo>
                      <a:pt x="47586" y="74710"/>
                    </a:lnTo>
                    <a:lnTo>
                      <a:pt x="81130" y="43817"/>
                    </a:lnTo>
                    <a:lnTo>
                      <a:pt x="121349" y="20271"/>
                    </a:lnTo>
                    <a:lnTo>
                      <a:pt x="166943" y="5266"/>
                    </a:lnTo>
                    <a:lnTo>
                      <a:pt x="216611" y="0"/>
                    </a:lnTo>
                    <a:lnTo>
                      <a:pt x="266279" y="5266"/>
                    </a:lnTo>
                    <a:lnTo>
                      <a:pt x="311872" y="20271"/>
                    </a:lnTo>
                    <a:lnTo>
                      <a:pt x="352091" y="43817"/>
                    </a:lnTo>
                    <a:lnTo>
                      <a:pt x="385636" y="74710"/>
                    </a:lnTo>
                    <a:lnTo>
                      <a:pt x="411206" y="111754"/>
                    </a:lnTo>
                    <a:lnTo>
                      <a:pt x="427501" y="153755"/>
                    </a:lnTo>
                    <a:lnTo>
                      <a:pt x="433222" y="199517"/>
                    </a:lnTo>
                    <a:lnTo>
                      <a:pt x="427501" y="245238"/>
                    </a:lnTo>
                    <a:lnTo>
                      <a:pt x="411206" y="287224"/>
                    </a:lnTo>
                    <a:lnTo>
                      <a:pt x="385636" y="324270"/>
                    </a:lnTo>
                    <a:lnTo>
                      <a:pt x="352091" y="355176"/>
                    </a:lnTo>
                    <a:lnTo>
                      <a:pt x="311872" y="378740"/>
                    </a:lnTo>
                    <a:lnTo>
                      <a:pt x="266279" y="393760"/>
                    </a:lnTo>
                    <a:lnTo>
                      <a:pt x="216611" y="399034"/>
                    </a:lnTo>
                    <a:lnTo>
                      <a:pt x="166943" y="393760"/>
                    </a:lnTo>
                    <a:lnTo>
                      <a:pt x="121349" y="378740"/>
                    </a:lnTo>
                    <a:lnTo>
                      <a:pt x="81130" y="355176"/>
                    </a:lnTo>
                    <a:lnTo>
                      <a:pt x="47586" y="324270"/>
                    </a:lnTo>
                    <a:lnTo>
                      <a:pt x="22016" y="287224"/>
                    </a:lnTo>
                    <a:lnTo>
                      <a:pt x="5720" y="245238"/>
                    </a:lnTo>
                    <a:lnTo>
                      <a:pt x="0" y="199517"/>
                    </a:lnTo>
                    <a:close/>
                  </a:path>
                </a:pathLst>
              </a:custGeom>
              <a:ln w="25399">
                <a:solidFill>
                  <a:srgbClr val="000000"/>
                </a:solidFill>
              </a:ln>
            </p:spPr>
            <p:txBody>
              <a:bodyPr wrap="square" lIns="0" tIns="0" rIns="0" bIns="0" rtlCol="0"/>
              <a:lstStyle/>
              <a:p>
                <a:endParaRPr/>
              </a:p>
            </p:txBody>
          </p:sp>
          <p:pic>
            <p:nvPicPr>
              <p:cNvPr id="57" name="object 57"/>
              <p:cNvPicPr/>
              <p:nvPr/>
            </p:nvPicPr>
            <p:blipFill>
              <a:blip r:embed="rId24" cstate="print"/>
              <a:stretch>
                <a:fillRect/>
              </a:stretch>
            </p:blipFill>
            <p:spPr>
              <a:xfrm>
                <a:off x="657148" y="1224025"/>
                <a:ext cx="457200" cy="246887"/>
              </a:xfrm>
              <a:prstGeom prst="rect">
                <a:avLst/>
              </a:prstGeom>
            </p:spPr>
          </p:pic>
          <p:pic>
            <p:nvPicPr>
              <p:cNvPr id="58" name="object 58"/>
              <p:cNvPicPr/>
              <p:nvPr/>
            </p:nvPicPr>
            <p:blipFill>
              <a:blip r:embed="rId25" cstate="print"/>
              <a:stretch>
                <a:fillRect/>
              </a:stretch>
            </p:blipFill>
            <p:spPr>
              <a:xfrm>
                <a:off x="1051560" y="1144473"/>
                <a:ext cx="1661160" cy="457250"/>
              </a:xfrm>
              <a:prstGeom prst="rect">
                <a:avLst/>
              </a:prstGeom>
            </p:spPr>
          </p:pic>
          <p:pic>
            <p:nvPicPr>
              <p:cNvPr id="59" name="object 59"/>
              <p:cNvPicPr/>
              <p:nvPr/>
            </p:nvPicPr>
            <p:blipFill>
              <a:blip r:embed="rId26" cstate="print"/>
              <a:stretch>
                <a:fillRect/>
              </a:stretch>
            </p:blipFill>
            <p:spPr>
              <a:xfrm>
                <a:off x="1018031" y="1127747"/>
                <a:ext cx="1726692" cy="560844"/>
              </a:xfrm>
              <a:prstGeom prst="rect">
                <a:avLst/>
              </a:prstGeom>
            </p:spPr>
          </p:pic>
          <p:pic>
            <p:nvPicPr>
              <p:cNvPr id="60" name="object 60"/>
              <p:cNvPicPr/>
              <p:nvPr/>
            </p:nvPicPr>
            <p:blipFill>
              <a:blip r:embed="rId27" cstate="print"/>
              <a:stretch>
                <a:fillRect/>
              </a:stretch>
            </p:blipFill>
            <p:spPr>
              <a:xfrm>
                <a:off x="1099121" y="1172400"/>
                <a:ext cx="1570228" cy="366712"/>
              </a:xfrm>
              <a:prstGeom prst="rect">
                <a:avLst/>
              </a:prstGeom>
            </p:spPr>
          </p:pic>
          <p:sp>
            <p:nvSpPr>
              <p:cNvPr id="61" name="object 61"/>
              <p:cNvSpPr/>
              <p:nvPr/>
            </p:nvSpPr>
            <p:spPr>
              <a:xfrm>
                <a:off x="1099121" y="1172400"/>
                <a:ext cx="1570355" cy="367030"/>
              </a:xfrm>
              <a:custGeom>
                <a:avLst/>
                <a:gdLst/>
                <a:ahLst/>
                <a:cxnLst/>
                <a:rect l="l" t="t" r="r" b="b"/>
                <a:pathLst>
                  <a:path w="1570355" h="367030">
                    <a:moveTo>
                      <a:pt x="0" y="366712"/>
                    </a:moveTo>
                    <a:lnTo>
                      <a:pt x="1570228" y="366712"/>
                    </a:lnTo>
                    <a:lnTo>
                      <a:pt x="1570228" y="0"/>
                    </a:lnTo>
                    <a:lnTo>
                      <a:pt x="0" y="0"/>
                    </a:lnTo>
                    <a:lnTo>
                      <a:pt x="0" y="366712"/>
                    </a:lnTo>
                    <a:close/>
                  </a:path>
                </a:pathLst>
              </a:custGeom>
              <a:ln w="9525">
                <a:solidFill>
                  <a:srgbClr val="000000"/>
                </a:solidFill>
              </a:ln>
            </p:spPr>
            <p:txBody>
              <a:bodyPr wrap="square" lIns="0" tIns="0" rIns="0" bIns="0" rtlCol="0"/>
              <a:lstStyle/>
              <a:p>
                <a:endParaRPr/>
              </a:p>
            </p:txBody>
          </p:sp>
          <p:pic>
            <p:nvPicPr>
              <p:cNvPr id="62" name="object 62"/>
              <p:cNvPicPr/>
              <p:nvPr/>
            </p:nvPicPr>
            <p:blipFill>
              <a:blip r:embed="rId28" cstate="print"/>
              <a:stretch>
                <a:fillRect/>
              </a:stretch>
            </p:blipFill>
            <p:spPr>
              <a:xfrm>
                <a:off x="1197559" y="1240281"/>
                <a:ext cx="1600581" cy="246887"/>
              </a:xfrm>
              <a:prstGeom prst="rect">
                <a:avLst/>
              </a:prstGeom>
            </p:spPr>
          </p:pic>
        </p:grpSp>
        <p:grpSp>
          <p:nvGrpSpPr>
            <p:cNvPr id="63" name="object 63"/>
            <p:cNvGrpSpPr/>
            <p:nvPr/>
          </p:nvGrpSpPr>
          <p:grpSpPr>
            <a:xfrm>
              <a:off x="3630167" y="1094219"/>
              <a:ext cx="2237740" cy="561340"/>
              <a:chOff x="3630167" y="1094219"/>
              <a:chExt cx="2237740" cy="561340"/>
            </a:xfrm>
          </p:grpSpPr>
          <p:pic>
            <p:nvPicPr>
              <p:cNvPr id="64" name="object 64"/>
              <p:cNvPicPr/>
              <p:nvPr/>
            </p:nvPicPr>
            <p:blipFill>
              <a:blip r:embed="rId29" cstate="print"/>
              <a:stretch>
                <a:fillRect/>
              </a:stretch>
            </p:blipFill>
            <p:spPr>
              <a:xfrm>
                <a:off x="3671315" y="1112507"/>
                <a:ext cx="2162556" cy="460260"/>
              </a:xfrm>
              <a:prstGeom prst="rect">
                <a:avLst/>
              </a:prstGeom>
            </p:spPr>
          </p:pic>
          <p:pic>
            <p:nvPicPr>
              <p:cNvPr id="65" name="object 65"/>
              <p:cNvPicPr/>
              <p:nvPr/>
            </p:nvPicPr>
            <p:blipFill>
              <a:blip r:embed="rId30" cstate="print"/>
              <a:stretch>
                <a:fillRect/>
              </a:stretch>
            </p:blipFill>
            <p:spPr>
              <a:xfrm>
                <a:off x="3630167" y="1094219"/>
                <a:ext cx="2183891" cy="560844"/>
              </a:xfrm>
              <a:prstGeom prst="rect">
                <a:avLst/>
              </a:prstGeom>
            </p:spPr>
          </p:pic>
          <p:pic>
            <p:nvPicPr>
              <p:cNvPr id="66" name="object 66"/>
              <p:cNvPicPr/>
              <p:nvPr/>
            </p:nvPicPr>
            <p:blipFill>
              <a:blip r:embed="rId31" cstate="print"/>
              <a:stretch>
                <a:fillRect/>
              </a:stretch>
            </p:blipFill>
            <p:spPr>
              <a:xfrm>
                <a:off x="3718051" y="1140066"/>
                <a:ext cx="2072767" cy="369328"/>
              </a:xfrm>
              <a:prstGeom prst="rect">
                <a:avLst/>
              </a:prstGeom>
            </p:spPr>
          </p:pic>
          <p:sp>
            <p:nvSpPr>
              <p:cNvPr id="67" name="object 67"/>
              <p:cNvSpPr/>
              <p:nvPr/>
            </p:nvSpPr>
            <p:spPr>
              <a:xfrm>
                <a:off x="3718051" y="1140066"/>
                <a:ext cx="2073275" cy="369570"/>
              </a:xfrm>
              <a:custGeom>
                <a:avLst/>
                <a:gdLst/>
                <a:ahLst/>
                <a:cxnLst/>
                <a:rect l="l" t="t" r="r" b="b"/>
                <a:pathLst>
                  <a:path w="2073275" h="369569">
                    <a:moveTo>
                      <a:pt x="0" y="369328"/>
                    </a:moveTo>
                    <a:lnTo>
                      <a:pt x="2072767" y="369328"/>
                    </a:lnTo>
                    <a:lnTo>
                      <a:pt x="2072767" y="0"/>
                    </a:lnTo>
                    <a:lnTo>
                      <a:pt x="0" y="0"/>
                    </a:lnTo>
                    <a:lnTo>
                      <a:pt x="0" y="369328"/>
                    </a:lnTo>
                    <a:close/>
                  </a:path>
                </a:pathLst>
              </a:custGeom>
              <a:ln w="9525">
                <a:solidFill>
                  <a:srgbClr val="000000"/>
                </a:solidFill>
              </a:ln>
            </p:spPr>
            <p:txBody>
              <a:bodyPr wrap="square" lIns="0" tIns="0" rIns="0" bIns="0" rtlCol="0"/>
              <a:lstStyle/>
              <a:p>
                <a:endParaRPr/>
              </a:p>
            </p:txBody>
          </p:sp>
          <p:pic>
            <p:nvPicPr>
              <p:cNvPr id="68" name="object 68"/>
              <p:cNvPicPr/>
              <p:nvPr/>
            </p:nvPicPr>
            <p:blipFill>
              <a:blip r:embed="rId32" cstate="print"/>
              <a:stretch>
                <a:fillRect/>
              </a:stretch>
            </p:blipFill>
            <p:spPr>
              <a:xfrm>
                <a:off x="3809999" y="1206957"/>
                <a:ext cx="2057780" cy="247192"/>
              </a:xfrm>
              <a:prstGeom prst="rect">
                <a:avLst/>
              </a:prstGeom>
            </p:spPr>
          </p:pic>
        </p:grpSp>
        <p:grpSp>
          <p:nvGrpSpPr>
            <p:cNvPr id="69" name="object 69"/>
            <p:cNvGrpSpPr/>
            <p:nvPr/>
          </p:nvGrpSpPr>
          <p:grpSpPr>
            <a:xfrm>
              <a:off x="6755892" y="1138415"/>
              <a:ext cx="1562100" cy="561340"/>
              <a:chOff x="6755892" y="1138415"/>
              <a:chExt cx="1562100" cy="561340"/>
            </a:xfrm>
          </p:grpSpPr>
          <p:pic>
            <p:nvPicPr>
              <p:cNvPr id="70" name="object 70"/>
              <p:cNvPicPr/>
              <p:nvPr/>
            </p:nvPicPr>
            <p:blipFill>
              <a:blip r:embed="rId33" cstate="print"/>
              <a:stretch>
                <a:fillRect/>
              </a:stretch>
            </p:blipFill>
            <p:spPr>
              <a:xfrm>
                <a:off x="6797040" y="1156690"/>
                <a:ext cx="1520952" cy="458749"/>
              </a:xfrm>
              <a:prstGeom prst="rect">
                <a:avLst/>
              </a:prstGeom>
            </p:spPr>
          </p:pic>
          <p:pic>
            <p:nvPicPr>
              <p:cNvPr id="71" name="object 71"/>
              <p:cNvPicPr/>
              <p:nvPr/>
            </p:nvPicPr>
            <p:blipFill>
              <a:blip r:embed="rId34" cstate="print"/>
              <a:stretch>
                <a:fillRect/>
              </a:stretch>
            </p:blipFill>
            <p:spPr>
              <a:xfrm>
                <a:off x="6755892" y="1138415"/>
                <a:ext cx="1498092" cy="560844"/>
              </a:xfrm>
              <a:prstGeom prst="rect">
                <a:avLst/>
              </a:prstGeom>
            </p:spPr>
          </p:pic>
          <p:pic>
            <p:nvPicPr>
              <p:cNvPr id="72" name="object 72"/>
              <p:cNvPicPr/>
              <p:nvPr/>
            </p:nvPicPr>
            <p:blipFill>
              <a:blip r:embed="rId35" cstate="print"/>
              <a:stretch>
                <a:fillRect/>
              </a:stretch>
            </p:blipFill>
            <p:spPr>
              <a:xfrm>
                <a:off x="6844157" y="1183500"/>
                <a:ext cx="1431162" cy="369328"/>
              </a:xfrm>
              <a:prstGeom prst="rect">
                <a:avLst/>
              </a:prstGeom>
            </p:spPr>
          </p:pic>
          <p:sp>
            <p:nvSpPr>
              <p:cNvPr id="73" name="object 73"/>
              <p:cNvSpPr/>
              <p:nvPr/>
            </p:nvSpPr>
            <p:spPr>
              <a:xfrm>
                <a:off x="6844157" y="1183500"/>
                <a:ext cx="1431290" cy="369570"/>
              </a:xfrm>
              <a:custGeom>
                <a:avLst/>
                <a:gdLst/>
                <a:ahLst/>
                <a:cxnLst/>
                <a:rect l="l" t="t" r="r" b="b"/>
                <a:pathLst>
                  <a:path w="1431290" h="369569">
                    <a:moveTo>
                      <a:pt x="0" y="369328"/>
                    </a:moveTo>
                    <a:lnTo>
                      <a:pt x="1431162" y="369328"/>
                    </a:lnTo>
                    <a:lnTo>
                      <a:pt x="1431162" y="0"/>
                    </a:lnTo>
                    <a:lnTo>
                      <a:pt x="0" y="0"/>
                    </a:lnTo>
                    <a:lnTo>
                      <a:pt x="0" y="369328"/>
                    </a:lnTo>
                    <a:close/>
                  </a:path>
                </a:pathLst>
              </a:custGeom>
              <a:ln w="9525">
                <a:solidFill>
                  <a:srgbClr val="000000"/>
                </a:solidFill>
              </a:ln>
            </p:spPr>
            <p:txBody>
              <a:bodyPr wrap="square" lIns="0" tIns="0" rIns="0" bIns="0" rtlCol="0"/>
              <a:lstStyle/>
              <a:p>
                <a:endParaRPr/>
              </a:p>
            </p:txBody>
          </p:sp>
          <p:pic>
            <p:nvPicPr>
              <p:cNvPr id="74" name="object 74"/>
              <p:cNvPicPr/>
              <p:nvPr/>
            </p:nvPicPr>
            <p:blipFill>
              <a:blip r:embed="rId36" cstate="print"/>
              <a:stretch>
                <a:fillRect/>
              </a:stretch>
            </p:blipFill>
            <p:spPr>
              <a:xfrm>
                <a:off x="6936359" y="1250950"/>
                <a:ext cx="1371980" cy="246887"/>
              </a:xfrm>
              <a:prstGeom prst="rect">
                <a:avLst/>
              </a:prstGeom>
            </p:spPr>
          </p:pic>
        </p:grpSp>
        <p:grpSp>
          <p:nvGrpSpPr>
            <p:cNvPr id="75" name="object 75"/>
            <p:cNvGrpSpPr/>
            <p:nvPr/>
          </p:nvGrpSpPr>
          <p:grpSpPr>
            <a:xfrm>
              <a:off x="9572243" y="1071359"/>
              <a:ext cx="1586865" cy="561340"/>
              <a:chOff x="9572243" y="1071359"/>
              <a:chExt cx="1586865" cy="561340"/>
            </a:xfrm>
          </p:grpSpPr>
          <p:pic>
            <p:nvPicPr>
              <p:cNvPr id="76" name="object 76"/>
              <p:cNvPicPr/>
              <p:nvPr/>
            </p:nvPicPr>
            <p:blipFill>
              <a:blip r:embed="rId37" cstate="print"/>
              <a:stretch>
                <a:fillRect/>
              </a:stretch>
            </p:blipFill>
            <p:spPr>
              <a:xfrm>
                <a:off x="9572243" y="1088123"/>
                <a:ext cx="1586483" cy="460260"/>
              </a:xfrm>
              <a:prstGeom prst="rect">
                <a:avLst/>
              </a:prstGeom>
            </p:spPr>
          </p:pic>
          <p:pic>
            <p:nvPicPr>
              <p:cNvPr id="77" name="object 77"/>
              <p:cNvPicPr/>
              <p:nvPr/>
            </p:nvPicPr>
            <p:blipFill>
              <a:blip r:embed="rId38" cstate="print"/>
              <a:stretch>
                <a:fillRect/>
              </a:stretch>
            </p:blipFill>
            <p:spPr>
              <a:xfrm>
                <a:off x="9845039" y="1071359"/>
                <a:ext cx="1040879" cy="560844"/>
              </a:xfrm>
              <a:prstGeom prst="rect">
                <a:avLst/>
              </a:prstGeom>
            </p:spPr>
          </p:pic>
          <p:pic>
            <p:nvPicPr>
              <p:cNvPr id="78" name="object 78"/>
              <p:cNvPicPr/>
              <p:nvPr/>
            </p:nvPicPr>
            <p:blipFill>
              <a:blip r:embed="rId39" cstate="print"/>
              <a:stretch>
                <a:fillRect/>
              </a:stretch>
            </p:blipFill>
            <p:spPr>
              <a:xfrm>
                <a:off x="9620376" y="1115428"/>
                <a:ext cx="1496313" cy="369328"/>
              </a:xfrm>
              <a:prstGeom prst="rect">
                <a:avLst/>
              </a:prstGeom>
            </p:spPr>
          </p:pic>
          <p:sp>
            <p:nvSpPr>
              <p:cNvPr id="79" name="object 79"/>
              <p:cNvSpPr/>
              <p:nvPr/>
            </p:nvSpPr>
            <p:spPr>
              <a:xfrm>
                <a:off x="9620376" y="1115428"/>
                <a:ext cx="1496695" cy="369570"/>
              </a:xfrm>
              <a:custGeom>
                <a:avLst/>
                <a:gdLst/>
                <a:ahLst/>
                <a:cxnLst/>
                <a:rect l="l" t="t" r="r" b="b"/>
                <a:pathLst>
                  <a:path w="1496695" h="369569">
                    <a:moveTo>
                      <a:pt x="0" y="369328"/>
                    </a:moveTo>
                    <a:lnTo>
                      <a:pt x="1496313" y="369328"/>
                    </a:lnTo>
                    <a:lnTo>
                      <a:pt x="1496313" y="0"/>
                    </a:lnTo>
                    <a:lnTo>
                      <a:pt x="0" y="0"/>
                    </a:lnTo>
                    <a:lnTo>
                      <a:pt x="0" y="369328"/>
                    </a:lnTo>
                    <a:close/>
                  </a:path>
                </a:pathLst>
              </a:custGeom>
              <a:ln w="9525">
                <a:solidFill>
                  <a:srgbClr val="000000"/>
                </a:solidFill>
              </a:ln>
            </p:spPr>
            <p:txBody>
              <a:bodyPr wrap="square" lIns="0" tIns="0" rIns="0" bIns="0" rtlCol="0"/>
              <a:lstStyle/>
              <a:p>
                <a:endParaRPr/>
              </a:p>
            </p:txBody>
          </p:sp>
          <p:pic>
            <p:nvPicPr>
              <p:cNvPr id="80" name="object 80"/>
              <p:cNvPicPr/>
              <p:nvPr/>
            </p:nvPicPr>
            <p:blipFill>
              <a:blip r:embed="rId40" cstate="print"/>
              <a:stretch>
                <a:fillRect/>
              </a:stretch>
            </p:blipFill>
            <p:spPr>
              <a:xfrm>
                <a:off x="10025760" y="1184783"/>
                <a:ext cx="914400" cy="246887"/>
              </a:xfrm>
              <a:prstGeom prst="rect">
                <a:avLst/>
              </a:prstGeom>
            </p:spPr>
          </p:pic>
        </p:grpSp>
        <p:pic>
          <p:nvPicPr>
            <p:cNvPr id="99" name="object 99"/>
            <p:cNvPicPr/>
            <p:nvPr/>
          </p:nvPicPr>
          <p:blipFill>
            <a:blip r:embed="rId41" cstate="print"/>
            <a:stretch>
              <a:fillRect/>
            </a:stretch>
          </p:blipFill>
          <p:spPr>
            <a:xfrm>
              <a:off x="700811" y="1636001"/>
              <a:ext cx="1955927" cy="1231912"/>
            </a:xfrm>
            <a:prstGeom prst="rect">
              <a:avLst/>
            </a:prstGeom>
          </p:spPr>
        </p:pic>
        <p:pic>
          <p:nvPicPr>
            <p:cNvPr id="100" name="object 100"/>
            <p:cNvPicPr/>
            <p:nvPr/>
          </p:nvPicPr>
          <p:blipFill>
            <a:blip r:embed="rId42" cstate="print"/>
            <a:stretch>
              <a:fillRect/>
            </a:stretch>
          </p:blipFill>
          <p:spPr>
            <a:xfrm>
              <a:off x="3678428" y="1592580"/>
              <a:ext cx="2072767" cy="1373886"/>
            </a:xfrm>
            <a:prstGeom prst="rect">
              <a:avLst/>
            </a:prstGeom>
          </p:spPr>
        </p:pic>
        <p:pic>
          <p:nvPicPr>
            <p:cNvPr id="101" name="object 101"/>
            <p:cNvPicPr/>
            <p:nvPr/>
          </p:nvPicPr>
          <p:blipFill>
            <a:blip r:embed="rId43" cstate="print"/>
            <a:stretch>
              <a:fillRect/>
            </a:stretch>
          </p:blipFill>
          <p:spPr>
            <a:xfrm>
              <a:off x="6654800" y="1552828"/>
              <a:ext cx="1847215" cy="1373886"/>
            </a:xfrm>
            <a:prstGeom prst="rect">
              <a:avLst/>
            </a:prstGeom>
          </p:spPr>
        </p:pic>
        <p:pic>
          <p:nvPicPr>
            <p:cNvPr id="102" name="object 102"/>
            <p:cNvPicPr/>
            <p:nvPr/>
          </p:nvPicPr>
          <p:blipFill>
            <a:blip r:embed="rId44" cstate="print"/>
            <a:stretch>
              <a:fillRect/>
            </a:stretch>
          </p:blipFill>
          <p:spPr>
            <a:xfrm>
              <a:off x="9527920" y="1570100"/>
              <a:ext cx="1799971" cy="1301114"/>
            </a:xfrm>
            <a:prstGeom prst="rect">
              <a:avLst/>
            </a:prstGeom>
          </p:spPr>
        </p:pic>
      </p:grpSp>
      <p:pic>
        <p:nvPicPr>
          <p:cNvPr id="103" name="object 103"/>
          <p:cNvPicPr/>
          <p:nvPr/>
        </p:nvPicPr>
        <p:blipFill>
          <a:blip r:embed="rId45" cstate="print"/>
          <a:stretch>
            <a:fillRect/>
          </a:stretch>
        </p:blipFill>
        <p:spPr>
          <a:xfrm>
            <a:off x="660831" y="4180649"/>
            <a:ext cx="1847214" cy="1116520"/>
          </a:xfrm>
          <a:prstGeom prst="rect">
            <a:avLst/>
          </a:prstGeom>
        </p:spPr>
      </p:pic>
      <p:pic>
        <p:nvPicPr>
          <p:cNvPr id="104" name="object 104"/>
          <p:cNvPicPr/>
          <p:nvPr/>
        </p:nvPicPr>
        <p:blipFill>
          <a:blip r:embed="rId46" cstate="print"/>
          <a:stretch>
            <a:fillRect/>
          </a:stretch>
        </p:blipFill>
        <p:spPr>
          <a:xfrm>
            <a:off x="5351398" y="4591583"/>
            <a:ext cx="1516887" cy="846937"/>
          </a:xfrm>
          <a:prstGeom prst="rect">
            <a:avLst/>
          </a:prstGeom>
        </p:spPr>
      </p:pic>
      <p:pic>
        <p:nvPicPr>
          <p:cNvPr id="105" name="object 105"/>
          <p:cNvPicPr/>
          <p:nvPr/>
        </p:nvPicPr>
        <p:blipFill>
          <a:blip r:embed="rId47" cstate="print"/>
          <a:stretch>
            <a:fillRect/>
          </a:stretch>
        </p:blipFill>
        <p:spPr>
          <a:xfrm>
            <a:off x="7497191" y="4591596"/>
            <a:ext cx="1490599" cy="915885"/>
          </a:xfrm>
          <a:prstGeom prst="rect">
            <a:avLst/>
          </a:prstGeom>
        </p:spPr>
      </p:pic>
      <p:pic>
        <p:nvPicPr>
          <p:cNvPr id="106" name="object 106"/>
          <p:cNvPicPr/>
          <p:nvPr/>
        </p:nvPicPr>
        <p:blipFill>
          <a:blip r:embed="rId48" cstate="print"/>
          <a:stretch>
            <a:fillRect/>
          </a:stretch>
        </p:blipFill>
        <p:spPr>
          <a:xfrm>
            <a:off x="9646284" y="4616907"/>
            <a:ext cx="1570863" cy="838377"/>
          </a:xfrm>
          <a:prstGeom prst="rect">
            <a:avLst/>
          </a:prstGeom>
        </p:spPr>
      </p:pic>
      <p:pic>
        <p:nvPicPr>
          <p:cNvPr id="107" name="object 107"/>
          <p:cNvPicPr/>
          <p:nvPr/>
        </p:nvPicPr>
        <p:blipFill>
          <a:blip r:embed="rId49" cstate="print"/>
          <a:stretch>
            <a:fillRect/>
          </a:stretch>
        </p:blipFill>
        <p:spPr>
          <a:xfrm>
            <a:off x="660400" y="5460695"/>
            <a:ext cx="1847723" cy="1176108"/>
          </a:xfrm>
          <a:prstGeom prst="rect">
            <a:avLst/>
          </a:prstGeom>
        </p:spPr>
      </p:pic>
      <p:grpSp>
        <p:nvGrpSpPr>
          <p:cNvPr id="108" name="object 108"/>
          <p:cNvGrpSpPr/>
          <p:nvPr/>
        </p:nvGrpSpPr>
        <p:grpSpPr>
          <a:xfrm>
            <a:off x="2636266" y="4034028"/>
            <a:ext cx="1829435" cy="1344930"/>
            <a:chOff x="2636266" y="4034028"/>
            <a:chExt cx="1829435" cy="1344930"/>
          </a:xfrm>
        </p:grpSpPr>
        <p:pic>
          <p:nvPicPr>
            <p:cNvPr id="109" name="object 109"/>
            <p:cNvPicPr/>
            <p:nvPr/>
          </p:nvPicPr>
          <p:blipFill>
            <a:blip r:embed="rId50" cstate="print"/>
            <a:stretch>
              <a:fillRect/>
            </a:stretch>
          </p:blipFill>
          <p:spPr>
            <a:xfrm>
              <a:off x="2636266" y="4034028"/>
              <a:ext cx="1829181" cy="246887"/>
            </a:xfrm>
            <a:prstGeom prst="rect">
              <a:avLst/>
            </a:prstGeom>
          </p:spPr>
        </p:pic>
        <p:pic>
          <p:nvPicPr>
            <p:cNvPr id="110" name="object 110"/>
            <p:cNvPicPr/>
            <p:nvPr/>
          </p:nvPicPr>
          <p:blipFill>
            <a:blip r:embed="rId51" cstate="print"/>
            <a:stretch>
              <a:fillRect/>
            </a:stretch>
          </p:blipFill>
          <p:spPr>
            <a:xfrm>
              <a:off x="2636266" y="4308348"/>
              <a:ext cx="1600581" cy="246887"/>
            </a:xfrm>
            <a:prstGeom prst="rect">
              <a:avLst/>
            </a:prstGeom>
          </p:spPr>
        </p:pic>
        <p:pic>
          <p:nvPicPr>
            <p:cNvPr id="111" name="object 111"/>
            <p:cNvPicPr/>
            <p:nvPr/>
          </p:nvPicPr>
          <p:blipFill>
            <a:blip r:embed="rId52" cstate="print"/>
            <a:stretch>
              <a:fillRect/>
            </a:stretch>
          </p:blipFill>
          <p:spPr>
            <a:xfrm>
              <a:off x="2636266" y="4582617"/>
              <a:ext cx="1829181" cy="247192"/>
            </a:xfrm>
            <a:prstGeom prst="rect">
              <a:avLst/>
            </a:prstGeom>
          </p:spPr>
        </p:pic>
        <p:pic>
          <p:nvPicPr>
            <p:cNvPr id="112" name="object 112"/>
            <p:cNvPicPr/>
            <p:nvPr/>
          </p:nvPicPr>
          <p:blipFill>
            <a:blip r:embed="rId53" cstate="print"/>
            <a:stretch>
              <a:fillRect/>
            </a:stretch>
          </p:blipFill>
          <p:spPr>
            <a:xfrm>
              <a:off x="2636266" y="4857242"/>
              <a:ext cx="1829181" cy="246887"/>
            </a:xfrm>
            <a:prstGeom prst="rect">
              <a:avLst/>
            </a:prstGeom>
          </p:spPr>
        </p:pic>
        <p:pic>
          <p:nvPicPr>
            <p:cNvPr id="113" name="object 113"/>
            <p:cNvPicPr/>
            <p:nvPr/>
          </p:nvPicPr>
          <p:blipFill>
            <a:blip r:embed="rId54" cstate="print"/>
            <a:stretch>
              <a:fillRect/>
            </a:stretch>
          </p:blipFill>
          <p:spPr>
            <a:xfrm>
              <a:off x="2636266" y="5131562"/>
              <a:ext cx="914806" cy="246887"/>
            </a:xfrm>
            <a:prstGeom prst="rect">
              <a:avLst/>
            </a:prstGeom>
          </p:spPr>
        </p:pic>
      </p:grpSp>
      <p:grpSp>
        <p:nvGrpSpPr>
          <p:cNvPr id="114" name="object 114"/>
          <p:cNvGrpSpPr/>
          <p:nvPr/>
        </p:nvGrpSpPr>
        <p:grpSpPr>
          <a:xfrm>
            <a:off x="2674366" y="5504383"/>
            <a:ext cx="1828800" cy="1070610"/>
            <a:chOff x="2674366" y="5504383"/>
            <a:chExt cx="1828800" cy="1070610"/>
          </a:xfrm>
        </p:grpSpPr>
        <p:pic>
          <p:nvPicPr>
            <p:cNvPr id="115" name="object 115"/>
            <p:cNvPicPr/>
            <p:nvPr/>
          </p:nvPicPr>
          <p:blipFill>
            <a:blip r:embed="rId55" cstate="print"/>
            <a:stretch>
              <a:fillRect/>
            </a:stretch>
          </p:blipFill>
          <p:spPr>
            <a:xfrm>
              <a:off x="2674366" y="5504383"/>
              <a:ext cx="1828800" cy="247192"/>
            </a:xfrm>
            <a:prstGeom prst="rect">
              <a:avLst/>
            </a:prstGeom>
          </p:spPr>
        </p:pic>
        <p:pic>
          <p:nvPicPr>
            <p:cNvPr id="116" name="object 116"/>
            <p:cNvPicPr/>
            <p:nvPr/>
          </p:nvPicPr>
          <p:blipFill>
            <a:blip r:embed="rId56" cstate="print"/>
            <a:stretch>
              <a:fillRect/>
            </a:stretch>
          </p:blipFill>
          <p:spPr>
            <a:xfrm>
              <a:off x="2674366" y="5779312"/>
              <a:ext cx="1828800" cy="246887"/>
            </a:xfrm>
            <a:prstGeom prst="rect">
              <a:avLst/>
            </a:prstGeom>
          </p:spPr>
        </p:pic>
        <p:pic>
          <p:nvPicPr>
            <p:cNvPr id="117" name="object 117"/>
            <p:cNvPicPr/>
            <p:nvPr/>
          </p:nvPicPr>
          <p:blipFill>
            <a:blip r:embed="rId57" cstate="print"/>
            <a:stretch>
              <a:fillRect/>
            </a:stretch>
          </p:blipFill>
          <p:spPr>
            <a:xfrm>
              <a:off x="2674366" y="6053632"/>
              <a:ext cx="1828800" cy="246887"/>
            </a:xfrm>
            <a:prstGeom prst="rect">
              <a:avLst/>
            </a:prstGeom>
          </p:spPr>
        </p:pic>
        <p:pic>
          <p:nvPicPr>
            <p:cNvPr id="118" name="object 118"/>
            <p:cNvPicPr/>
            <p:nvPr/>
          </p:nvPicPr>
          <p:blipFill>
            <a:blip r:embed="rId58" cstate="print"/>
            <a:stretch>
              <a:fillRect/>
            </a:stretch>
          </p:blipFill>
          <p:spPr>
            <a:xfrm>
              <a:off x="2674366" y="6327952"/>
              <a:ext cx="1371600" cy="246888"/>
            </a:xfrm>
            <a:prstGeom prst="rect">
              <a:avLst/>
            </a:prstGeom>
          </p:spPr>
        </p:pic>
      </p:grpSp>
      <p:grpSp>
        <p:nvGrpSpPr>
          <p:cNvPr id="119" name="object 119"/>
          <p:cNvGrpSpPr/>
          <p:nvPr/>
        </p:nvGrpSpPr>
        <p:grpSpPr>
          <a:xfrm>
            <a:off x="5532373" y="5662574"/>
            <a:ext cx="1216660" cy="708025"/>
            <a:chOff x="5532373" y="5662574"/>
            <a:chExt cx="1216660" cy="708025"/>
          </a:xfrm>
        </p:grpSpPr>
        <p:pic>
          <p:nvPicPr>
            <p:cNvPr id="120" name="object 120"/>
            <p:cNvPicPr/>
            <p:nvPr/>
          </p:nvPicPr>
          <p:blipFill>
            <a:blip r:embed="rId59" cstate="print"/>
            <a:stretch>
              <a:fillRect/>
            </a:stretch>
          </p:blipFill>
          <p:spPr>
            <a:xfrm>
              <a:off x="5532373" y="5662574"/>
              <a:ext cx="1216152" cy="219456"/>
            </a:xfrm>
            <a:prstGeom prst="rect">
              <a:avLst/>
            </a:prstGeom>
          </p:spPr>
        </p:pic>
        <p:pic>
          <p:nvPicPr>
            <p:cNvPr id="121" name="object 121"/>
            <p:cNvPicPr/>
            <p:nvPr/>
          </p:nvPicPr>
          <p:blipFill>
            <a:blip r:embed="rId60" cstate="print"/>
            <a:stretch>
              <a:fillRect/>
            </a:stretch>
          </p:blipFill>
          <p:spPr>
            <a:xfrm>
              <a:off x="5532373" y="5906414"/>
              <a:ext cx="1216152" cy="219455"/>
            </a:xfrm>
            <a:prstGeom prst="rect">
              <a:avLst/>
            </a:prstGeom>
          </p:spPr>
        </p:pic>
        <p:pic>
          <p:nvPicPr>
            <p:cNvPr id="122" name="object 122"/>
            <p:cNvPicPr/>
            <p:nvPr/>
          </p:nvPicPr>
          <p:blipFill>
            <a:blip r:embed="rId61" cstate="print"/>
            <a:stretch>
              <a:fillRect/>
            </a:stretch>
          </p:blipFill>
          <p:spPr>
            <a:xfrm>
              <a:off x="5532373" y="6150254"/>
              <a:ext cx="1013459" cy="219760"/>
            </a:xfrm>
            <a:prstGeom prst="rect">
              <a:avLst/>
            </a:prstGeom>
          </p:spPr>
        </p:pic>
      </p:grpSp>
      <p:grpSp>
        <p:nvGrpSpPr>
          <p:cNvPr id="123" name="object 123"/>
          <p:cNvGrpSpPr/>
          <p:nvPr/>
        </p:nvGrpSpPr>
        <p:grpSpPr>
          <a:xfrm>
            <a:off x="7515732" y="5572658"/>
            <a:ext cx="1605280" cy="1063625"/>
            <a:chOff x="7515732" y="5572658"/>
            <a:chExt cx="1605280" cy="1063625"/>
          </a:xfrm>
        </p:grpSpPr>
        <p:pic>
          <p:nvPicPr>
            <p:cNvPr id="124" name="object 124"/>
            <p:cNvPicPr/>
            <p:nvPr/>
          </p:nvPicPr>
          <p:blipFill>
            <a:blip r:embed="rId62" cstate="print"/>
            <a:stretch>
              <a:fillRect/>
            </a:stretch>
          </p:blipFill>
          <p:spPr>
            <a:xfrm>
              <a:off x="7515732" y="5572658"/>
              <a:ext cx="1604772" cy="192024"/>
            </a:xfrm>
            <a:prstGeom prst="rect">
              <a:avLst/>
            </a:prstGeom>
          </p:spPr>
        </p:pic>
        <p:pic>
          <p:nvPicPr>
            <p:cNvPr id="125" name="object 125"/>
            <p:cNvPicPr/>
            <p:nvPr/>
          </p:nvPicPr>
          <p:blipFill>
            <a:blip r:embed="rId63" cstate="print"/>
            <a:stretch>
              <a:fillRect/>
            </a:stretch>
          </p:blipFill>
          <p:spPr>
            <a:xfrm>
              <a:off x="7515732" y="5785713"/>
              <a:ext cx="1604772" cy="192328"/>
            </a:xfrm>
            <a:prstGeom prst="rect">
              <a:avLst/>
            </a:prstGeom>
          </p:spPr>
        </p:pic>
        <p:pic>
          <p:nvPicPr>
            <p:cNvPr id="126" name="object 126"/>
            <p:cNvPicPr/>
            <p:nvPr/>
          </p:nvPicPr>
          <p:blipFill>
            <a:blip r:embed="rId64" cstate="print"/>
            <a:stretch>
              <a:fillRect/>
            </a:stretch>
          </p:blipFill>
          <p:spPr>
            <a:xfrm>
              <a:off x="7515732" y="5999683"/>
              <a:ext cx="1426463" cy="192024"/>
            </a:xfrm>
            <a:prstGeom prst="rect">
              <a:avLst/>
            </a:prstGeom>
          </p:spPr>
        </p:pic>
        <p:pic>
          <p:nvPicPr>
            <p:cNvPr id="127" name="object 127"/>
            <p:cNvPicPr/>
            <p:nvPr/>
          </p:nvPicPr>
          <p:blipFill>
            <a:blip r:embed="rId65" cstate="print"/>
            <a:stretch>
              <a:fillRect/>
            </a:stretch>
          </p:blipFill>
          <p:spPr>
            <a:xfrm>
              <a:off x="7540497" y="6230721"/>
              <a:ext cx="1426845" cy="192023"/>
            </a:xfrm>
            <a:prstGeom prst="rect">
              <a:avLst/>
            </a:prstGeom>
          </p:spPr>
        </p:pic>
        <p:pic>
          <p:nvPicPr>
            <p:cNvPr id="128" name="object 128"/>
            <p:cNvPicPr/>
            <p:nvPr/>
          </p:nvPicPr>
          <p:blipFill>
            <a:blip r:embed="rId66" cstate="print"/>
            <a:stretch>
              <a:fillRect/>
            </a:stretch>
          </p:blipFill>
          <p:spPr>
            <a:xfrm>
              <a:off x="7540497" y="6444081"/>
              <a:ext cx="1248155" cy="192023"/>
            </a:xfrm>
            <a:prstGeom prst="rect">
              <a:avLst/>
            </a:prstGeom>
          </p:spPr>
        </p:pic>
      </p:grpSp>
      <p:grpSp>
        <p:nvGrpSpPr>
          <p:cNvPr id="129" name="object 129"/>
          <p:cNvGrpSpPr/>
          <p:nvPr/>
        </p:nvGrpSpPr>
        <p:grpSpPr>
          <a:xfrm>
            <a:off x="9771253" y="5601004"/>
            <a:ext cx="1426845" cy="832485"/>
            <a:chOff x="9771253" y="5601004"/>
            <a:chExt cx="1426845" cy="832485"/>
          </a:xfrm>
        </p:grpSpPr>
        <p:pic>
          <p:nvPicPr>
            <p:cNvPr id="130" name="object 130"/>
            <p:cNvPicPr/>
            <p:nvPr/>
          </p:nvPicPr>
          <p:blipFill>
            <a:blip r:embed="rId67" cstate="print"/>
            <a:stretch>
              <a:fillRect/>
            </a:stretch>
          </p:blipFill>
          <p:spPr>
            <a:xfrm>
              <a:off x="9771253" y="5601004"/>
              <a:ext cx="1426464" cy="192024"/>
            </a:xfrm>
            <a:prstGeom prst="rect">
              <a:avLst/>
            </a:prstGeom>
          </p:spPr>
        </p:pic>
        <p:pic>
          <p:nvPicPr>
            <p:cNvPr id="131" name="object 131"/>
            <p:cNvPicPr/>
            <p:nvPr/>
          </p:nvPicPr>
          <p:blipFill>
            <a:blip r:embed="rId68" cstate="print"/>
            <a:stretch>
              <a:fillRect/>
            </a:stretch>
          </p:blipFill>
          <p:spPr>
            <a:xfrm>
              <a:off x="9771253" y="5814364"/>
              <a:ext cx="1426464" cy="192024"/>
            </a:xfrm>
            <a:prstGeom prst="rect">
              <a:avLst/>
            </a:prstGeom>
          </p:spPr>
        </p:pic>
        <p:pic>
          <p:nvPicPr>
            <p:cNvPr id="132" name="object 132"/>
            <p:cNvPicPr/>
            <p:nvPr/>
          </p:nvPicPr>
          <p:blipFill>
            <a:blip r:embed="rId69" cstate="print"/>
            <a:stretch>
              <a:fillRect/>
            </a:stretch>
          </p:blipFill>
          <p:spPr>
            <a:xfrm>
              <a:off x="9771253" y="6027724"/>
              <a:ext cx="1426464" cy="192024"/>
            </a:xfrm>
            <a:prstGeom prst="rect">
              <a:avLst/>
            </a:prstGeom>
          </p:spPr>
        </p:pic>
        <p:pic>
          <p:nvPicPr>
            <p:cNvPr id="133" name="object 133"/>
            <p:cNvPicPr/>
            <p:nvPr/>
          </p:nvPicPr>
          <p:blipFill>
            <a:blip r:embed="rId70" cstate="print"/>
            <a:stretch>
              <a:fillRect/>
            </a:stretch>
          </p:blipFill>
          <p:spPr>
            <a:xfrm>
              <a:off x="9771253" y="6240779"/>
              <a:ext cx="1248155" cy="192328"/>
            </a:xfrm>
            <a:prstGeom prst="rect">
              <a:avLst/>
            </a:prstGeom>
          </p:spPr>
        </p:pic>
      </p:grpSp>
      <p:sp>
        <p:nvSpPr>
          <p:cNvPr id="135" name="スライド番号プレースホルダー 134">
            <a:extLst>
              <a:ext uri="{FF2B5EF4-FFF2-40B4-BE49-F238E27FC236}">
                <a16:creationId xmlns:a16="http://schemas.microsoft.com/office/drawing/2014/main" id="{74A4A34D-5B72-4980-AB70-F14B782633D1}"/>
              </a:ext>
            </a:extLst>
          </p:cNvPr>
          <p:cNvSpPr>
            <a:spLocks noGrp="1"/>
          </p:cNvSpPr>
          <p:nvPr>
            <p:ph type="sldNum" sz="quarter" idx="7"/>
          </p:nvPr>
        </p:nvSpPr>
        <p:spPr/>
        <p:txBody>
          <a:bodyPr/>
          <a:lstStyle/>
          <a:p>
            <a:fld id="{B6F15528-21DE-4FAA-801E-634DDDAF4B2B}" type="slidenum">
              <a:rPr lang="en-US" altLang="ja-JP" smtClean="0"/>
              <a:t>26</a:t>
            </a:fld>
            <a:endParaRPr lang="ja-JP"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58057"/>
            <a:ext cx="12197080" cy="6800215"/>
            <a:chOff x="0" y="58057"/>
            <a:chExt cx="12197080" cy="6800215"/>
          </a:xfrm>
        </p:grpSpPr>
        <p:pic>
          <p:nvPicPr>
            <p:cNvPr id="3" name="object 3"/>
            <p:cNvPicPr/>
            <p:nvPr/>
          </p:nvPicPr>
          <p:blipFill>
            <a:blip r:embed="rId2" cstate="print"/>
            <a:stretch>
              <a:fillRect/>
            </a:stretch>
          </p:blipFill>
          <p:spPr>
            <a:xfrm>
              <a:off x="0" y="58057"/>
              <a:ext cx="3251200" cy="6799942"/>
            </a:xfrm>
            <a:prstGeom prst="rect">
              <a:avLst/>
            </a:prstGeom>
          </p:spPr>
        </p:pic>
        <p:pic>
          <p:nvPicPr>
            <p:cNvPr id="4" name="object 4"/>
            <p:cNvPicPr/>
            <p:nvPr/>
          </p:nvPicPr>
          <p:blipFill>
            <a:blip r:embed="rId3" cstate="print"/>
            <a:stretch>
              <a:fillRect/>
            </a:stretch>
          </p:blipFill>
          <p:spPr>
            <a:xfrm>
              <a:off x="2520695" y="166128"/>
              <a:ext cx="4172711" cy="746747"/>
            </a:xfrm>
            <a:prstGeom prst="rect">
              <a:avLst/>
            </a:prstGeom>
          </p:spPr>
        </p:pic>
        <p:pic>
          <p:nvPicPr>
            <p:cNvPr id="5" name="object 5"/>
            <p:cNvPicPr/>
            <p:nvPr/>
          </p:nvPicPr>
          <p:blipFill>
            <a:blip r:embed="rId4" cstate="print"/>
            <a:stretch>
              <a:fillRect/>
            </a:stretch>
          </p:blipFill>
          <p:spPr>
            <a:xfrm>
              <a:off x="2691383" y="88404"/>
              <a:ext cx="3829812" cy="1040879"/>
            </a:xfrm>
            <a:prstGeom prst="rect">
              <a:avLst/>
            </a:prstGeom>
          </p:spPr>
        </p:pic>
        <p:pic>
          <p:nvPicPr>
            <p:cNvPr id="6" name="object 6"/>
            <p:cNvPicPr/>
            <p:nvPr/>
          </p:nvPicPr>
          <p:blipFill>
            <a:blip r:embed="rId5" cstate="print"/>
            <a:stretch>
              <a:fillRect/>
            </a:stretch>
          </p:blipFill>
          <p:spPr>
            <a:xfrm>
              <a:off x="2567685" y="193928"/>
              <a:ext cx="4082541" cy="655828"/>
            </a:xfrm>
            <a:prstGeom prst="rect">
              <a:avLst/>
            </a:prstGeom>
          </p:spPr>
        </p:pic>
        <p:sp>
          <p:nvSpPr>
            <p:cNvPr id="7" name="object 7"/>
            <p:cNvSpPr/>
            <p:nvPr/>
          </p:nvSpPr>
          <p:spPr>
            <a:xfrm>
              <a:off x="2567685" y="193928"/>
              <a:ext cx="4083050" cy="655955"/>
            </a:xfrm>
            <a:custGeom>
              <a:avLst/>
              <a:gdLst/>
              <a:ahLst/>
              <a:cxnLst/>
              <a:rect l="l" t="t" r="r" b="b"/>
              <a:pathLst>
                <a:path w="4083050" h="655955">
                  <a:moveTo>
                    <a:pt x="0" y="109347"/>
                  </a:moveTo>
                  <a:lnTo>
                    <a:pt x="8584" y="66811"/>
                  </a:lnTo>
                  <a:lnTo>
                    <a:pt x="32004" y="32051"/>
                  </a:lnTo>
                  <a:lnTo>
                    <a:pt x="66758" y="8602"/>
                  </a:lnTo>
                  <a:lnTo>
                    <a:pt x="109346" y="0"/>
                  </a:lnTo>
                  <a:lnTo>
                    <a:pt x="3973194" y="0"/>
                  </a:lnTo>
                  <a:lnTo>
                    <a:pt x="4015730" y="8602"/>
                  </a:lnTo>
                  <a:lnTo>
                    <a:pt x="4050490" y="32051"/>
                  </a:lnTo>
                  <a:lnTo>
                    <a:pt x="4073939" y="66811"/>
                  </a:lnTo>
                  <a:lnTo>
                    <a:pt x="4082541" y="109347"/>
                  </a:lnTo>
                  <a:lnTo>
                    <a:pt x="4082541" y="546481"/>
                  </a:lnTo>
                  <a:lnTo>
                    <a:pt x="4073939" y="589069"/>
                  </a:lnTo>
                  <a:lnTo>
                    <a:pt x="4050490" y="623824"/>
                  </a:lnTo>
                  <a:lnTo>
                    <a:pt x="4015730" y="647243"/>
                  </a:lnTo>
                  <a:lnTo>
                    <a:pt x="3973194" y="655828"/>
                  </a:lnTo>
                  <a:lnTo>
                    <a:pt x="109346" y="655828"/>
                  </a:lnTo>
                  <a:lnTo>
                    <a:pt x="66758" y="647243"/>
                  </a:lnTo>
                  <a:lnTo>
                    <a:pt x="32004" y="623824"/>
                  </a:lnTo>
                  <a:lnTo>
                    <a:pt x="8584" y="589069"/>
                  </a:lnTo>
                  <a:lnTo>
                    <a:pt x="0" y="546481"/>
                  </a:lnTo>
                  <a:lnTo>
                    <a:pt x="0" y="109347"/>
                  </a:lnTo>
                  <a:close/>
                </a:path>
              </a:pathLst>
            </a:custGeom>
            <a:ln w="9525">
              <a:solidFill>
                <a:srgbClr val="000000"/>
              </a:solidFill>
            </a:ln>
          </p:spPr>
          <p:txBody>
            <a:bodyPr wrap="square" lIns="0" tIns="0" rIns="0" bIns="0" rtlCol="0"/>
            <a:lstStyle/>
            <a:p>
              <a:endParaRPr/>
            </a:p>
          </p:txBody>
        </p:sp>
        <p:pic>
          <p:nvPicPr>
            <p:cNvPr id="8" name="object 8"/>
            <p:cNvPicPr/>
            <p:nvPr/>
          </p:nvPicPr>
          <p:blipFill>
            <a:blip r:embed="rId6" cstate="print"/>
            <a:stretch>
              <a:fillRect/>
            </a:stretch>
          </p:blipFill>
          <p:spPr>
            <a:xfrm>
              <a:off x="3008629" y="291972"/>
              <a:ext cx="3657980" cy="493775"/>
            </a:xfrm>
            <a:prstGeom prst="rect">
              <a:avLst/>
            </a:prstGeom>
          </p:spPr>
        </p:pic>
        <p:sp>
          <p:nvSpPr>
            <p:cNvPr id="9" name="object 9"/>
            <p:cNvSpPr/>
            <p:nvPr/>
          </p:nvSpPr>
          <p:spPr>
            <a:xfrm>
              <a:off x="2567685" y="1200911"/>
              <a:ext cx="6983095" cy="4623435"/>
            </a:xfrm>
            <a:custGeom>
              <a:avLst/>
              <a:gdLst/>
              <a:ahLst/>
              <a:cxnLst/>
              <a:rect l="l" t="t" r="r" b="b"/>
              <a:pathLst>
                <a:path w="6983095" h="4623435">
                  <a:moveTo>
                    <a:pt x="6212205" y="0"/>
                  </a:moveTo>
                  <a:lnTo>
                    <a:pt x="770509" y="0"/>
                  </a:lnTo>
                  <a:lnTo>
                    <a:pt x="721776" y="1515"/>
                  </a:lnTo>
                  <a:lnTo>
                    <a:pt x="673850" y="6002"/>
                  </a:lnTo>
                  <a:lnTo>
                    <a:pt x="626820" y="13370"/>
                  </a:lnTo>
                  <a:lnTo>
                    <a:pt x="580777" y="23529"/>
                  </a:lnTo>
                  <a:lnTo>
                    <a:pt x="535810" y="36389"/>
                  </a:lnTo>
                  <a:lnTo>
                    <a:pt x="492010" y="51859"/>
                  </a:lnTo>
                  <a:lnTo>
                    <a:pt x="449468" y="69849"/>
                  </a:lnTo>
                  <a:lnTo>
                    <a:pt x="408272" y="90270"/>
                  </a:lnTo>
                  <a:lnTo>
                    <a:pt x="368514" y="113029"/>
                  </a:lnTo>
                  <a:lnTo>
                    <a:pt x="330284" y="138039"/>
                  </a:lnTo>
                  <a:lnTo>
                    <a:pt x="293672" y="165208"/>
                  </a:lnTo>
                  <a:lnTo>
                    <a:pt x="258768" y="194446"/>
                  </a:lnTo>
                  <a:lnTo>
                    <a:pt x="225663" y="225663"/>
                  </a:lnTo>
                  <a:lnTo>
                    <a:pt x="194446" y="258768"/>
                  </a:lnTo>
                  <a:lnTo>
                    <a:pt x="165208" y="293672"/>
                  </a:lnTo>
                  <a:lnTo>
                    <a:pt x="138039" y="330284"/>
                  </a:lnTo>
                  <a:lnTo>
                    <a:pt x="113029" y="368514"/>
                  </a:lnTo>
                  <a:lnTo>
                    <a:pt x="90270" y="408272"/>
                  </a:lnTo>
                  <a:lnTo>
                    <a:pt x="69849" y="449468"/>
                  </a:lnTo>
                  <a:lnTo>
                    <a:pt x="51859" y="492010"/>
                  </a:lnTo>
                  <a:lnTo>
                    <a:pt x="36389" y="535810"/>
                  </a:lnTo>
                  <a:lnTo>
                    <a:pt x="23529" y="580777"/>
                  </a:lnTo>
                  <a:lnTo>
                    <a:pt x="13370" y="626820"/>
                  </a:lnTo>
                  <a:lnTo>
                    <a:pt x="6002" y="673850"/>
                  </a:lnTo>
                  <a:lnTo>
                    <a:pt x="1515" y="721776"/>
                  </a:lnTo>
                  <a:lnTo>
                    <a:pt x="0" y="770509"/>
                  </a:lnTo>
                  <a:lnTo>
                    <a:pt x="0" y="3852291"/>
                  </a:lnTo>
                  <a:lnTo>
                    <a:pt x="1515" y="3901023"/>
                  </a:lnTo>
                  <a:lnTo>
                    <a:pt x="6002" y="3948949"/>
                  </a:lnTo>
                  <a:lnTo>
                    <a:pt x="13370" y="3995980"/>
                  </a:lnTo>
                  <a:lnTo>
                    <a:pt x="23529" y="4042024"/>
                  </a:lnTo>
                  <a:lnTo>
                    <a:pt x="36389" y="4086991"/>
                  </a:lnTo>
                  <a:lnTo>
                    <a:pt x="51859" y="4130792"/>
                  </a:lnTo>
                  <a:lnTo>
                    <a:pt x="69849" y="4173336"/>
                  </a:lnTo>
                  <a:lnTo>
                    <a:pt x="90270" y="4214533"/>
                  </a:lnTo>
                  <a:lnTo>
                    <a:pt x="113029" y="4254292"/>
                  </a:lnTo>
                  <a:lnTo>
                    <a:pt x="138039" y="4292523"/>
                  </a:lnTo>
                  <a:lnTo>
                    <a:pt x="165208" y="4329137"/>
                  </a:lnTo>
                  <a:lnTo>
                    <a:pt x="194446" y="4364042"/>
                  </a:lnTo>
                  <a:lnTo>
                    <a:pt x="225663" y="4397149"/>
                  </a:lnTo>
                  <a:lnTo>
                    <a:pt x="258768" y="4428367"/>
                  </a:lnTo>
                  <a:lnTo>
                    <a:pt x="293672" y="4457607"/>
                  </a:lnTo>
                  <a:lnTo>
                    <a:pt x="330284" y="4484777"/>
                  </a:lnTo>
                  <a:lnTo>
                    <a:pt x="368514" y="4509788"/>
                  </a:lnTo>
                  <a:lnTo>
                    <a:pt x="408272" y="4532549"/>
                  </a:lnTo>
                  <a:lnTo>
                    <a:pt x="449468" y="4552971"/>
                  </a:lnTo>
                  <a:lnTo>
                    <a:pt x="492010" y="4570962"/>
                  </a:lnTo>
                  <a:lnTo>
                    <a:pt x="535810" y="4586433"/>
                  </a:lnTo>
                  <a:lnTo>
                    <a:pt x="580777" y="4599293"/>
                  </a:lnTo>
                  <a:lnTo>
                    <a:pt x="626820" y="4609453"/>
                  </a:lnTo>
                  <a:lnTo>
                    <a:pt x="673850" y="4616822"/>
                  </a:lnTo>
                  <a:lnTo>
                    <a:pt x="721776" y="4621309"/>
                  </a:lnTo>
                  <a:lnTo>
                    <a:pt x="770509" y="4622825"/>
                  </a:lnTo>
                  <a:lnTo>
                    <a:pt x="6212205" y="4622825"/>
                  </a:lnTo>
                  <a:lnTo>
                    <a:pt x="6260937" y="4621309"/>
                  </a:lnTo>
                  <a:lnTo>
                    <a:pt x="6308863" y="4616822"/>
                  </a:lnTo>
                  <a:lnTo>
                    <a:pt x="6355893" y="4609453"/>
                  </a:lnTo>
                  <a:lnTo>
                    <a:pt x="6401936" y="4599293"/>
                  </a:lnTo>
                  <a:lnTo>
                    <a:pt x="6446903" y="4586433"/>
                  </a:lnTo>
                  <a:lnTo>
                    <a:pt x="6490703" y="4570962"/>
                  </a:lnTo>
                  <a:lnTo>
                    <a:pt x="6533245" y="4552971"/>
                  </a:lnTo>
                  <a:lnTo>
                    <a:pt x="6574441" y="4532549"/>
                  </a:lnTo>
                  <a:lnTo>
                    <a:pt x="6614199" y="4509788"/>
                  </a:lnTo>
                  <a:lnTo>
                    <a:pt x="6652429" y="4484777"/>
                  </a:lnTo>
                  <a:lnTo>
                    <a:pt x="6689041" y="4457607"/>
                  </a:lnTo>
                  <a:lnTo>
                    <a:pt x="6723945" y="4428367"/>
                  </a:lnTo>
                  <a:lnTo>
                    <a:pt x="6757050" y="4397149"/>
                  </a:lnTo>
                  <a:lnTo>
                    <a:pt x="6788267" y="4364042"/>
                  </a:lnTo>
                  <a:lnTo>
                    <a:pt x="6817505" y="4329137"/>
                  </a:lnTo>
                  <a:lnTo>
                    <a:pt x="6844674" y="4292523"/>
                  </a:lnTo>
                  <a:lnTo>
                    <a:pt x="6869684" y="4254292"/>
                  </a:lnTo>
                  <a:lnTo>
                    <a:pt x="6892443" y="4214533"/>
                  </a:lnTo>
                  <a:lnTo>
                    <a:pt x="6912864" y="4173336"/>
                  </a:lnTo>
                  <a:lnTo>
                    <a:pt x="6930854" y="4130792"/>
                  </a:lnTo>
                  <a:lnTo>
                    <a:pt x="6946324" y="4086991"/>
                  </a:lnTo>
                  <a:lnTo>
                    <a:pt x="6959184" y="4042024"/>
                  </a:lnTo>
                  <a:lnTo>
                    <a:pt x="6969343" y="3995980"/>
                  </a:lnTo>
                  <a:lnTo>
                    <a:pt x="6976711" y="3948949"/>
                  </a:lnTo>
                  <a:lnTo>
                    <a:pt x="6981198" y="3901023"/>
                  </a:lnTo>
                  <a:lnTo>
                    <a:pt x="6982713" y="3852291"/>
                  </a:lnTo>
                  <a:lnTo>
                    <a:pt x="6982713" y="770509"/>
                  </a:lnTo>
                  <a:lnTo>
                    <a:pt x="6981198" y="721776"/>
                  </a:lnTo>
                  <a:lnTo>
                    <a:pt x="6976711" y="673850"/>
                  </a:lnTo>
                  <a:lnTo>
                    <a:pt x="6969343" y="626820"/>
                  </a:lnTo>
                  <a:lnTo>
                    <a:pt x="6959184" y="580777"/>
                  </a:lnTo>
                  <a:lnTo>
                    <a:pt x="6946324" y="535810"/>
                  </a:lnTo>
                  <a:lnTo>
                    <a:pt x="6930854" y="492010"/>
                  </a:lnTo>
                  <a:lnTo>
                    <a:pt x="6912864" y="449468"/>
                  </a:lnTo>
                  <a:lnTo>
                    <a:pt x="6892443" y="408272"/>
                  </a:lnTo>
                  <a:lnTo>
                    <a:pt x="6869684" y="368514"/>
                  </a:lnTo>
                  <a:lnTo>
                    <a:pt x="6844674" y="330284"/>
                  </a:lnTo>
                  <a:lnTo>
                    <a:pt x="6817505" y="293672"/>
                  </a:lnTo>
                  <a:lnTo>
                    <a:pt x="6788267" y="258768"/>
                  </a:lnTo>
                  <a:lnTo>
                    <a:pt x="6757050" y="225663"/>
                  </a:lnTo>
                  <a:lnTo>
                    <a:pt x="6723945" y="194446"/>
                  </a:lnTo>
                  <a:lnTo>
                    <a:pt x="6689041" y="165208"/>
                  </a:lnTo>
                  <a:lnTo>
                    <a:pt x="6652429" y="138039"/>
                  </a:lnTo>
                  <a:lnTo>
                    <a:pt x="6614199" y="113029"/>
                  </a:lnTo>
                  <a:lnTo>
                    <a:pt x="6574441" y="90270"/>
                  </a:lnTo>
                  <a:lnTo>
                    <a:pt x="6533245" y="69849"/>
                  </a:lnTo>
                  <a:lnTo>
                    <a:pt x="6490703" y="51859"/>
                  </a:lnTo>
                  <a:lnTo>
                    <a:pt x="6446903" y="36389"/>
                  </a:lnTo>
                  <a:lnTo>
                    <a:pt x="6401936" y="23529"/>
                  </a:lnTo>
                  <a:lnTo>
                    <a:pt x="6355893" y="13370"/>
                  </a:lnTo>
                  <a:lnTo>
                    <a:pt x="6308863" y="6002"/>
                  </a:lnTo>
                  <a:lnTo>
                    <a:pt x="6260937" y="1515"/>
                  </a:lnTo>
                  <a:lnTo>
                    <a:pt x="6212205" y="0"/>
                  </a:lnTo>
                  <a:close/>
                </a:path>
              </a:pathLst>
            </a:custGeom>
            <a:solidFill>
              <a:srgbClr val="FFFFFF"/>
            </a:solidFill>
          </p:spPr>
          <p:txBody>
            <a:bodyPr wrap="square" lIns="0" tIns="0" rIns="0" bIns="0" rtlCol="0"/>
            <a:lstStyle/>
            <a:p>
              <a:endParaRPr/>
            </a:p>
          </p:txBody>
        </p:sp>
        <p:sp>
          <p:nvSpPr>
            <p:cNvPr id="10" name="object 10"/>
            <p:cNvSpPr/>
            <p:nvPr/>
          </p:nvSpPr>
          <p:spPr>
            <a:xfrm>
              <a:off x="2567685" y="1200911"/>
              <a:ext cx="6983095" cy="4623435"/>
            </a:xfrm>
            <a:custGeom>
              <a:avLst/>
              <a:gdLst/>
              <a:ahLst/>
              <a:cxnLst/>
              <a:rect l="l" t="t" r="r" b="b"/>
              <a:pathLst>
                <a:path w="6983095" h="4623435">
                  <a:moveTo>
                    <a:pt x="0" y="770509"/>
                  </a:moveTo>
                  <a:lnTo>
                    <a:pt x="1515" y="721776"/>
                  </a:lnTo>
                  <a:lnTo>
                    <a:pt x="6002" y="673850"/>
                  </a:lnTo>
                  <a:lnTo>
                    <a:pt x="13370" y="626820"/>
                  </a:lnTo>
                  <a:lnTo>
                    <a:pt x="23529" y="580777"/>
                  </a:lnTo>
                  <a:lnTo>
                    <a:pt x="36389" y="535810"/>
                  </a:lnTo>
                  <a:lnTo>
                    <a:pt x="51859" y="492010"/>
                  </a:lnTo>
                  <a:lnTo>
                    <a:pt x="69849" y="449468"/>
                  </a:lnTo>
                  <a:lnTo>
                    <a:pt x="90270" y="408272"/>
                  </a:lnTo>
                  <a:lnTo>
                    <a:pt x="113029" y="368514"/>
                  </a:lnTo>
                  <a:lnTo>
                    <a:pt x="138039" y="330284"/>
                  </a:lnTo>
                  <a:lnTo>
                    <a:pt x="165208" y="293672"/>
                  </a:lnTo>
                  <a:lnTo>
                    <a:pt x="194446" y="258768"/>
                  </a:lnTo>
                  <a:lnTo>
                    <a:pt x="225663" y="225663"/>
                  </a:lnTo>
                  <a:lnTo>
                    <a:pt x="258768" y="194446"/>
                  </a:lnTo>
                  <a:lnTo>
                    <a:pt x="293672" y="165208"/>
                  </a:lnTo>
                  <a:lnTo>
                    <a:pt x="330284" y="138039"/>
                  </a:lnTo>
                  <a:lnTo>
                    <a:pt x="368514" y="113029"/>
                  </a:lnTo>
                  <a:lnTo>
                    <a:pt x="408272" y="90270"/>
                  </a:lnTo>
                  <a:lnTo>
                    <a:pt x="449468" y="69849"/>
                  </a:lnTo>
                  <a:lnTo>
                    <a:pt x="492010" y="51859"/>
                  </a:lnTo>
                  <a:lnTo>
                    <a:pt x="535810" y="36389"/>
                  </a:lnTo>
                  <a:lnTo>
                    <a:pt x="580777" y="23529"/>
                  </a:lnTo>
                  <a:lnTo>
                    <a:pt x="626820" y="13370"/>
                  </a:lnTo>
                  <a:lnTo>
                    <a:pt x="673850" y="6002"/>
                  </a:lnTo>
                  <a:lnTo>
                    <a:pt x="721776" y="1515"/>
                  </a:lnTo>
                  <a:lnTo>
                    <a:pt x="770509" y="0"/>
                  </a:lnTo>
                  <a:lnTo>
                    <a:pt x="6212205" y="0"/>
                  </a:lnTo>
                  <a:lnTo>
                    <a:pt x="6260937" y="1515"/>
                  </a:lnTo>
                  <a:lnTo>
                    <a:pt x="6308863" y="6002"/>
                  </a:lnTo>
                  <a:lnTo>
                    <a:pt x="6355893" y="13370"/>
                  </a:lnTo>
                  <a:lnTo>
                    <a:pt x="6401936" y="23529"/>
                  </a:lnTo>
                  <a:lnTo>
                    <a:pt x="6446903" y="36389"/>
                  </a:lnTo>
                  <a:lnTo>
                    <a:pt x="6490703" y="51859"/>
                  </a:lnTo>
                  <a:lnTo>
                    <a:pt x="6533245" y="69849"/>
                  </a:lnTo>
                  <a:lnTo>
                    <a:pt x="6574441" y="90270"/>
                  </a:lnTo>
                  <a:lnTo>
                    <a:pt x="6614199" y="113029"/>
                  </a:lnTo>
                  <a:lnTo>
                    <a:pt x="6652429" y="138039"/>
                  </a:lnTo>
                  <a:lnTo>
                    <a:pt x="6689041" y="165208"/>
                  </a:lnTo>
                  <a:lnTo>
                    <a:pt x="6723945" y="194446"/>
                  </a:lnTo>
                  <a:lnTo>
                    <a:pt x="6757050" y="225663"/>
                  </a:lnTo>
                  <a:lnTo>
                    <a:pt x="6788267" y="258768"/>
                  </a:lnTo>
                  <a:lnTo>
                    <a:pt x="6817505" y="293672"/>
                  </a:lnTo>
                  <a:lnTo>
                    <a:pt x="6844674" y="330284"/>
                  </a:lnTo>
                  <a:lnTo>
                    <a:pt x="6869684" y="368514"/>
                  </a:lnTo>
                  <a:lnTo>
                    <a:pt x="6892443" y="408272"/>
                  </a:lnTo>
                  <a:lnTo>
                    <a:pt x="6912864" y="449468"/>
                  </a:lnTo>
                  <a:lnTo>
                    <a:pt x="6930854" y="492010"/>
                  </a:lnTo>
                  <a:lnTo>
                    <a:pt x="6946324" y="535810"/>
                  </a:lnTo>
                  <a:lnTo>
                    <a:pt x="6959184" y="580777"/>
                  </a:lnTo>
                  <a:lnTo>
                    <a:pt x="6969343" y="626820"/>
                  </a:lnTo>
                  <a:lnTo>
                    <a:pt x="6976711" y="673850"/>
                  </a:lnTo>
                  <a:lnTo>
                    <a:pt x="6981198" y="721776"/>
                  </a:lnTo>
                  <a:lnTo>
                    <a:pt x="6982713" y="770509"/>
                  </a:lnTo>
                  <a:lnTo>
                    <a:pt x="6982713" y="3852291"/>
                  </a:lnTo>
                  <a:lnTo>
                    <a:pt x="6981198" y="3901023"/>
                  </a:lnTo>
                  <a:lnTo>
                    <a:pt x="6976711" y="3948949"/>
                  </a:lnTo>
                  <a:lnTo>
                    <a:pt x="6969343" y="3995980"/>
                  </a:lnTo>
                  <a:lnTo>
                    <a:pt x="6959184" y="4042024"/>
                  </a:lnTo>
                  <a:lnTo>
                    <a:pt x="6946324" y="4086991"/>
                  </a:lnTo>
                  <a:lnTo>
                    <a:pt x="6930854" y="4130792"/>
                  </a:lnTo>
                  <a:lnTo>
                    <a:pt x="6912864" y="4173336"/>
                  </a:lnTo>
                  <a:lnTo>
                    <a:pt x="6892443" y="4214533"/>
                  </a:lnTo>
                  <a:lnTo>
                    <a:pt x="6869684" y="4254292"/>
                  </a:lnTo>
                  <a:lnTo>
                    <a:pt x="6844674" y="4292523"/>
                  </a:lnTo>
                  <a:lnTo>
                    <a:pt x="6817505" y="4329137"/>
                  </a:lnTo>
                  <a:lnTo>
                    <a:pt x="6788267" y="4364042"/>
                  </a:lnTo>
                  <a:lnTo>
                    <a:pt x="6757050" y="4397149"/>
                  </a:lnTo>
                  <a:lnTo>
                    <a:pt x="6723945" y="4428367"/>
                  </a:lnTo>
                  <a:lnTo>
                    <a:pt x="6689041" y="4457607"/>
                  </a:lnTo>
                  <a:lnTo>
                    <a:pt x="6652429" y="4484777"/>
                  </a:lnTo>
                  <a:lnTo>
                    <a:pt x="6614199" y="4509788"/>
                  </a:lnTo>
                  <a:lnTo>
                    <a:pt x="6574441" y="4532549"/>
                  </a:lnTo>
                  <a:lnTo>
                    <a:pt x="6533245" y="4552971"/>
                  </a:lnTo>
                  <a:lnTo>
                    <a:pt x="6490703" y="4570962"/>
                  </a:lnTo>
                  <a:lnTo>
                    <a:pt x="6446903" y="4586433"/>
                  </a:lnTo>
                  <a:lnTo>
                    <a:pt x="6401936" y="4599293"/>
                  </a:lnTo>
                  <a:lnTo>
                    <a:pt x="6355893" y="4609453"/>
                  </a:lnTo>
                  <a:lnTo>
                    <a:pt x="6308863" y="4616822"/>
                  </a:lnTo>
                  <a:lnTo>
                    <a:pt x="6260937" y="4621309"/>
                  </a:lnTo>
                  <a:lnTo>
                    <a:pt x="6212205" y="4622825"/>
                  </a:lnTo>
                  <a:lnTo>
                    <a:pt x="770509" y="4622825"/>
                  </a:lnTo>
                  <a:lnTo>
                    <a:pt x="721776" y="4621309"/>
                  </a:lnTo>
                  <a:lnTo>
                    <a:pt x="673850" y="4616822"/>
                  </a:lnTo>
                  <a:lnTo>
                    <a:pt x="626820" y="4609453"/>
                  </a:lnTo>
                  <a:lnTo>
                    <a:pt x="580777" y="4599293"/>
                  </a:lnTo>
                  <a:lnTo>
                    <a:pt x="535810" y="4586433"/>
                  </a:lnTo>
                  <a:lnTo>
                    <a:pt x="492010" y="4570962"/>
                  </a:lnTo>
                  <a:lnTo>
                    <a:pt x="449468" y="4552971"/>
                  </a:lnTo>
                  <a:lnTo>
                    <a:pt x="408272" y="4532549"/>
                  </a:lnTo>
                  <a:lnTo>
                    <a:pt x="368514" y="4509788"/>
                  </a:lnTo>
                  <a:lnTo>
                    <a:pt x="330284" y="4484777"/>
                  </a:lnTo>
                  <a:lnTo>
                    <a:pt x="293672" y="4457607"/>
                  </a:lnTo>
                  <a:lnTo>
                    <a:pt x="258768" y="4428367"/>
                  </a:lnTo>
                  <a:lnTo>
                    <a:pt x="225663" y="4397149"/>
                  </a:lnTo>
                  <a:lnTo>
                    <a:pt x="194446" y="4364042"/>
                  </a:lnTo>
                  <a:lnTo>
                    <a:pt x="165208" y="4329137"/>
                  </a:lnTo>
                  <a:lnTo>
                    <a:pt x="138039" y="4292523"/>
                  </a:lnTo>
                  <a:lnTo>
                    <a:pt x="113029" y="4254292"/>
                  </a:lnTo>
                  <a:lnTo>
                    <a:pt x="90270" y="4214533"/>
                  </a:lnTo>
                  <a:lnTo>
                    <a:pt x="69849" y="4173336"/>
                  </a:lnTo>
                  <a:lnTo>
                    <a:pt x="51859" y="4130792"/>
                  </a:lnTo>
                  <a:lnTo>
                    <a:pt x="36389" y="4086991"/>
                  </a:lnTo>
                  <a:lnTo>
                    <a:pt x="23529" y="4042024"/>
                  </a:lnTo>
                  <a:lnTo>
                    <a:pt x="13370" y="3995980"/>
                  </a:lnTo>
                  <a:lnTo>
                    <a:pt x="6002" y="3948949"/>
                  </a:lnTo>
                  <a:lnTo>
                    <a:pt x="1515" y="3901023"/>
                  </a:lnTo>
                  <a:lnTo>
                    <a:pt x="0" y="3852291"/>
                  </a:lnTo>
                  <a:lnTo>
                    <a:pt x="0" y="770509"/>
                  </a:lnTo>
                  <a:close/>
                </a:path>
              </a:pathLst>
            </a:custGeom>
            <a:ln w="25400">
              <a:solidFill>
                <a:srgbClr val="000000"/>
              </a:solidFill>
            </a:ln>
          </p:spPr>
          <p:txBody>
            <a:bodyPr wrap="square" lIns="0" tIns="0" rIns="0" bIns="0" rtlCol="0"/>
            <a:lstStyle/>
            <a:p>
              <a:endParaRPr/>
            </a:p>
          </p:txBody>
        </p:sp>
        <p:sp>
          <p:nvSpPr>
            <p:cNvPr id="11" name="object 11"/>
            <p:cNvSpPr/>
            <p:nvPr/>
          </p:nvSpPr>
          <p:spPr>
            <a:xfrm>
              <a:off x="6394577" y="1552447"/>
              <a:ext cx="2783840" cy="1880235"/>
            </a:xfrm>
            <a:custGeom>
              <a:avLst/>
              <a:gdLst/>
              <a:ahLst/>
              <a:cxnLst/>
              <a:rect l="l" t="t" r="r" b="b"/>
              <a:pathLst>
                <a:path w="2783840" h="1880235">
                  <a:moveTo>
                    <a:pt x="2470023" y="0"/>
                  </a:moveTo>
                  <a:lnTo>
                    <a:pt x="313308" y="0"/>
                  </a:lnTo>
                  <a:lnTo>
                    <a:pt x="266995" y="3398"/>
                  </a:lnTo>
                  <a:lnTo>
                    <a:pt x="222797" y="13270"/>
                  </a:lnTo>
                  <a:lnTo>
                    <a:pt x="181197" y="29129"/>
                  </a:lnTo>
                  <a:lnTo>
                    <a:pt x="142680" y="50491"/>
                  </a:lnTo>
                  <a:lnTo>
                    <a:pt x="107728" y="76870"/>
                  </a:lnTo>
                  <a:lnTo>
                    <a:pt x="76827" y="107780"/>
                  </a:lnTo>
                  <a:lnTo>
                    <a:pt x="50459" y="142736"/>
                  </a:lnTo>
                  <a:lnTo>
                    <a:pt x="29109" y="181252"/>
                  </a:lnTo>
                  <a:lnTo>
                    <a:pt x="13259" y="222843"/>
                  </a:lnTo>
                  <a:lnTo>
                    <a:pt x="3395" y="267024"/>
                  </a:lnTo>
                  <a:lnTo>
                    <a:pt x="0" y="313309"/>
                  </a:lnTo>
                  <a:lnTo>
                    <a:pt x="0" y="1566544"/>
                  </a:lnTo>
                  <a:lnTo>
                    <a:pt x="3395" y="1612858"/>
                  </a:lnTo>
                  <a:lnTo>
                    <a:pt x="13259" y="1657056"/>
                  </a:lnTo>
                  <a:lnTo>
                    <a:pt x="29109" y="1698656"/>
                  </a:lnTo>
                  <a:lnTo>
                    <a:pt x="50459" y="1737173"/>
                  </a:lnTo>
                  <a:lnTo>
                    <a:pt x="76827" y="1772125"/>
                  </a:lnTo>
                  <a:lnTo>
                    <a:pt x="107728" y="1803026"/>
                  </a:lnTo>
                  <a:lnTo>
                    <a:pt x="142680" y="1829394"/>
                  </a:lnTo>
                  <a:lnTo>
                    <a:pt x="181197" y="1850744"/>
                  </a:lnTo>
                  <a:lnTo>
                    <a:pt x="222797" y="1866594"/>
                  </a:lnTo>
                  <a:lnTo>
                    <a:pt x="266995" y="1876458"/>
                  </a:lnTo>
                  <a:lnTo>
                    <a:pt x="313308" y="1879853"/>
                  </a:lnTo>
                  <a:lnTo>
                    <a:pt x="2470023" y="1879853"/>
                  </a:lnTo>
                  <a:lnTo>
                    <a:pt x="2516336" y="1876458"/>
                  </a:lnTo>
                  <a:lnTo>
                    <a:pt x="2560534" y="1866594"/>
                  </a:lnTo>
                  <a:lnTo>
                    <a:pt x="2602134" y="1850744"/>
                  </a:lnTo>
                  <a:lnTo>
                    <a:pt x="2640651" y="1829394"/>
                  </a:lnTo>
                  <a:lnTo>
                    <a:pt x="2675603" y="1803026"/>
                  </a:lnTo>
                  <a:lnTo>
                    <a:pt x="2706504" y="1772125"/>
                  </a:lnTo>
                  <a:lnTo>
                    <a:pt x="2732872" y="1737173"/>
                  </a:lnTo>
                  <a:lnTo>
                    <a:pt x="2754222" y="1698656"/>
                  </a:lnTo>
                  <a:lnTo>
                    <a:pt x="2770072" y="1657056"/>
                  </a:lnTo>
                  <a:lnTo>
                    <a:pt x="2779936" y="1612858"/>
                  </a:lnTo>
                  <a:lnTo>
                    <a:pt x="2783331" y="1566544"/>
                  </a:lnTo>
                  <a:lnTo>
                    <a:pt x="2783331" y="313309"/>
                  </a:lnTo>
                  <a:lnTo>
                    <a:pt x="2779936" y="267024"/>
                  </a:lnTo>
                  <a:lnTo>
                    <a:pt x="2770072" y="222843"/>
                  </a:lnTo>
                  <a:lnTo>
                    <a:pt x="2754222" y="181252"/>
                  </a:lnTo>
                  <a:lnTo>
                    <a:pt x="2732872" y="142736"/>
                  </a:lnTo>
                  <a:lnTo>
                    <a:pt x="2706504" y="107780"/>
                  </a:lnTo>
                  <a:lnTo>
                    <a:pt x="2675603" y="76870"/>
                  </a:lnTo>
                  <a:lnTo>
                    <a:pt x="2640651" y="50491"/>
                  </a:lnTo>
                  <a:lnTo>
                    <a:pt x="2602134" y="29129"/>
                  </a:lnTo>
                  <a:lnTo>
                    <a:pt x="2560534" y="13270"/>
                  </a:lnTo>
                  <a:lnTo>
                    <a:pt x="2516336" y="3398"/>
                  </a:lnTo>
                  <a:lnTo>
                    <a:pt x="2470023" y="0"/>
                  </a:lnTo>
                  <a:close/>
                </a:path>
              </a:pathLst>
            </a:custGeom>
            <a:solidFill>
              <a:srgbClr val="FFFFFF"/>
            </a:solidFill>
          </p:spPr>
          <p:txBody>
            <a:bodyPr wrap="square" lIns="0" tIns="0" rIns="0" bIns="0" rtlCol="0"/>
            <a:lstStyle/>
            <a:p>
              <a:endParaRPr/>
            </a:p>
          </p:txBody>
        </p:sp>
        <p:sp>
          <p:nvSpPr>
            <p:cNvPr id="12" name="object 12"/>
            <p:cNvSpPr/>
            <p:nvPr/>
          </p:nvSpPr>
          <p:spPr>
            <a:xfrm>
              <a:off x="6394577" y="1552447"/>
              <a:ext cx="2783840" cy="1880235"/>
            </a:xfrm>
            <a:custGeom>
              <a:avLst/>
              <a:gdLst/>
              <a:ahLst/>
              <a:cxnLst/>
              <a:rect l="l" t="t" r="r" b="b"/>
              <a:pathLst>
                <a:path w="2783840" h="1880235">
                  <a:moveTo>
                    <a:pt x="0" y="313309"/>
                  </a:moveTo>
                  <a:lnTo>
                    <a:pt x="3395" y="267024"/>
                  </a:lnTo>
                  <a:lnTo>
                    <a:pt x="13259" y="222843"/>
                  </a:lnTo>
                  <a:lnTo>
                    <a:pt x="29109" y="181252"/>
                  </a:lnTo>
                  <a:lnTo>
                    <a:pt x="50459" y="142736"/>
                  </a:lnTo>
                  <a:lnTo>
                    <a:pt x="76827" y="107780"/>
                  </a:lnTo>
                  <a:lnTo>
                    <a:pt x="107728" y="76870"/>
                  </a:lnTo>
                  <a:lnTo>
                    <a:pt x="142680" y="50491"/>
                  </a:lnTo>
                  <a:lnTo>
                    <a:pt x="181197" y="29129"/>
                  </a:lnTo>
                  <a:lnTo>
                    <a:pt x="222797" y="13270"/>
                  </a:lnTo>
                  <a:lnTo>
                    <a:pt x="266995" y="3398"/>
                  </a:lnTo>
                  <a:lnTo>
                    <a:pt x="313308" y="0"/>
                  </a:lnTo>
                  <a:lnTo>
                    <a:pt x="2470023" y="0"/>
                  </a:lnTo>
                  <a:lnTo>
                    <a:pt x="2516336" y="3398"/>
                  </a:lnTo>
                  <a:lnTo>
                    <a:pt x="2560534" y="13270"/>
                  </a:lnTo>
                  <a:lnTo>
                    <a:pt x="2602134" y="29129"/>
                  </a:lnTo>
                  <a:lnTo>
                    <a:pt x="2640651" y="50491"/>
                  </a:lnTo>
                  <a:lnTo>
                    <a:pt x="2675603" y="76870"/>
                  </a:lnTo>
                  <a:lnTo>
                    <a:pt x="2706504" y="107780"/>
                  </a:lnTo>
                  <a:lnTo>
                    <a:pt x="2732872" y="142736"/>
                  </a:lnTo>
                  <a:lnTo>
                    <a:pt x="2754222" y="181252"/>
                  </a:lnTo>
                  <a:lnTo>
                    <a:pt x="2770072" y="222843"/>
                  </a:lnTo>
                  <a:lnTo>
                    <a:pt x="2779936" y="267024"/>
                  </a:lnTo>
                  <a:lnTo>
                    <a:pt x="2783331" y="313309"/>
                  </a:lnTo>
                  <a:lnTo>
                    <a:pt x="2783331" y="1566544"/>
                  </a:lnTo>
                  <a:lnTo>
                    <a:pt x="2779936" y="1612858"/>
                  </a:lnTo>
                  <a:lnTo>
                    <a:pt x="2770072" y="1657056"/>
                  </a:lnTo>
                  <a:lnTo>
                    <a:pt x="2754222" y="1698656"/>
                  </a:lnTo>
                  <a:lnTo>
                    <a:pt x="2732872" y="1737173"/>
                  </a:lnTo>
                  <a:lnTo>
                    <a:pt x="2706504" y="1772125"/>
                  </a:lnTo>
                  <a:lnTo>
                    <a:pt x="2675603" y="1803026"/>
                  </a:lnTo>
                  <a:lnTo>
                    <a:pt x="2640651" y="1829394"/>
                  </a:lnTo>
                  <a:lnTo>
                    <a:pt x="2602134" y="1850744"/>
                  </a:lnTo>
                  <a:lnTo>
                    <a:pt x="2560534" y="1866594"/>
                  </a:lnTo>
                  <a:lnTo>
                    <a:pt x="2516336" y="1876458"/>
                  </a:lnTo>
                  <a:lnTo>
                    <a:pt x="2470023" y="1879853"/>
                  </a:lnTo>
                  <a:lnTo>
                    <a:pt x="313308" y="1879853"/>
                  </a:lnTo>
                  <a:lnTo>
                    <a:pt x="266995" y="1876458"/>
                  </a:lnTo>
                  <a:lnTo>
                    <a:pt x="222797" y="1866594"/>
                  </a:lnTo>
                  <a:lnTo>
                    <a:pt x="181197" y="1850744"/>
                  </a:lnTo>
                  <a:lnTo>
                    <a:pt x="142680" y="1829394"/>
                  </a:lnTo>
                  <a:lnTo>
                    <a:pt x="107728" y="1803026"/>
                  </a:lnTo>
                  <a:lnTo>
                    <a:pt x="76827" y="1772125"/>
                  </a:lnTo>
                  <a:lnTo>
                    <a:pt x="50459" y="1737173"/>
                  </a:lnTo>
                  <a:lnTo>
                    <a:pt x="29109" y="1698656"/>
                  </a:lnTo>
                  <a:lnTo>
                    <a:pt x="13259" y="1657056"/>
                  </a:lnTo>
                  <a:lnTo>
                    <a:pt x="3395" y="1612858"/>
                  </a:lnTo>
                  <a:lnTo>
                    <a:pt x="0" y="1566544"/>
                  </a:lnTo>
                  <a:lnTo>
                    <a:pt x="0" y="313309"/>
                  </a:lnTo>
                  <a:close/>
                </a:path>
              </a:pathLst>
            </a:custGeom>
            <a:ln w="25400">
              <a:solidFill>
                <a:srgbClr val="000000"/>
              </a:solidFill>
            </a:ln>
          </p:spPr>
          <p:txBody>
            <a:bodyPr wrap="square" lIns="0" tIns="0" rIns="0" bIns="0" rtlCol="0"/>
            <a:lstStyle/>
            <a:p>
              <a:endParaRPr/>
            </a:p>
          </p:txBody>
        </p:sp>
        <p:pic>
          <p:nvPicPr>
            <p:cNvPr id="13" name="object 13"/>
            <p:cNvPicPr/>
            <p:nvPr/>
          </p:nvPicPr>
          <p:blipFill>
            <a:blip r:embed="rId7" cstate="print"/>
            <a:stretch>
              <a:fillRect/>
            </a:stretch>
          </p:blipFill>
          <p:spPr>
            <a:xfrm>
              <a:off x="2354579" y="5911589"/>
              <a:ext cx="9837420" cy="944892"/>
            </a:xfrm>
            <a:prstGeom prst="rect">
              <a:avLst/>
            </a:prstGeom>
          </p:spPr>
        </p:pic>
        <p:pic>
          <p:nvPicPr>
            <p:cNvPr id="14" name="object 14"/>
            <p:cNvPicPr/>
            <p:nvPr/>
          </p:nvPicPr>
          <p:blipFill>
            <a:blip r:embed="rId8" cstate="print"/>
            <a:stretch>
              <a:fillRect/>
            </a:stretch>
          </p:blipFill>
          <p:spPr>
            <a:xfrm>
              <a:off x="2401442" y="5938859"/>
              <a:ext cx="9790557" cy="854367"/>
            </a:xfrm>
            <a:prstGeom prst="rect">
              <a:avLst/>
            </a:prstGeom>
          </p:spPr>
        </p:pic>
        <p:sp>
          <p:nvSpPr>
            <p:cNvPr id="15" name="object 15"/>
            <p:cNvSpPr/>
            <p:nvPr/>
          </p:nvSpPr>
          <p:spPr>
            <a:xfrm>
              <a:off x="2401442" y="5938859"/>
              <a:ext cx="9791065" cy="854710"/>
            </a:xfrm>
            <a:custGeom>
              <a:avLst/>
              <a:gdLst/>
              <a:ahLst/>
              <a:cxnLst/>
              <a:rect l="l" t="t" r="r" b="b"/>
              <a:pathLst>
                <a:path w="9791065" h="854709">
                  <a:moveTo>
                    <a:pt x="0" y="854367"/>
                  </a:moveTo>
                  <a:lnTo>
                    <a:pt x="9790557" y="854367"/>
                  </a:lnTo>
                  <a:lnTo>
                    <a:pt x="9790557" y="0"/>
                  </a:lnTo>
                  <a:lnTo>
                    <a:pt x="0" y="0"/>
                  </a:lnTo>
                  <a:lnTo>
                    <a:pt x="0" y="854367"/>
                  </a:lnTo>
                  <a:close/>
                </a:path>
              </a:pathLst>
            </a:custGeom>
            <a:ln w="9525">
              <a:solidFill>
                <a:srgbClr val="000000"/>
              </a:solidFill>
            </a:ln>
          </p:spPr>
          <p:txBody>
            <a:bodyPr wrap="square" lIns="0" tIns="0" rIns="0" bIns="0" rtlCol="0"/>
            <a:lstStyle/>
            <a:p>
              <a:endParaRPr/>
            </a:p>
          </p:txBody>
        </p:sp>
        <p:sp>
          <p:nvSpPr>
            <p:cNvPr id="16" name="object 16"/>
            <p:cNvSpPr/>
            <p:nvPr/>
          </p:nvSpPr>
          <p:spPr>
            <a:xfrm>
              <a:off x="2971926" y="3736720"/>
              <a:ext cx="2783840" cy="1880235"/>
            </a:xfrm>
            <a:custGeom>
              <a:avLst/>
              <a:gdLst/>
              <a:ahLst/>
              <a:cxnLst/>
              <a:rect l="l" t="t" r="r" b="b"/>
              <a:pathLst>
                <a:path w="2783840" h="1880235">
                  <a:moveTo>
                    <a:pt x="2470023" y="0"/>
                  </a:moveTo>
                  <a:lnTo>
                    <a:pt x="313309" y="0"/>
                  </a:lnTo>
                  <a:lnTo>
                    <a:pt x="266995" y="3398"/>
                  </a:lnTo>
                  <a:lnTo>
                    <a:pt x="222797" y="13270"/>
                  </a:lnTo>
                  <a:lnTo>
                    <a:pt x="181197" y="29129"/>
                  </a:lnTo>
                  <a:lnTo>
                    <a:pt x="142680" y="50491"/>
                  </a:lnTo>
                  <a:lnTo>
                    <a:pt x="107728" y="76870"/>
                  </a:lnTo>
                  <a:lnTo>
                    <a:pt x="76827" y="107780"/>
                  </a:lnTo>
                  <a:lnTo>
                    <a:pt x="50459" y="142736"/>
                  </a:lnTo>
                  <a:lnTo>
                    <a:pt x="29109" y="181252"/>
                  </a:lnTo>
                  <a:lnTo>
                    <a:pt x="13259" y="222843"/>
                  </a:lnTo>
                  <a:lnTo>
                    <a:pt x="3395" y="267024"/>
                  </a:lnTo>
                  <a:lnTo>
                    <a:pt x="0" y="313308"/>
                  </a:lnTo>
                  <a:lnTo>
                    <a:pt x="0" y="1566544"/>
                  </a:lnTo>
                  <a:lnTo>
                    <a:pt x="3395" y="1612858"/>
                  </a:lnTo>
                  <a:lnTo>
                    <a:pt x="13259" y="1657057"/>
                  </a:lnTo>
                  <a:lnTo>
                    <a:pt x="29109" y="1698658"/>
                  </a:lnTo>
                  <a:lnTo>
                    <a:pt x="50459" y="1737177"/>
                  </a:lnTo>
                  <a:lnTo>
                    <a:pt x="76827" y="1772130"/>
                  </a:lnTo>
                  <a:lnTo>
                    <a:pt x="107728" y="1803033"/>
                  </a:lnTo>
                  <a:lnTo>
                    <a:pt x="142680" y="1829403"/>
                  </a:lnTo>
                  <a:lnTo>
                    <a:pt x="181197" y="1850755"/>
                  </a:lnTo>
                  <a:lnTo>
                    <a:pt x="222797" y="1866605"/>
                  </a:lnTo>
                  <a:lnTo>
                    <a:pt x="266995" y="1876470"/>
                  </a:lnTo>
                  <a:lnTo>
                    <a:pt x="313309" y="1879866"/>
                  </a:lnTo>
                  <a:lnTo>
                    <a:pt x="2470023" y="1879866"/>
                  </a:lnTo>
                  <a:lnTo>
                    <a:pt x="2516307" y="1876470"/>
                  </a:lnTo>
                  <a:lnTo>
                    <a:pt x="2560488" y="1866605"/>
                  </a:lnTo>
                  <a:lnTo>
                    <a:pt x="2602079" y="1850755"/>
                  </a:lnTo>
                  <a:lnTo>
                    <a:pt x="2640595" y="1829403"/>
                  </a:lnTo>
                  <a:lnTo>
                    <a:pt x="2675551" y="1803033"/>
                  </a:lnTo>
                  <a:lnTo>
                    <a:pt x="2706461" y="1772130"/>
                  </a:lnTo>
                  <a:lnTo>
                    <a:pt x="2732840" y="1737177"/>
                  </a:lnTo>
                  <a:lnTo>
                    <a:pt x="2754202" y="1698658"/>
                  </a:lnTo>
                  <a:lnTo>
                    <a:pt x="2770061" y="1657057"/>
                  </a:lnTo>
                  <a:lnTo>
                    <a:pt x="2779933" y="1612858"/>
                  </a:lnTo>
                  <a:lnTo>
                    <a:pt x="2783332" y="1566544"/>
                  </a:lnTo>
                  <a:lnTo>
                    <a:pt x="2783332" y="313308"/>
                  </a:lnTo>
                  <a:lnTo>
                    <a:pt x="2779933" y="267024"/>
                  </a:lnTo>
                  <a:lnTo>
                    <a:pt x="2770061" y="222843"/>
                  </a:lnTo>
                  <a:lnTo>
                    <a:pt x="2754202" y="181252"/>
                  </a:lnTo>
                  <a:lnTo>
                    <a:pt x="2732840" y="142736"/>
                  </a:lnTo>
                  <a:lnTo>
                    <a:pt x="2706461" y="107780"/>
                  </a:lnTo>
                  <a:lnTo>
                    <a:pt x="2675551" y="76870"/>
                  </a:lnTo>
                  <a:lnTo>
                    <a:pt x="2640595" y="50491"/>
                  </a:lnTo>
                  <a:lnTo>
                    <a:pt x="2602079" y="29129"/>
                  </a:lnTo>
                  <a:lnTo>
                    <a:pt x="2560488" y="13270"/>
                  </a:lnTo>
                  <a:lnTo>
                    <a:pt x="2516307" y="3398"/>
                  </a:lnTo>
                  <a:lnTo>
                    <a:pt x="2470023" y="0"/>
                  </a:lnTo>
                  <a:close/>
                </a:path>
              </a:pathLst>
            </a:custGeom>
            <a:solidFill>
              <a:srgbClr val="FFFFFF"/>
            </a:solidFill>
          </p:spPr>
          <p:txBody>
            <a:bodyPr wrap="square" lIns="0" tIns="0" rIns="0" bIns="0" rtlCol="0"/>
            <a:lstStyle/>
            <a:p>
              <a:endParaRPr/>
            </a:p>
          </p:txBody>
        </p:sp>
        <p:sp>
          <p:nvSpPr>
            <p:cNvPr id="17" name="object 17"/>
            <p:cNvSpPr/>
            <p:nvPr/>
          </p:nvSpPr>
          <p:spPr>
            <a:xfrm>
              <a:off x="2971926" y="3736720"/>
              <a:ext cx="2783840" cy="1880235"/>
            </a:xfrm>
            <a:custGeom>
              <a:avLst/>
              <a:gdLst/>
              <a:ahLst/>
              <a:cxnLst/>
              <a:rect l="l" t="t" r="r" b="b"/>
              <a:pathLst>
                <a:path w="2783840" h="1880235">
                  <a:moveTo>
                    <a:pt x="0" y="313308"/>
                  </a:moveTo>
                  <a:lnTo>
                    <a:pt x="3395" y="267024"/>
                  </a:lnTo>
                  <a:lnTo>
                    <a:pt x="13259" y="222843"/>
                  </a:lnTo>
                  <a:lnTo>
                    <a:pt x="29109" y="181252"/>
                  </a:lnTo>
                  <a:lnTo>
                    <a:pt x="50459" y="142736"/>
                  </a:lnTo>
                  <a:lnTo>
                    <a:pt x="76827" y="107780"/>
                  </a:lnTo>
                  <a:lnTo>
                    <a:pt x="107728" y="76870"/>
                  </a:lnTo>
                  <a:lnTo>
                    <a:pt x="142680" y="50491"/>
                  </a:lnTo>
                  <a:lnTo>
                    <a:pt x="181197" y="29129"/>
                  </a:lnTo>
                  <a:lnTo>
                    <a:pt x="222797" y="13270"/>
                  </a:lnTo>
                  <a:lnTo>
                    <a:pt x="266995" y="3398"/>
                  </a:lnTo>
                  <a:lnTo>
                    <a:pt x="313309" y="0"/>
                  </a:lnTo>
                  <a:lnTo>
                    <a:pt x="2470023" y="0"/>
                  </a:lnTo>
                  <a:lnTo>
                    <a:pt x="2516307" y="3398"/>
                  </a:lnTo>
                  <a:lnTo>
                    <a:pt x="2560488" y="13270"/>
                  </a:lnTo>
                  <a:lnTo>
                    <a:pt x="2602079" y="29129"/>
                  </a:lnTo>
                  <a:lnTo>
                    <a:pt x="2640595" y="50491"/>
                  </a:lnTo>
                  <a:lnTo>
                    <a:pt x="2675551" y="76870"/>
                  </a:lnTo>
                  <a:lnTo>
                    <a:pt x="2706461" y="107780"/>
                  </a:lnTo>
                  <a:lnTo>
                    <a:pt x="2732840" y="142736"/>
                  </a:lnTo>
                  <a:lnTo>
                    <a:pt x="2754202" y="181252"/>
                  </a:lnTo>
                  <a:lnTo>
                    <a:pt x="2770061" y="222843"/>
                  </a:lnTo>
                  <a:lnTo>
                    <a:pt x="2779933" y="267024"/>
                  </a:lnTo>
                  <a:lnTo>
                    <a:pt x="2783332" y="313308"/>
                  </a:lnTo>
                  <a:lnTo>
                    <a:pt x="2783332" y="1566544"/>
                  </a:lnTo>
                  <a:lnTo>
                    <a:pt x="2779933" y="1612858"/>
                  </a:lnTo>
                  <a:lnTo>
                    <a:pt x="2770061" y="1657057"/>
                  </a:lnTo>
                  <a:lnTo>
                    <a:pt x="2754202" y="1698658"/>
                  </a:lnTo>
                  <a:lnTo>
                    <a:pt x="2732840" y="1737177"/>
                  </a:lnTo>
                  <a:lnTo>
                    <a:pt x="2706461" y="1772130"/>
                  </a:lnTo>
                  <a:lnTo>
                    <a:pt x="2675551" y="1803033"/>
                  </a:lnTo>
                  <a:lnTo>
                    <a:pt x="2640595" y="1829403"/>
                  </a:lnTo>
                  <a:lnTo>
                    <a:pt x="2602079" y="1850755"/>
                  </a:lnTo>
                  <a:lnTo>
                    <a:pt x="2560488" y="1866605"/>
                  </a:lnTo>
                  <a:lnTo>
                    <a:pt x="2516307" y="1876470"/>
                  </a:lnTo>
                  <a:lnTo>
                    <a:pt x="2470023" y="1879866"/>
                  </a:lnTo>
                  <a:lnTo>
                    <a:pt x="313309" y="1879866"/>
                  </a:lnTo>
                  <a:lnTo>
                    <a:pt x="266995" y="1876470"/>
                  </a:lnTo>
                  <a:lnTo>
                    <a:pt x="222797" y="1866605"/>
                  </a:lnTo>
                  <a:lnTo>
                    <a:pt x="181197" y="1850755"/>
                  </a:lnTo>
                  <a:lnTo>
                    <a:pt x="142680" y="1829403"/>
                  </a:lnTo>
                  <a:lnTo>
                    <a:pt x="107728" y="1803033"/>
                  </a:lnTo>
                  <a:lnTo>
                    <a:pt x="76827" y="1772130"/>
                  </a:lnTo>
                  <a:lnTo>
                    <a:pt x="50459" y="1737177"/>
                  </a:lnTo>
                  <a:lnTo>
                    <a:pt x="29109" y="1698658"/>
                  </a:lnTo>
                  <a:lnTo>
                    <a:pt x="13259" y="1657057"/>
                  </a:lnTo>
                  <a:lnTo>
                    <a:pt x="3395" y="1612858"/>
                  </a:lnTo>
                  <a:lnTo>
                    <a:pt x="0" y="1566544"/>
                  </a:lnTo>
                  <a:lnTo>
                    <a:pt x="0" y="313308"/>
                  </a:lnTo>
                  <a:close/>
                </a:path>
              </a:pathLst>
            </a:custGeom>
            <a:ln w="25400">
              <a:solidFill>
                <a:srgbClr val="000000"/>
              </a:solidFill>
            </a:ln>
          </p:spPr>
          <p:txBody>
            <a:bodyPr wrap="square" lIns="0" tIns="0" rIns="0" bIns="0" rtlCol="0"/>
            <a:lstStyle/>
            <a:p>
              <a:endParaRPr/>
            </a:p>
          </p:txBody>
        </p:sp>
        <p:sp>
          <p:nvSpPr>
            <p:cNvPr id="18" name="object 18"/>
            <p:cNvSpPr/>
            <p:nvPr/>
          </p:nvSpPr>
          <p:spPr>
            <a:xfrm>
              <a:off x="6394577" y="3736720"/>
              <a:ext cx="2783840" cy="1880235"/>
            </a:xfrm>
            <a:custGeom>
              <a:avLst/>
              <a:gdLst/>
              <a:ahLst/>
              <a:cxnLst/>
              <a:rect l="l" t="t" r="r" b="b"/>
              <a:pathLst>
                <a:path w="2783840" h="1880235">
                  <a:moveTo>
                    <a:pt x="2470023" y="0"/>
                  </a:moveTo>
                  <a:lnTo>
                    <a:pt x="313308" y="0"/>
                  </a:lnTo>
                  <a:lnTo>
                    <a:pt x="266995" y="3398"/>
                  </a:lnTo>
                  <a:lnTo>
                    <a:pt x="222797" y="13270"/>
                  </a:lnTo>
                  <a:lnTo>
                    <a:pt x="181197" y="29129"/>
                  </a:lnTo>
                  <a:lnTo>
                    <a:pt x="142680" y="50491"/>
                  </a:lnTo>
                  <a:lnTo>
                    <a:pt x="107728" y="76870"/>
                  </a:lnTo>
                  <a:lnTo>
                    <a:pt x="76827" y="107780"/>
                  </a:lnTo>
                  <a:lnTo>
                    <a:pt x="50459" y="142736"/>
                  </a:lnTo>
                  <a:lnTo>
                    <a:pt x="29109" y="181252"/>
                  </a:lnTo>
                  <a:lnTo>
                    <a:pt x="13259" y="222843"/>
                  </a:lnTo>
                  <a:lnTo>
                    <a:pt x="3395" y="267024"/>
                  </a:lnTo>
                  <a:lnTo>
                    <a:pt x="0" y="313308"/>
                  </a:lnTo>
                  <a:lnTo>
                    <a:pt x="0" y="1566544"/>
                  </a:lnTo>
                  <a:lnTo>
                    <a:pt x="3395" y="1612858"/>
                  </a:lnTo>
                  <a:lnTo>
                    <a:pt x="13259" y="1657057"/>
                  </a:lnTo>
                  <a:lnTo>
                    <a:pt x="29109" y="1698658"/>
                  </a:lnTo>
                  <a:lnTo>
                    <a:pt x="50459" y="1737177"/>
                  </a:lnTo>
                  <a:lnTo>
                    <a:pt x="76827" y="1772130"/>
                  </a:lnTo>
                  <a:lnTo>
                    <a:pt x="107728" y="1803033"/>
                  </a:lnTo>
                  <a:lnTo>
                    <a:pt x="142680" y="1829403"/>
                  </a:lnTo>
                  <a:lnTo>
                    <a:pt x="181197" y="1850755"/>
                  </a:lnTo>
                  <a:lnTo>
                    <a:pt x="222797" y="1866605"/>
                  </a:lnTo>
                  <a:lnTo>
                    <a:pt x="266995" y="1876470"/>
                  </a:lnTo>
                  <a:lnTo>
                    <a:pt x="313308" y="1879866"/>
                  </a:lnTo>
                  <a:lnTo>
                    <a:pt x="2470023" y="1879866"/>
                  </a:lnTo>
                  <a:lnTo>
                    <a:pt x="2516336" y="1876470"/>
                  </a:lnTo>
                  <a:lnTo>
                    <a:pt x="2560534" y="1866605"/>
                  </a:lnTo>
                  <a:lnTo>
                    <a:pt x="2602134" y="1850755"/>
                  </a:lnTo>
                  <a:lnTo>
                    <a:pt x="2640651" y="1829403"/>
                  </a:lnTo>
                  <a:lnTo>
                    <a:pt x="2675603" y="1803033"/>
                  </a:lnTo>
                  <a:lnTo>
                    <a:pt x="2706504" y="1772130"/>
                  </a:lnTo>
                  <a:lnTo>
                    <a:pt x="2732872" y="1737177"/>
                  </a:lnTo>
                  <a:lnTo>
                    <a:pt x="2754222" y="1698658"/>
                  </a:lnTo>
                  <a:lnTo>
                    <a:pt x="2770072" y="1657057"/>
                  </a:lnTo>
                  <a:lnTo>
                    <a:pt x="2779936" y="1612858"/>
                  </a:lnTo>
                  <a:lnTo>
                    <a:pt x="2783331" y="1566544"/>
                  </a:lnTo>
                  <a:lnTo>
                    <a:pt x="2783331" y="313308"/>
                  </a:lnTo>
                  <a:lnTo>
                    <a:pt x="2779936" y="267024"/>
                  </a:lnTo>
                  <a:lnTo>
                    <a:pt x="2770072" y="222843"/>
                  </a:lnTo>
                  <a:lnTo>
                    <a:pt x="2754222" y="181252"/>
                  </a:lnTo>
                  <a:lnTo>
                    <a:pt x="2732872" y="142736"/>
                  </a:lnTo>
                  <a:lnTo>
                    <a:pt x="2706504" y="107780"/>
                  </a:lnTo>
                  <a:lnTo>
                    <a:pt x="2675603" y="76870"/>
                  </a:lnTo>
                  <a:lnTo>
                    <a:pt x="2640651" y="50491"/>
                  </a:lnTo>
                  <a:lnTo>
                    <a:pt x="2602134" y="29129"/>
                  </a:lnTo>
                  <a:lnTo>
                    <a:pt x="2560534" y="13270"/>
                  </a:lnTo>
                  <a:lnTo>
                    <a:pt x="2516336" y="3398"/>
                  </a:lnTo>
                  <a:lnTo>
                    <a:pt x="2470023" y="0"/>
                  </a:lnTo>
                  <a:close/>
                </a:path>
              </a:pathLst>
            </a:custGeom>
            <a:solidFill>
              <a:srgbClr val="FFFFFF"/>
            </a:solidFill>
          </p:spPr>
          <p:txBody>
            <a:bodyPr wrap="square" lIns="0" tIns="0" rIns="0" bIns="0" rtlCol="0"/>
            <a:lstStyle/>
            <a:p>
              <a:endParaRPr/>
            </a:p>
          </p:txBody>
        </p:sp>
        <p:sp>
          <p:nvSpPr>
            <p:cNvPr id="19" name="object 19"/>
            <p:cNvSpPr/>
            <p:nvPr/>
          </p:nvSpPr>
          <p:spPr>
            <a:xfrm>
              <a:off x="6394577" y="3736720"/>
              <a:ext cx="2783840" cy="1880235"/>
            </a:xfrm>
            <a:custGeom>
              <a:avLst/>
              <a:gdLst/>
              <a:ahLst/>
              <a:cxnLst/>
              <a:rect l="l" t="t" r="r" b="b"/>
              <a:pathLst>
                <a:path w="2783840" h="1880235">
                  <a:moveTo>
                    <a:pt x="0" y="313308"/>
                  </a:moveTo>
                  <a:lnTo>
                    <a:pt x="3395" y="267024"/>
                  </a:lnTo>
                  <a:lnTo>
                    <a:pt x="13259" y="222843"/>
                  </a:lnTo>
                  <a:lnTo>
                    <a:pt x="29109" y="181252"/>
                  </a:lnTo>
                  <a:lnTo>
                    <a:pt x="50459" y="142736"/>
                  </a:lnTo>
                  <a:lnTo>
                    <a:pt x="76827" y="107780"/>
                  </a:lnTo>
                  <a:lnTo>
                    <a:pt x="107728" y="76870"/>
                  </a:lnTo>
                  <a:lnTo>
                    <a:pt x="142680" y="50491"/>
                  </a:lnTo>
                  <a:lnTo>
                    <a:pt x="181197" y="29129"/>
                  </a:lnTo>
                  <a:lnTo>
                    <a:pt x="222797" y="13270"/>
                  </a:lnTo>
                  <a:lnTo>
                    <a:pt x="266995" y="3398"/>
                  </a:lnTo>
                  <a:lnTo>
                    <a:pt x="313308" y="0"/>
                  </a:lnTo>
                  <a:lnTo>
                    <a:pt x="2470023" y="0"/>
                  </a:lnTo>
                  <a:lnTo>
                    <a:pt x="2516336" y="3398"/>
                  </a:lnTo>
                  <a:lnTo>
                    <a:pt x="2560534" y="13270"/>
                  </a:lnTo>
                  <a:lnTo>
                    <a:pt x="2602134" y="29129"/>
                  </a:lnTo>
                  <a:lnTo>
                    <a:pt x="2640651" y="50491"/>
                  </a:lnTo>
                  <a:lnTo>
                    <a:pt x="2675603" y="76870"/>
                  </a:lnTo>
                  <a:lnTo>
                    <a:pt x="2706504" y="107780"/>
                  </a:lnTo>
                  <a:lnTo>
                    <a:pt x="2732872" y="142736"/>
                  </a:lnTo>
                  <a:lnTo>
                    <a:pt x="2754222" y="181252"/>
                  </a:lnTo>
                  <a:lnTo>
                    <a:pt x="2770072" y="222843"/>
                  </a:lnTo>
                  <a:lnTo>
                    <a:pt x="2779936" y="267024"/>
                  </a:lnTo>
                  <a:lnTo>
                    <a:pt x="2783331" y="313308"/>
                  </a:lnTo>
                  <a:lnTo>
                    <a:pt x="2783331" y="1566544"/>
                  </a:lnTo>
                  <a:lnTo>
                    <a:pt x="2779936" y="1612858"/>
                  </a:lnTo>
                  <a:lnTo>
                    <a:pt x="2770072" y="1657057"/>
                  </a:lnTo>
                  <a:lnTo>
                    <a:pt x="2754222" y="1698658"/>
                  </a:lnTo>
                  <a:lnTo>
                    <a:pt x="2732872" y="1737177"/>
                  </a:lnTo>
                  <a:lnTo>
                    <a:pt x="2706504" y="1772130"/>
                  </a:lnTo>
                  <a:lnTo>
                    <a:pt x="2675603" y="1803033"/>
                  </a:lnTo>
                  <a:lnTo>
                    <a:pt x="2640651" y="1829403"/>
                  </a:lnTo>
                  <a:lnTo>
                    <a:pt x="2602134" y="1850755"/>
                  </a:lnTo>
                  <a:lnTo>
                    <a:pt x="2560534" y="1866605"/>
                  </a:lnTo>
                  <a:lnTo>
                    <a:pt x="2516336" y="1876470"/>
                  </a:lnTo>
                  <a:lnTo>
                    <a:pt x="2470023" y="1879866"/>
                  </a:lnTo>
                  <a:lnTo>
                    <a:pt x="313308" y="1879866"/>
                  </a:lnTo>
                  <a:lnTo>
                    <a:pt x="266995" y="1876470"/>
                  </a:lnTo>
                  <a:lnTo>
                    <a:pt x="222797" y="1866605"/>
                  </a:lnTo>
                  <a:lnTo>
                    <a:pt x="181197" y="1850755"/>
                  </a:lnTo>
                  <a:lnTo>
                    <a:pt x="142680" y="1829403"/>
                  </a:lnTo>
                  <a:lnTo>
                    <a:pt x="107728" y="1803033"/>
                  </a:lnTo>
                  <a:lnTo>
                    <a:pt x="76827" y="1772130"/>
                  </a:lnTo>
                  <a:lnTo>
                    <a:pt x="50459" y="1737177"/>
                  </a:lnTo>
                  <a:lnTo>
                    <a:pt x="29109" y="1698658"/>
                  </a:lnTo>
                  <a:lnTo>
                    <a:pt x="13259" y="1657057"/>
                  </a:lnTo>
                  <a:lnTo>
                    <a:pt x="3395" y="1612858"/>
                  </a:lnTo>
                  <a:lnTo>
                    <a:pt x="0" y="1566544"/>
                  </a:lnTo>
                  <a:lnTo>
                    <a:pt x="0" y="313308"/>
                  </a:lnTo>
                  <a:close/>
                </a:path>
              </a:pathLst>
            </a:custGeom>
            <a:ln w="25400">
              <a:solidFill>
                <a:srgbClr val="000000"/>
              </a:solidFill>
            </a:ln>
          </p:spPr>
          <p:txBody>
            <a:bodyPr wrap="square" lIns="0" tIns="0" rIns="0" bIns="0" rtlCol="0"/>
            <a:lstStyle/>
            <a:p>
              <a:endParaRPr/>
            </a:p>
          </p:txBody>
        </p:sp>
        <p:sp>
          <p:nvSpPr>
            <p:cNvPr id="20" name="object 20"/>
            <p:cNvSpPr/>
            <p:nvPr/>
          </p:nvSpPr>
          <p:spPr>
            <a:xfrm>
              <a:off x="3007232" y="1528953"/>
              <a:ext cx="2783840" cy="1880235"/>
            </a:xfrm>
            <a:custGeom>
              <a:avLst/>
              <a:gdLst/>
              <a:ahLst/>
              <a:cxnLst/>
              <a:rect l="l" t="t" r="r" b="b"/>
              <a:pathLst>
                <a:path w="2783840" h="1880235">
                  <a:moveTo>
                    <a:pt x="2470022" y="0"/>
                  </a:moveTo>
                  <a:lnTo>
                    <a:pt x="313308" y="0"/>
                  </a:lnTo>
                  <a:lnTo>
                    <a:pt x="266995" y="3398"/>
                  </a:lnTo>
                  <a:lnTo>
                    <a:pt x="222797" y="13270"/>
                  </a:lnTo>
                  <a:lnTo>
                    <a:pt x="181197" y="29129"/>
                  </a:lnTo>
                  <a:lnTo>
                    <a:pt x="142680" y="50491"/>
                  </a:lnTo>
                  <a:lnTo>
                    <a:pt x="107728" y="76870"/>
                  </a:lnTo>
                  <a:lnTo>
                    <a:pt x="76827" y="107780"/>
                  </a:lnTo>
                  <a:lnTo>
                    <a:pt x="50459" y="142736"/>
                  </a:lnTo>
                  <a:lnTo>
                    <a:pt x="29109" y="181252"/>
                  </a:lnTo>
                  <a:lnTo>
                    <a:pt x="13259" y="222843"/>
                  </a:lnTo>
                  <a:lnTo>
                    <a:pt x="3395" y="267024"/>
                  </a:lnTo>
                  <a:lnTo>
                    <a:pt x="0" y="313309"/>
                  </a:lnTo>
                  <a:lnTo>
                    <a:pt x="0" y="1566545"/>
                  </a:lnTo>
                  <a:lnTo>
                    <a:pt x="3395" y="1612829"/>
                  </a:lnTo>
                  <a:lnTo>
                    <a:pt x="13259" y="1657010"/>
                  </a:lnTo>
                  <a:lnTo>
                    <a:pt x="29109" y="1698601"/>
                  </a:lnTo>
                  <a:lnTo>
                    <a:pt x="50459" y="1737117"/>
                  </a:lnTo>
                  <a:lnTo>
                    <a:pt x="76827" y="1772073"/>
                  </a:lnTo>
                  <a:lnTo>
                    <a:pt x="107728" y="1802983"/>
                  </a:lnTo>
                  <a:lnTo>
                    <a:pt x="142680" y="1829362"/>
                  </a:lnTo>
                  <a:lnTo>
                    <a:pt x="181197" y="1850724"/>
                  </a:lnTo>
                  <a:lnTo>
                    <a:pt x="222797" y="1866583"/>
                  </a:lnTo>
                  <a:lnTo>
                    <a:pt x="266995" y="1876455"/>
                  </a:lnTo>
                  <a:lnTo>
                    <a:pt x="313308" y="1879854"/>
                  </a:lnTo>
                  <a:lnTo>
                    <a:pt x="2470022" y="1879854"/>
                  </a:lnTo>
                  <a:lnTo>
                    <a:pt x="2516336" y="1876455"/>
                  </a:lnTo>
                  <a:lnTo>
                    <a:pt x="2560534" y="1866583"/>
                  </a:lnTo>
                  <a:lnTo>
                    <a:pt x="2602134" y="1850724"/>
                  </a:lnTo>
                  <a:lnTo>
                    <a:pt x="2640651" y="1829362"/>
                  </a:lnTo>
                  <a:lnTo>
                    <a:pt x="2675603" y="1802983"/>
                  </a:lnTo>
                  <a:lnTo>
                    <a:pt x="2706504" y="1772073"/>
                  </a:lnTo>
                  <a:lnTo>
                    <a:pt x="2732872" y="1737117"/>
                  </a:lnTo>
                  <a:lnTo>
                    <a:pt x="2754222" y="1698601"/>
                  </a:lnTo>
                  <a:lnTo>
                    <a:pt x="2770072" y="1657010"/>
                  </a:lnTo>
                  <a:lnTo>
                    <a:pt x="2779936" y="1612829"/>
                  </a:lnTo>
                  <a:lnTo>
                    <a:pt x="2783332" y="1566545"/>
                  </a:lnTo>
                  <a:lnTo>
                    <a:pt x="2783332" y="313309"/>
                  </a:lnTo>
                  <a:lnTo>
                    <a:pt x="2779936" y="267024"/>
                  </a:lnTo>
                  <a:lnTo>
                    <a:pt x="2770072" y="222843"/>
                  </a:lnTo>
                  <a:lnTo>
                    <a:pt x="2754222" y="181252"/>
                  </a:lnTo>
                  <a:lnTo>
                    <a:pt x="2732872" y="142736"/>
                  </a:lnTo>
                  <a:lnTo>
                    <a:pt x="2706504" y="107780"/>
                  </a:lnTo>
                  <a:lnTo>
                    <a:pt x="2675603" y="76870"/>
                  </a:lnTo>
                  <a:lnTo>
                    <a:pt x="2640651" y="50491"/>
                  </a:lnTo>
                  <a:lnTo>
                    <a:pt x="2602134" y="29129"/>
                  </a:lnTo>
                  <a:lnTo>
                    <a:pt x="2560534" y="13270"/>
                  </a:lnTo>
                  <a:lnTo>
                    <a:pt x="2516336" y="3398"/>
                  </a:lnTo>
                  <a:lnTo>
                    <a:pt x="2470022" y="0"/>
                  </a:lnTo>
                  <a:close/>
                </a:path>
              </a:pathLst>
            </a:custGeom>
            <a:solidFill>
              <a:srgbClr val="FFFFFF"/>
            </a:solidFill>
          </p:spPr>
          <p:txBody>
            <a:bodyPr wrap="square" lIns="0" tIns="0" rIns="0" bIns="0" rtlCol="0"/>
            <a:lstStyle/>
            <a:p>
              <a:endParaRPr/>
            </a:p>
          </p:txBody>
        </p:sp>
        <p:sp>
          <p:nvSpPr>
            <p:cNvPr id="21" name="object 21"/>
            <p:cNvSpPr/>
            <p:nvPr/>
          </p:nvSpPr>
          <p:spPr>
            <a:xfrm>
              <a:off x="3007232" y="1528953"/>
              <a:ext cx="2783840" cy="1880235"/>
            </a:xfrm>
            <a:custGeom>
              <a:avLst/>
              <a:gdLst/>
              <a:ahLst/>
              <a:cxnLst/>
              <a:rect l="l" t="t" r="r" b="b"/>
              <a:pathLst>
                <a:path w="2783840" h="1880235">
                  <a:moveTo>
                    <a:pt x="0" y="313309"/>
                  </a:moveTo>
                  <a:lnTo>
                    <a:pt x="3395" y="267024"/>
                  </a:lnTo>
                  <a:lnTo>
                    <a:pt x="13259" y="222843"/>
                  </a:lnTo>
                  <a:lnTo>
                    <a:pt x="29109" y="181252"/>
                  </a:lnTo>
                  <a:lnTo>
                    <a:pt x="50459" y="142736"/>
                  </a:lnTo>
                  <a:lnTo>
                    <a:pt x="76827" y="107780"/>
                  </a:lnTo>
                  <a:lnTo>
                    <a:pt x="107728" y="76870"/>
                  </a:lnTo>
                  <a:lnTo>
                    <a:pt x="142680" y="50491"/>
                  </a:lnTo>
                  <a:lnTo>
                    <a:pt x="181197" y="29129"/>
                  </a:lnTo>
                  <a:lnTo>
                    <a:pt x="222797" y="13270"/>
                  </a:lnTo>
                  <a:lnTo>
                    <a:pt x="266995" y="3398"/>
                  </a:lnTo>
                  <a:lnTo>
                    <a:pt x="313308" y="0"/>
                  </a:lnTo>
                  <a:lnTo>
                    <a:pt x="2470022" y="0"/>
                  </a:lnTo>
                  <a:lnTo>
                    <a:pt x="2516336" y="3398"/>
                  </a:lnTo>
                  <a:lnTo>
                    <a:pt x="2560534" y="13270"/>
                  </a:lnTo>
                  <a:lnTo>
                    <a:pt x="2602134" y="29129"/>
                  </a:lnTo>
                  <a:lnTo>
                    <a:pt x="2640651" y="50491"/>
                  </a:lnTo>
                  <a:lnTo>
                    <a:pt x="2675603" y="76870"/>
                  </a:lnTo>
                  <a:lnTo>
                    <a:pt x="2706504" y="107780"/>
                  </a:lnTo>
                  <a:lnTo>
                    <a:pt x="2732872" y="142736"/>
                  </a:lnTo>
                  <a:lnTo>
                    <a:pt x="2754222" y="181252"/>
                  </a:lnTo>
                  <a:lnTo>
                    <a:pt x="2770072" y="222843"/>
                  </a:lnTo>
                  <a:lnTo>
                    <a:pt x="2779936" y="267024"/>
                  </a:lnTo>
                  <a:lnTo>
                    <a:pt x="2783332" y="313309"/>
                  </a:lnTo>
                  <a:lnTo>
                    <a:pt x="2783332" y="1566545"/>
                  </a:lnTo>
                  <a:lnTo>
                    <a:pt x="2779936" y="1612829"/>
                  </a:lnTo>
                  <a:lnTo>
                    <a:pt x="2770072" y="1657010"/>
                  </a:lnTo>
                  <a:lnTo>
                    <a:pt x="2754222" y="1698601"/>
                  </a:lnTo>
                  <a:lnTo>
                    <a:pt x="2732872" y="1737117"/>
                  </a:lnTo>
                  <a:lnTo>
                    <a:pt x="2706504" y="1772073"/>
                  </a:lnTo>
                  <a:lnTo>
                    <a:pt x="2675603" y="1802983"/>
                  </a:lnTo>
                  <a:lnTo>
                    <a:pt x="2640651" y="1829362"/>
                  </a:lnTo>
                  <a:lnTo>
                    <a:pt x="2602134" y="1850724"/>
                  </a:lnTo>
                  <a:lnTo>
                    <a:pt x="2560534" y="1866583"/>
                  </a:lnTo>
                  <a:lnTo>
                    <a:pt x="2516336" y="1876455"/>
                  </a:lnTo>
                  <a:lnTo>
                    <a:pt x="2470022" y="1879854"/>
                  </a:lnTo>
                  <a:lnTo>
                    <a:pt x="313308" y="1879854"/>
                  </a:lnTo>
                  <a:lnTo>
                    <a:pt x="266995" y="1876455"/>
                  </a:lnTo>
                  <a:lnTo>
                    <a:pt x="222797" y="1866583"/>
                  </a:lnTo>
                  <a:lnTo>
                    <a:pt x="181197" y="1850724"/>
                  </a:lnTo>
                  <a:lnTo>
                    <a:pt x="142680" y="1829362"/>
                  </a:lnTo>
                  <a:lnTo>
                    <a:pt x="107728" y="1802983"/>
                  </a:lnTo>
                  <a:lnTo>
                    <a:pt x="76827" y="1772073"/>
                  </a:lnTo>
                  <a:lnTo>
                    <a:pt x="50459" y="1737117"/>
                  </a:lnTo>
                  <a:lnTo>
                    <a:pt x="29109" y="1698601"/>
                  </a:lnTo>
                  <a:lnTo>
                    <a:pt x="13259" y="1657010"/>
                  </a:lnTo>
                  <a:lnTo>
                    <a:pt x="3395" y="1612829"/>
                  </a:lnTo>
                  <a:lnTo>
                    <a:pt x="0" y="1566545"/>
                  </a:lnTo>
                  <a:lnTo>
                    <a:pt x="0" y="313309"/>
                  </a:lnTo>
                  <a:close/>
                </a:path>
              </a:pathLst>
            </a:custGeom>
            <a:ln w="25399">
              <a:solidFill>
                <a:srgbClr val="000000"/>
              </a:solidFill>
            </a:ln>
          </p:spPr>
          <p:txBody>
            <a:bodyPr wrap="square" lIns="0" tIns="0" rIns="0" bIns="0" rtlCol="0"/>
            <a:lstStyle/>
            <a:p>
              <a:endParaRPr/>
            </a:p>
          </p:txBody>
        </p:sp>
        <p:sp>
          <p:nvSpPr>
            <p:cNvPr id="22" name="object 22"/>
            <p:cNvSpPr/>
            <p:nvPr/>
          </p:nvSpPr>
          <p:spPr>
            <a:xfrm>
              <a:off x="3210051" y="1353058"/>
              <a:ext cx="433705" cy="399415"/>
            </a:xfrm>
            <a:custGeom>
              <a:avLst/>
              <a:gdLst/>
              <a:ahLst/>
              <a:cxnLst/>
              <a:rect l="l" t="t" r="r" b="b"/>
              <a:pathLst>
                <a:path w="433704" h="399414">
                  <a:moveTo>
                    <a:pt x="216662" y="0"/>
                  </a:moveTo>
                  <a:lnTo>
                    <a:pt x="166991" y="5266"/>
                  </a:lnTo>
                  <a:lnTo>
                    <a:pt x="121390" y="20268"/>
                  </a:lnTo>
                  <a:lnTo>
                    <a:pt x="81161" y="43807"/>
                  </a:lnTo>
                  <a:lnTo>
                    <a:pt x="47606" y="74686"/>
                  </a:lnTo>
                  <a:lnTo>
                    <a:pt x="22026" y="111708"/>
                  </a:lnTo>
                  <a:lnTo>
                    <a:pt x="5723" y="153675"/>
                  </a:lnTo>
                  <a:lnTo>
                    <a:pt x="0" y="199389"/>
                  </a:lnTo>
                  <a:lnTo>
                    <a:pt x="5723" y="245151"/>
                  </a:lnTo>
                  <a:lnTo>
                    <a:pt x="22026" y="287152"/>
                  </a:lnTo>
                  <a:lnTo>
                    <a:pt x="47606" y="324196"/>
                  </a:lnTo>
                  <a:lnTo>
                    <a:pt x="81161" y="355089"/>
                  </a:lnTo>
                  <a:lnTo>
                    <a:pt x="121390" y="378635"/>
                  </a:lnTo>
                  <a:lnTo>
                    <a:pt x="166991" y="393640"/>
                  </a:lnTo>
                  <a:lnTo>
                    <a:pt x="216662" y="398906"/>
                  </a:lnTo>
                  <a:lnTo>
                    <a:pt x="266325" y="393640"/>
                  </a:lnTo>
                  <a:lnTo>
                    <a:pt x="311908" y="378635"/>
                  </a:lnTo>
                  <a:lnTo>
                    <a:pt x="352112" y="355089"/>
                  </a:lnTo>
                  <a:lnTo>
                    <a:pt x="385640" y="324196"/>
                  </a:lnTo>
                  <a:lnTo>
                    <a:pt x="411196" y="287152"/>
                  </a:lnTo>
                  <a:lnTo>
                    <a:pt x="427480" y="245151"/>
                  </a:lnTo>
                  <a:lnTo>
                    <a:pt x="433197" y="199389"/>
                  </a:lnTo>
                  <a:lnTo>
                    <a:pt x="427480" y="153675"/>
                  </a:lnTo>
                  <a:lnTo>
                    <a:pt x="411196" y="111708"/>
                  </a:lnTo>
                  <a:lnTo>
                    <a:pt x="385640" y="74686"/>
                  </a:lnTo>
                  <a:lnTo>
                    <a:pt x="352112" y="43807"/>
                  </a:lnTo>
                  <a:lnTo>
                    <a:pt x="311908" y="20268"/>
                  </a:lnTo>
                  <a:lnTo>
                    <a:pt x="266325" y="5266"/>
                  </a:lnTo>
                  <a:lnTo>
                    <a:pt x="216662" y="0"/>
                  </a:lnTo>
                  <a:close/>
                </a:path>
              </a:pathLst>
            </a:custGeom>
            <a:solidFill>
              <a:srgbClr val="000000"/>
            </a:solidFill>
          </p:spPr>
          <p:txBody>
            <a:bodyPr wrap="square" lIns="0" tIns="0" rIns="0" bIns="0" rtlCol="0"/>
            <a:lstStyle/>
            <a:p>
              <a:endParaRPr/>
            </a:p>
          </p:txBody>
        </p:sp>
        <p:sp>
          <p:nvSpPr>
            <p:cNvPr id="23" name="object 23"/>
            <p:cNvSpPr/>
            <p:nvPr/>
          </p:nvSpPr>
          <p:spPr>
            <a:xfrm>
              <a:off x="3210051" y="1353058"/>
              <a:ext cx="433705" cy="399415"/>
            </a:xfrm>
            <a:custGeom>
              <a:avLst/>
              <a:gdLst/>
              <a:ahLst/>
              <a:cxnLst/>
              <a:rect l="l" t="t" r="r" b="b"/>
              <a:pathLst>
                <a:path w="433704" h="399414">
                  <a:moveTo>
                    <a:pt x="0" y="199389"/>
                  </a:moveTo>
                  <a:lnTo>
                    <a:pt x="5723" y="153675"/>
                  </a:lnTo>
                  <a:lnTo>
                    <a:pt x="22026" y="111708"/>
                  </a:lnTo>
                  <a:lnTo>
                    <a:pt x="47606" y="74686"/>
                  </a:lnTo>
                  <a:lnTo>
                    <a:pt x="81161" y="43807"/>
                  </a:lnTo>
                  <a:lnTo>
                    <a:pt x="121390" y="20268"/>
                  </a:lnTo>
                  <a:lnTo>
                    <a:pt x="166991" y="5266"/>
                  </a:lnTo>
                  <a:lnTo>
                    <a:pt x="216662" y="0"/>
                  </a:lnTo>
                  <a:lnTo>
                    <a:pt x="266325" y="5266"/>
                  </a:lnTo>
                  <a:lnTo>
                    <a:pt x="311908" y="20268"/>
                  </a:lnTo>
                  <a:lnTo>
                    <a:pt x="352112" y="43807"/>
                  </a:lnTo>
                  <a:lnTo>
                    <a:pt x="385640" y="74686"/>
                  </a:lnTo>
                  <a:lnTo>
                    <a:pt x="411196" y="111708"/>
                  </a:lnTo>
                  <a:lnTo>
                    <a:pt x="427480" y="153675"/>
                  </a:lnTo>
                  <a:lnTo>
                    <a:pt x="433197" y="199389"/>
                  </a:lnTo>
                  <a:lnTo>
                    <a:pt x="427480" y="245151"/>
                  </a:lnTo>
                  <a:lnTo>
                    <a:pt x="411196" y="287152"/>
                  </a:lnTo>
                  <a:lnTo>
                    <a:pt x="385640" y="324196"/>
                  </a:lnTo>
                  <a:lnTo>
                    <a:pt x="352112" y="355089"/>
                  </a:lnTo>
                  <a:lnTo>
                    <a:pt x="311908" y="378635"/>
                  </a:lnTo>
                  <a:lnTo>
                    <a:pt x="266325" y="393640"/>
                  </a:lnTo>
                  <a:lnTo>
                    <a:pt x="216662" y="398906"/>
                  </a:lnTo>
                  <a:lnTo>
                    <a:pt x="166991" y="393640"/>
                  </a:lnTo>
                  <a:lnTo>
                    <a:pt x="121390" y="378635"/>
                  </a:lnTo>
                  <a:lnTo>
                    <a:pt x="81161" y="355089"/>
                  </a:lnTo>
                  <a:lnTo>
                    <a:pt x="47606" y="324196"/>
                  </a:lnTo>
                  <a:lnTo>
                    <a:pt x="22026" y="287152"/>
                  </a:lnTo>
                  <a:lnTo>
                    <a:pt x="5723" y="245151"/>
                  </a:lnTo>
                  <a:lnTo>
                    <a:pt x="0" y="199389"/>
                  </a:lnTo>
                  <a:close/>
                </a:path>
              </a:pathLst>
            </a:custGeom>
            <a:ln w="25400">
              <a:solidFill>
                <a:srgbClr val="000000"/>
              </a:solidFill>
            </a:ln>
          </p:spPr>
          <p:txBody>
            <a:bodyPr wrap="square" lIns="0" tIns="0" rIns="0" bIns="0" rtlCol="0"/>
            <a:lstStyle/>
            <a:p>
              <a:endParaRPr/>
            </a:p>
          </p:txBody>
        </p:sp>
        <p:pic>
          <p:nvPicPr>
            <p:cNvPr id="24" name="object 24"/>
            <p:cNvPicPr/>
            <p:nvPr/>
          </p:nvPicPr>
          <p:blipFill>
            <a:blip r:embed="rId9" cstate="print"/>
            <a:stretch>
              <a:fillRect/>
            </a:stretch>
          </p:blipFill>
          <p:spPr>
            <a:xfrm>
              <a:off x="3312921" y="1437131"/>
              <a:ext cx="457200" cy="246887"/>
            </a:xfrm>
            <a:prstGeom prst="rect">
              <a:avLst/>
            </a:prstGeom>
          </p:spPr>
        </p:pic>
        <p:sp>
          <p:nvSpPr>
            <p:cNvPr id="25" name="object 25"/>
            <p:cNvSpPr/>
            <p:nvPr/>
          </p:nvSpPr>
          <p:spPr>
            <a:xfrm>
              <a:off x="6617716" y="3584320"/>
              <a:ext cx="433705" cy="399415"/>
            </a:xfrm>
            <a:custGeom>
              <a:avLst/>
              <a:gdLst/>
              <a:ahLst/>
              <a:cxnLst/>
              <a:rect l="l" t="t" r="r" b="b"/>
              <a:pathLst>
                <a:path w="433704" h="399414">
                  <a:moveTo>
                    <a:pt x="216534" y="0"/>
                  </a:moveTo>
                  <a:lnTo>
                    <a:pt x="166871" y="5273"/>
                  </a:lnTo>
                  <a:lnTo>
                    <a:pt x="121288" y="20293"/>
                  </a:lnTo>
                  <a:lnTo>
                    <a:pt x="81084" y="43857"/>
                  </a:lnTo>
                  <a:lnTo>
                    <a:pt x="47556" y="74763"/>
                  </a:lnTo>
                  <a:lnTo>
                    <a:pt x="22000" y="111809"/>
                  </a:lnTo>
                  <a:lnTo>
                    <a:pt x="5716" y="153795"/>
                  </a:lnTo>
                  <a:lnTo>
                    <a:pt x="0" y="199516"/>
                  </a:lnTo>
                  <a:lnTo>
                    <a:pt x="5716" y="245278"/>
                  </a:lnTo>
                  <a:lnTo>
                    <a:pt x="22000" y="287279"/>
                  </a:lnTo>
                  <a:lnTo>
                    <a:pt x="47556" y="324323"/>
                  </a:lnTo>
                  <a:lnTo>
                    <a:pt x="81084" y="355216"/>
                  </a:lnTo>
                  <a:lnTo>
                    <a:pt x="121288" y="378762"/>
                  </a:lnTo>
                  <a:lnTo>
                    <a:pt x="166871" y="393767"/>
                  </a:lnTo>
                  <a:lnTo>
                    <a:pt x="216534" y="399033"/>
                  </a:lnTo>
                  <a:lnTo>
                    <a:pt x="266205" y="393767"/>
                  </a:lnTo>
                  <a:lnTo>
                    <a:pt x="311806" y="378762"/>
                  </a:lnTo>
                  <a:lnTo>
                    <a:pt x="352035" y="355216"/>
                  </a:lnTo>
                  <a:lnTo>
                    <a:pt x="385590" y="324323"/>
                  </a:lnTo>
                  <a:lnTo>
                    <a:pt x="411170" y="287279"/>
                  </a:lnTo>
                  <a:lnTo>
                    <a:pt x="427473" y="245278"/>
                  </a:lnTo>
                  <a:lnTo>
                    <a:pt x="433197" y="199516"/>
                  </a:lnTo>
                  <a:lnTo>
                    <a:pt x="427473" y="153795"/>
                  </a:lnTo>
                  <a:lnTo>
                    <a:pt x="411170" y="111809"/>
                  </a:lnTo>
                  <a:lnTo>
                    <a:pt x="385590" y="74763"/>
                  </a:lnTo>
                  <a:lnTo>
                    <a:pt x="352035" y="43857"/>
                  </a:lnTo>
                  <a:lnTo>
                    <a:pt x="311806" y="20293"/>
                  </a:lnTo>
                  <a:lnTo>
                    <a:pt x="266205" y="5273"/>
                  </a:lnTo>
                  <a:lnTo>
                    <a:pt x="216534" y="0"/>
                  </a:lnTo>
                  <a:close/>
                </a:path>
              </a:pathLst>
            </a:custGeom>
            <a:solidFill>
              <a:srgbClr val="000000"/>
            </a:solidFill>
          </p:spPr>
          <p:txBody>
            <a:bodyPr wrap="square" lIns="0" tIns="0" rIns="0" bIns="0" rtlCol="0"/>
            <a:lstStyle/>
            <a:p>
              <a:endParaRPr/>
            </a:p>
          </p:txBody>
        </p:sp>
        <p:sp>
          <p:nvSpPr>
            <p:cNvPr id="26" name="object 26"/>
            <p:cNvSpPr/>
            <p:nvPr/>
          </p:nvSpPr>
          <p:spPr>
            <a:xfrm>
              <a:off x="6617716" y="3584320"/>
              <a:ext cx="433705" cy="399415"/>
            </a:xfrm>
            <a:custGeom>
              <a:avLst/>
              <a:gdLst/>
              <a:ahLst/>
              <a:cxnLst/>
              <a:rect l="l" t="t" r="r" b="b"/>
              <a:pathLst>
                <a:path w="433704" h="399414">
                  <a:moveTo>
                    <a:pt x="0" y="199516"/>
                  </a:moveTo>
                  <a:lnTo>
                    <a:pt x="5716" y="153795"/>
                  </a:lnTo>
                  <a:lnTo>
                    <a:pt x="22000" y="111809"/>
                  </a:lnTo>
                  <a:lnTo>
                    <a:pt x="47556" y="74763"/>
                  </a:lnTo>
                  <a:lnTo>
                    <a:pt x="81084" y="43857"/>
                  </a:lnTo>
                  <a:lnTo>
                    <a:pt x="121288" y="20293"/>
                  </a:lnTo>
                  <a:lnTo>
                    <a:pt x="166871" y="5273"/>
                  </a:lnTo>
                  <a:lnTo>
                    <a:pt x="216534" y="0"/>
                  </a:lnTo>
                  <a:lnTo>
                    <a:pt x="266205" y="5273"/>
                  </a:lnTo>
                  <a:lnTo>
                    <a:pt x="311806" y="20293"/>
                  </a:lnTo>
                  <a:lnTo>
                    <a:pt x="352035" y="43857"/>
                  </a:lnTo>
                  <a:lnTo>
                    <a:pt x="385590" y="74763"/>
                  </a:lnTo>
                  <a:lnTo>
                    <a:pt x="411170" y="111809"/>
                  </a:lnTo>
                  <a:lnTo>
                    <a:pt x="427473" y="153795"/>
                  </a:lnTo>
                  <a:lnTo>
                    <a:pt x="433197" y="199516"/>
                  </a:lnTo>
                  <a:lnTo>
                    <a:pt x="427473" y="245278"/>
                  </a:lnTo>
                  <a:lnTo>
                    <a:pt x="411170" y="287279"/>
                  </a:lnTo>
                  <a:lnTo>
                    <a:pt x="385590" y="324323"/>
                  </a:lnTo>
                  <a:lnTo>
                    <a:pt x="352035" y="355216"/>
                  </a:lnTo>
                  <a:lnTo>
                    <a:pt x="311806" y="378762"/>
                  </a:lnTo>
                  <a:lnTo>
                    <a:pt x="266205" y="393767"/>
                  </a:lnTo>
                  <a:lnTo>
                    <a:pt x="216534" y="399033"/>
                  </a:lnTo>
                  <a:lnTo>
                    <a:pt x="166871" y="393767"/>
                  </a:lnTo>
                  <a:lnTo>
                    <a:pt x="121288" y="378762"/>
                  </a:lnTo>
                  <a:lnTo>
                    <a:pt x="81084" y="355216"/>
                  </a:lnTo>
                  <a:lnTo>
                    <a:pt x="47556" y="324323"/>
                  </a:lnTo>
                  <a:lnTo>
                    <a:pt x="22000" y="287279"/>
                  </a:lnTo>
                  <a:lnTo>
                    <a:pt x="5716" y="245278"/>
                  </a:lnTo>
                  <a:lnTo>
                    <a:pt x="0" y="199516"/>
                  </a:lnTo>
                  <a:close/>
                </a:path>
              </a:pathLst>
            </a:custGeom>
            <a:ln w="25400">
              <a:solidFill>
                <a:srgbClr val="000000"/>
              </a:solidFill>
            </a:ln>
          </p:spPr>
          <p:txBody>
            <a:bodyPr wrap="square" lIns="0" tIns="0" rIns="0" bIns="0" rtlCol="0"/>
            <a:lstStyle/>
            <a:p>
              <a:endParaRPr/>
            </a:p>
          </p:txBody>
        </p:sp>
        <p:pic>
          <p:nvPicPr>
            <p:cNvPr id="27" name="object 27"/>
            <p:cNvPicPr/>
            <p:nvPr/>
          </p:nvPicPr>
          <p:blipFill>
            <a:blip r:embed="rId10" cstate="print"/>
            <a:stretch>
              <a:fillRect/>
            </a:stretch>
          </p:blipFill>
          <p:spPr>
            <a:xfrm>
              <a:off x="6720840" y="3668903"/>
              <a:ext cx="457200" cy="246887"/>
            </a:xfrm>
            <a:prstGeom prst="rect">
              <a:avLst/>
            </a:prstGeom>
          </p:spPr>
        </p:pic>
        <p:sp>
          <p:nvSpPr>
            <p:cNvPr id="28" name="object 28"/>
            <p:cNvSpPr/>
            <p:nvPr/>
          </p:nvSpPr>
          <p:spPr>
            <a:xfrm>
              <a:off x="3191891" y="3584320"/>
              <a:ext cx="433705" cy="399415"/>
            </a:xfrm>
            <a:custGeom>
              <a:avLst/>
              <a:gdLst/>
              <a:ahLst/>
              <a:cxnLst/>
              <a:rect l="l" t="t" r="r" b="b"/>
              <a:pathLst>
                <a:path w="433704" h="399414">
                  <a:moveTo>
                    <a:pt x="216534" y="0"/>
                  </a:moveTo>
                  <a:lnTo>
                    <a:pt x="166871" y="5273"/>
                  </a:lnTo>
                  <a:lnTo>
                    <a:pt x="121288" y="20293"/>
                  </a:lnTo>
                  <a:lnTo>
                    <a:pt x="81084" y="43857"/>
                  </a:lnTo>
                  <a:lnTo>
                    <a:pt x="47556" y="74763"/>
                  </a:lnTo>
                  <a:lnTo>
                    <a:pt x="22000" y="111809"/>
                  </a:lnTo>
                  <a:lnTo>
                    <a:pt x="5716" y="153795"/>
                  </a:lnTo>
                  <a:lnTo>
                    <a:pt x="0" y="199516"/>
                  </a:lnTo>
                  <a:lnTo>
                    <a:pt x="5716" y="245278"/>
                  </a:lnTo>
                  <a:lnTo>
                    <a:pt x="22000" y="287279"/>
                  </a:lnTo>
                  <a:lnTo>
                    <a:pt x="47556" y="324323"/>
                  </a:lnTo>
                  <a:lnTo>
                    <a:pt x="81084" y="355216"/>
                  </a:lnTo>
                  <a:lnTo>
                    <a:pt x="121288" y="378762"/>
                  </a:lnTo>
                  <a:lnTo>
                    <a:pt x="166871" y="393767"/>
                  </a:lnTo>
                  <a:lnTo>
                    <a:pt x="216534" y="399033"/>
                  </a:lnTo>
                  <a:lnTo>
                    <a:pt x="266205" y="393767"/>
                  </a:lnTo>
                  <a:lnTo>
                    <a:pt x="311806" y="378762"/>
                  </a:lnTo>
                  <a:lnTo>
                    <a:pt x="352035" y="355216"/>
                  </a:lnTo>
                  <a:lnTo>
                    <a:pt x="385590" y="324323"/>
                  </a:lnTo>
                  <a:lnTo>
                    <a:pt x="411170" y="287279"/>
                  </a:lnTo>
                  <a:lnTo>
                    <a:pt x="427473" y="245278"/>
                  </a:lnTo>
                  <a:lnTo>
                    <a:pt x="433196" y="199516"/>
                  </a:lnTo>
                  <a:lnTo>
                    <a:pt x="427473" y="153795"/>
                  </a:lnTo>
                  <a:lnTo>
                    <a:pt x="411170" y="111809"/>
                  </a:lnTo>
                  <a:lnTo>
                    <a:pt x="385590" y="74763"/>
                  </a:lnTo>
                  <a:lnTo>
                    <a:pt x="352035" y="43857"/>
                  </a:lnTo>
                  <a:lnTo>
                    <a:pt x="311806" y="20293"/>
                  </a:lnTo>
                  <a:lnTo>
                    <a:pt x="266205" y="5273"/>
                  </a:lnTo>
                  <a:lnTo>
                    <a:pt x="216534" y="0"/>
                  </a:lnTo>
                  <a:close/>
                </a:path>
              </a:pathLst>
            </a:custGeom>
            <a:solidFill>
              <a:srgbClr val="000000"/>
            </a:solidFill>
          </p:spPr>
          <p:txBody>
            <a:bodyPr wrap="square" lIns="0" tIns="0" rIns="0" bIns="0" rtlCol="0"/>
            <a:lstStyle/>
            <a:p>
              <a:endParaRPr/>
            </a:p>
          </p:txBody>
        </p:sp>
        <p:sp>
          <p:nvSpPr>
            <p:cNvPr id="29" name="object 29"/>
            <p:cNvSpPr/>
            <p:nvPr/>
          </p:nvSpPr>
          <p:spPr>
            <a:xfrm>
              <a:off x="3191891" y="3584320"/>
              <a:ext cx="433705" cy="399415"/>
            </a:xfrm>
            <a:custGeom>
              <a:avLst/>
              <a:gdLst/>
              <a:ahLst/>
              <a:cxnLst/>
              <a:rect l="l" t="t" r="r" b="b"/>
              <a:pathLst>
                <a:path w="433704" h="399414">
                  <a:moveTo>
                    <a:pt x="0" y="199516"/>
                  </a:moveTo>
                  <a:lnTo>
                    <a:pt x="5716" y="153795"/>
                  </a:lnTo>
                  <a:lnTo>
                    <a:pt x="22000" y="111809"/>
                  </a:lnTo>
                  <a:lnTo>
                    <a:pt x="47556" y="74763"/>
                  </a:lnTo>
                  <a:lnTo>
                    <a:pt x="81084" y="43857"/>
                  </a:lnTo>
                  <a:lnTo>
                    <a:pt x="121288" y="20293"/>
                  </a:lnTo>
                  <a:lnTo>
                    <a:pt x="166871" y="5273"/>
                  </a:lnTo>
                  <a:lnTo>
                    <a:pt x="216534" y="0"/>
                  </a:lnTo>
                  <a:lnTo>
                    <a:pt x="266205" y="5273"/>
                  </a:lnTo>
                  <a:lnTo>
                    <a:pt x="311806" y="20293"/>
                  </a:lnTo>
                  <a:lnTo>
                    <a:pt x="352035" y="43857"/>
                  </a:lnTo>
                  <a:lnTo>
                    <a:pt x="385590" y="74763"/>
                  </a:lnTo>
                  <a:lnTo>
                    <a:pt x="411170" y="111809"/>
                  </a:lnTo>
                  <a:lnTo>
                    <a:pt x="427473" y="153795"/>
                  </a:lnTo>
                  <a:lnTo>
                    <a:pt x="433196" y="199516"/>
                  </a:lnTo>
                  <a:lnTo>
                    <a:pt x="427473" y="245278"/>
                  </a:lnTo>
                  <a:lnTo>
                    <a:pt x="411170" y="287279"/>
                  </a:lnTo>
                  <a:lnTo>
                    <a:pt x="385590" y="324323"/>
                  </a:lnTo>
                  <a:lnTo>
                    <a:pt x="352035" y="355216"/>
                  </a:lnTo>
                  <a:lnTo>
                    <a:pt x="311806" y="378762"/>
                  </a:lnTo>
                  <a:lnTo>
                    <a:pt x="266205" y="393767"/>
                  </a:lnTo>
                  <a:lnTo>
                    <a:pt x="216534" y="399033"/>
                  </a:lnTo>
                  <a:lnTo>
                    <a:pt x="166871" y="393767"/>
                  </a:lnTo>
                  <a:lnTo>
                    <a:pt x="121288" y="378762"/>
                  </a:lnTo>
                  <a:lnTo>
                    <a:pt x="81084" y="355216"/>
                  </a:lnTo>
                  <a:lnTo>
                    <a:pt x="47556" y="324323"/>
                  </a:lnTo>
                  <a:lnTo>
                    <a:pt x="22000" y="287279"/>
                  </a:lnTo>
                  <a:lnTo>
                    <a:pt x="5716" y="245278"/>
                  </a:lnTo>
                  <a:lnTo>
                    <a:pt x="0" y="199516"/>
                  </a:lnTo>
                  <a:close/>
                </a:path>
              </a:pathLst>
            </a:custGeom>
            <a:ln w="25399">
              <a:solidFill>
                <a:srgbClr val="000000"/>
              </a:solidFill>
            </a:ln>
          </p:spPr>
          <p:txBody>
            <a:bodyPr wrap="square" lIns="0" tIns="0" rIns="0" bIns="0" rtlCol="0"/>
            <a:lstStyle/>
            <a:p>
              <a:endParaRPr/>
            </a:p>
          </p:txBody>
        </p:sp>
        <p:pic>
          <p:nvPicPr>
            <p:cNvPr id="30" name="object 30"/>
            <p:cNvPicPr/>
            <p:nvPr/>
          </p:nvPicPr>
          <p:blipFill>
            <a:blip r:embed="rId11" cstate="print"/>
            <a:stretch>
              <a:fillRect/>
            </a:stretch>
          </p:blipFill>
          <p:spPr>
            <a:xfrm>
              <a:off x="3294634" y="3668903"/>
              <a:ext cx="457200" cy="246887"/>
            </a:xfrm>
            <a:prstGeom prst="rect">
              <a:avLst/>
            </a:prstGeom>
          </p:spPr>
        </p:pic>
        <p:sp>
          <p:nvSpPr>
            <p:cNvPr id="31" name="object 31"/>
            <p:cNvSpPr/>
            <p:nvPr/>
          </p:nvSpPr>
          <p:spPr>
            <a:xfrm>
              <a:off x="6617716" y="1345311"/>
              <a:ext cx="433705" cy="399415"/>
            </a:xfrm>
            <a:custGeom>
              <a:avLst/>
              <a:gdLst/>
              <a:ahLst/>
              <a:cxnLst/>
              <a:rect l="l" t="t" r="r" b="b"/>
              <a:pathLst>
                <a:path w="433704" h="399414">
                  <a:moveTo>
                    <a:pt x="216534" y="0"/>
                  </a:moveTo>
                  <a:lnTo>
                    <a:pt x="166871" y="5273"/>
                  </a:lnTo>
                  <a:lnTo>
                    <a:pt x="121288" y="20293"/>
                  </a:lnTo>
                  <a:lnTo>
                    <a:pt x="81084" y="43857"/>
                  </a:lnTo>
                  <a:lnTo>
                    <a:pt x="47556" y="74763"/>
                  </a:lnTo>
                  <a:lnTo>
                    <a:pt x="22000" y="111809"/>
                  </a:lnTo>
                  <a:lnTo>
                    <a:pt x="5716" y="153795"/>
                  </a:lnTo>
                  <a:lnTo>
                    <a:pt x="0" y="199516"/>
                  </a:lnTo>
                  <a:lnTo>
                    <a:pt x="5716" y="245278"/>
                  </a:lnTo>
                  <a:lnTo>
                    <a:pt x="22000" y="287279"/>
                  </a:lnTo>
                  <a:lnTo>
                    <a:pt x="47556" y="324323"/>
                  </a:lnTo>
                  <a:lnTo>
                    <a:pt x="81084" y="355216"/>
                  </a:lnTo>
                  <a:lnTo>
                    <a:pt x="121288" y="378762"/>
                  </a:lnTo>
                  <a:lnTo>
                    <a:pt x="166871" y="393767"/>
                  </a:lnTo>
                  <a:lnTo>
                    <a:pt x="216534" y="399034"/>
                  </a:lnTo>
                  <a:lnTo>
                    <a:pt x="266205" y="393767"/>
                  </a:lnTo>
                  <a:lnTo>
                    <a:pt x="311806" y="378762"/>
                  </a:lnTo>
                  <a:lnTo>
                    <a:pt x="352035" y="355216"/>
                  </a:lnTo>
                  <a:lnTo>
                    <a:pt x="385590" y="324323"/>
                  </a:lnTo>
                  <a:lnTo>
                    <a:pt x="411170" y="287279"/>
                  </a:lnTo>
                  <a:lnTo>
                    <a:pt x="427473" y="245278"/>
                  </a:lnTo>
                  <a:lnTo>
                    <a:pt x="433197" y="199516"/>
                  </a:lnTo>
                  <a:lnTo>
                    <a:pt x="427473" y="153795"/>
                  </a:lnTo>
                  <a:lnTo>
                    <a:pt x="411170" y="111809"/>
                  </a:lnTo>
                  <a:lnTo>
                    <a:pt x="385590" y="74763"/>
                  </a:lnTo>
                  <a:lnTo>
                    <a:pt x="352035" y="43857"/>
                  </a:lnTo>
                  <a:lnTo>
                    <a:pt x="311806" y="20293"/>
                  </a:lnTo>
                  <a:lnTo>
                    <a:pt x="266205" y="5273"/>
                  </a:lnTo>
                  <a:lnTo>
                    <a:pt x="216534" y="0"/>
                  </a:lnTo>
                  <a:close/>
                </a:path>
              </a:pathLst>
            </a:custGeom>
            <a:solidFill>
              <a:srgbClr val="000000"/>
            </a:solidFill>
          </p:spPr>
          <p:txBody>
            <a:bodyPr wrap="square" lIns="0" tIns="0" rIns="0" bIns="0" rtlCol="0"/>
            <a:lstStyle/>
            <a:p>
              <a:endParaRPr/>
            </a:p>
          </p:txBody>
        </p:sp>
        <p:sp>
          <p:nvSpPr>
            <p:cNvPr id="32" name="object 32"/>
            <p:cNvSpPr/>
            <p:nvPr/>
          </p:nvSpPr>
          <p:spPr>
            <a:xfrm>
              <a:off x="6617716" y="1345311"/>
              <a:ext cx="433705" cy="399415"/>
            </a:xfrm>
            <a:custGeom>
              <a:avLst/>
              <a:gdLst/>
              <a:ahLst/>
              <a:cxnLst/>
              <a:rect l="l" t="t" r="r" b="b"/>
              <a:pathLst>
                <a:path w="433704" h="399414">
                  <a:moveTo>
                    <a:pt x="0" y="199516"/>
                  </a:moveTo>
                  <a:lnTo>
                    <a:pt x="5716" y="153795"/>
                  </a:lnTo>
                  <a:lnTo>
                    <a:pt x="22000" y="111809"/>
                  </a:lnTo>
                  <a:lnTo>
                    <a:pt x="47556" y="74763"/>
                  </a:lnTo>
                  <a:lnTo>
                    <a:pt x="81084" y="43857"/>
                  </a:lnTo>
                  <a:lnTo>
                    <a:pt x="121288" y="20293"/>
                  </a:lnTo>
                  <a:lnTo>
                    <a:pt x="166871" y="5273"/>
                  </a:lnTo>
                  <a:lnTo>
                    <a:pt x="216534" y="0"/>
                  </a:lnTo>
                  <a:lnTo>
                    <a:pt x="266205" y="5273"/>
                  </a:lnTo>
                  <a:lnTo>
                    <a:pt x="311806" y="20293"/>
                  </a:lnTo>
                  <a:lnTo>
                    <a:pt x="352035" y="43857"/>
                  </a:lnTo>
                  <a:lnTo>
                    <a:pt x="385590" y="74763"/>
                  </a:lnTo>
                  <a:lnTo>
                    <a:pt x="411170" y="111809"/>
                  </a:lnTo>
                  <a:lnTo>
                    <a:pt x="427473" y="153795"/>
                  </a:lnTo>
                  <a:lnTo>
                    <a:pt x="433197" y="199516"/>
                  </a:lnTo>
                  <a:lnTo>
                    <a:pt x="427473" y="245278"/>
                  </a:lnTo>
                  <a:lnTo>
                    <a:pt x="411170" y="287279"/>
                  </a:lnTo>
                  <a:lnTo>
                    <a:pt x="385590" y="324323"/>
                  </a:lnTo>
                  <a:lnTo>
                    <a:pt x="352035" y="355216"/>
                  </a:lnTo>
                  <a:lnTo>
                    <a:pt x="311806" y="378762"/>
                  </a:lnTo>
                  <a:lnTo>
                    <a:pt x="266205" y="393767"/>
                  </a:lnTo>
                  <a:lnTo>
                    <a:pt x="216534" y="399034"/>
                  </a:lnTo>
                  <a:lnTo>
                    <a:pt x="166871" y="393767"/>
                  </a:lnTo>
                  <a:lnTo>
                    <a:pt x="121288" y="378762"/>
                  </a:lnTo>
                  <a:lnTo>
                    <a:pt x="81084" y="355216"/>
                  </a:lnTo>
                  <a:lnTo>
                    <a:pt x="47556" y="324323"/>
                  </a:lnTo>
                  <a:lnTo>
                    <a:pt x="22000" y="287279"/>
                  </a:lnTo>
                  <a:lnTo>
                    <a:pt x="5716" y="245278"/>
                  </a:lnTo>
                  <a:lnTo>
                    <a:pt x="0" y="199516"/>
                  </a:lnTo>
                  <a:close/>
                </a:path>
              </a:pathLst>
            </a:custGeom>
            <a:ln w="25400">
              <a:solidFill>
                <a:srgbClr val="000000"/>
              </a:solidFill>
            </a:ln>
          </p:spPr>
          <p:txBody>
            <a:bodyPr wrap="square" lIns="0" tIns="0" rIns="0" bIns="0" rtlCol="0"/>
            <a:lstStyle/>
            <a:p>
              <a:endParaRPr/>
            </a:p>
          </p:txBody>
        </p:sp>
        <p:pic>
          <p:nvPicPr>
            <p:cNvPr id="33" name="object 33"/>
            <p:cNvPicPr/>
            <p:nvPr/>
          </p:nvPicPr>
          <p:blipFill>
            <a:blip r:embed="rId12" cstate="print"/>
            <a:stretch>
              <a:fillRect/>
            </a:stretch>
          </p:blipFill>
          <p:spPr>
            <a:xfrm>
              <a:off x="6720840" y="1429511"/>
              <a:ext cx="457200" cy="246887"/>
            </a:xfrm>
            <a:prstGeom prst="rect">
              <a:avLst/>
            </a:prstGeom>
          </p:spPr>
        </p:pic>
        <p:sp>
          <p:nvSpPr>
            <p:cNvPr id="34" name="object 34"/>
            <p:cNvSpPr/>
            <p:nvPr/>
          </p:nvSpPr>
          <p:spPr>
            <a:xfrm>
              <a:off x="9772015" y="1200911"/>
              <a:ext cx="2226310" cy="4623435"/>
            </a:xfrm>
            <a:custGeom>
              <a:avLst/>
              <a:gdLst/>
              <a:ahLst/>
              <a:cxnLst/>
              <a:rect l="l" t="t" r="r" b="b"/>
              <a:pathLst>
                <a:path w="2226309" h="4623435">
                  <a:moveTo>
                    <a:pt x="1854961" y="0"/>
                  </a:moveTo>
                  <a:lnTo>
                    <a:pt x="371093" y="0"/>
                  </a:lnTo>
                  <a:lnTo>
                    <a:pt x="324539" y="2890"/>
                  </a:lnTo>
                  <a:lnTo>
                    <a:pt x="279711" y="11331"/>
                  </a:lnTo>
                  <a:lnTo>
                    <a:pt x="236958" y="24973"/>
                  </a:lnTo>
                  <a:lnTo>
                    <a:pt x="196628" y="43470"/>
                  </a:lnTo>
                  <a:lnTo>
                    <a:pt x="159067" y="66472"/>
                  </a:lnTo>
                  <a:lnTo>
                    <a:pt x="124624" y="93633"/>
                  </a:lnTo>
                  <a:lnTo>
                    <a:pt x="93645" y="124604"/>
                  </a:lnTo>
                  <a:lnTo>
                    <a:pt x="66479" y="159037"/>
                  </a:lnTo>
                  <a:lnTo>
                    <a:pt x="43473" y="196586"/>
                  </a:lnTo>
                  <a:lnTo>
                    <a:pt x="24975" y="236900"/>
                  </a:lnTo>
                  <a:lnTo>
                    <a:pt x="11331" y="279634"/>
                  </a:lnTo>
                  <a:lnTo>
                    <a:pt x="2890" y="324439"/>
                  </a:lnTo>
                  <a:lnTo>
                    <a:pt x="0" y="370966"/>
                  </a:lnTo>
                  <a:lnTo>
                    <a:pt x="0" y="4251833"/>
                  </a:lnTo>
                  <a:lnTo>
                    <a:pt x="2890" y="4298368"/>
                  </a:lnTo>
                  <a:lnTo>
                    <a:pt x="11331" y="4343179"/>
                  </a:lnTo>
                  <a:lnTo>
                    <a:pt x="24975" y="4385918"/>
                  </a:lnTo>
                  <a:lnTo>
                    <a:pt x="43473" y="4426236"/>
                  </a:lnTo>
                  <a:lnTo>
                    <a:pt x="66479" y="4463787"/>
                  </a:lnTo>
                  <a:lnTo>
                    <a:pt x="93645" y="4498222"/>
                  </a:lnTo>
                  <a:lnTo>
                    <a:pt x="124624" y="4529193"/>
                  </a:lnTo>
                  <a:lnTo>
                    <a:pt x="159067" y="4556354"/>
                  </a:lnTo>
                  <a:lnTo>
                    <a:pt x="196628" y="4579356"/>
                  </a:lnTo>
                  <a:lnTo>
                    <a:pt x="236958" y="4597852"/>
                  </a:lnTo>
                  <a:lnTo>
                    <a:pt x="279711" y="4611494"/>
                  </a:lnTo>
                  <a:lnTo>
                    <a:pt x="324539" y="4619934"/>
                  </a:lnTo>
                  <a:lnTo>
                    <a:pt x="371093" y="4622825"/>
                  </a:lnTo>
                  <a:lnTo>
                    <a:pt x="1854961" y="4622825"/>
                  </a:lnTo>
                  <a:lnTo>
                    <a:pt x="1901516" y="4619934"/>
                  </a:lnTo>
                  <a:lnTo>
                    <a:pt x="1946344" y="4611494"/>
                  </a:lnTo>
                  <a:lnTo>
                    <a:pt x="1989097" y="4597852"/>
                  </a:lnTo>
                  <a:lnTo>
                    <a:pt x="2029427" y="4579356"/>
                  </a:lnTo>
                  <a:lnTo>
                    <a:pt x="2066988" y="4556354"/>
                  </a:lnTo>
                  <a:lnTo>
                    <a:pt x="2101431" y="4529193"/>
                  </a:lnTo>
                  <a:lnTo>
                    <a:pt x="2132410" y="4498222"/>
                  </a:lnTo>
                  <a:lnTo>
                    <a:pt x="2159576" y="4463787"/>
                  </a:lnTo>
                  <a:lnTo>
                    <a:pt x="2182582" y="4426236"/>
                  </a:lnTo>
                  <a:lnTo>
                    <a:pt x="2201080" y="4385918"/>
                  </a:lnTo>
                  <a:lnTo>
                    <a:pt x="2214724" y="4343179"/>
                  </a:lnTo>
                  <a:lnTo>
                    <a:pt x="2223165" y="4298368"/>
                  </a:lnTo>
                  <a:lnTo>
                    <a:pt x="2226055" y="4251833"/>
                  </a:lnTo>
                  <a:lnTo>
                    <a:pt x="2226055" y="370966"/>
                  </a:lnTo>
                  <a:lnTo>
                    <a:pt x="2223165" y="324439"/>
                  </a:lnTo>
                  <a:lnTo>
                    <a:pt x="2214724" y="279634"/>
                  </a:lnTo>
                  <a:lnTo>
                    <a:pt x="2201080" y="236900"/>
                  </a:lnTo>
                  <a:lnTo>
                    <a:pt x="2182582" y="196586"/>
                  </a:lnTo>
                  <a:lnTo>
                    <a:pt x="2159576" y="159037"/>
                  </a:lnTo>
                  <a:lnTo>
                    <a:pt x="2132410" y="124604"/>
                  </a:lnTo>
                  <a:lnTo>
                    <a:pt x="2101431" y="93633"/>
                  </a:lnTo>
                  <a:lnTo>
                    <a:pt x="2066988" y="66472"/>
                  </a:lnTo>
                  <a:lnTo>
                    <a:pt x="2029427" y="43470"/>
                  </a:lnTo>
                  <a:lnTo>
                    <a:pt x="1989097" y="24973"/>
                  </a:lnTo>
                  <a:lnTo>
                    <a:pt x="1946344" y="11331"/>
                  </a:lnTo>
                  <a:lnTo>
                    <a:pt x="1901516" y="2890"/>
                  </a:lnTo>
                  <a:lnTo>
                    <a:pt x="1854961" y="0"/>
                  </a:lnTo>
                  <a:close/>
                </a:path>
              </a:pathLst>
            </a:custGeom>
            <a:solidFill>
              <a:srgbClr val="FFFFFF"/>
            </a:solidFill>
          </p:spPr>
          <p:txBody>
            <a:bodyPr wrap="square" lIns="0" tIns="0" rIns="0" bIns="0" rtlCol="0"/>
            <a:lstStyle/>
            <a:p>
              <a:endParaRPr/>
            </a:p>
          </p:txBody>
        </p:sp>
        <p:sp>
          <p:nvSpPr>
            <p:cNvPr id="35" name="object 35"/>
            <p:cNvSpPr/>
            <p:nvPr/>
          </p:nvSpPr>
          <p:spPr>
            <a:xfrm>
              <a:off x="9772015" y="1200911"/>
              <a:ext cx="2226310" cy="4623435"/>
            </a:xfrm>
            <a:custGeom>
              <a:avLst/>
              <a:gdLst/>
              <a:ahLst/>
              <a:cxnLst/>
              <a:rect l="l" t="t" r="r" b="b"/>
              <a:pathLst>
                <a:path w="2226309" h="4623435">
                  <a:moveTo>
                    <a:pt x="0" y="370966"/>
                  </a:moveTo>
                  <a:lnTo>
                    <a:pt x="2890" y="324439"/>
                  </a:lnTo>
                  <a:lnTo>
                    <a:pt x="11331" y="279634"/>
                  </a:lnTo>
                  <a:lnTo>
                    <a:pt x="24975" y="236900"/>
                  </a:lnTo>
                  <a:lnTo>
                    <a:pt x="43473" y="196586"/>
                  </a:lnTo>
                  <a:lnTo>
                    <a:pt x="66479" y="159037"/>
                  </a:lnTo>
                  <a:lnTo>
                    <a:pt x="93645" y="124604"/>
                  </a:lnTo>
                  <a:lnTo>
                    <a:pt x="124624" y="93633"/>
                  </a:lnTo>
                  <a:lnTo>
                    <a:pt x="159067" y="66472"/>
                  </a:lnTo>
                  <a:lnTo>
                    <a:pt x="196628" y="43470"/>
                  </a:lnTo>
                  <a:lnTo>
                    <a:pt x="236958" y="24973"/>
                  </a:lnTo>
                  <a:lnTo>
                    <a:pt x="279711" y="11331"/>
                  </a:lnTo>
                  <a:lnTo>
                    <a:pt x="324539" y="2890"/>
                  </a:lnTo>
                  <a:lnTo>
                    <a:pt x="371093" y="0"/>
                  </a:lnTo>
                  <a:lnTo>
                    <a:pt x="1854961" y="0"/>
                  </a:lnTo>
                  <a:lnTo>
                    <a:pt x="1901516" y="2890"/>
                  </a:lnTo>
                  <a:lnTo>
                    <a:pt x="1946344" y="11331"/>
                  </a:lnTo>
                  <a:lnTo>
                    <a:pt x="1989097" y="24973"/>
                  </a:lnTo>
                  <a:lnTo>
                    <a:pt x="2029427" y="43470"/>
                  </a:lnTo>
                  <a:lnTo>
                    <a:pt x="2066988" y="66472"/>
                  </a:lnTo>
                  <a:lnTo>
                    <a:pt x="2101431" y="93633"/>
                  </a:lnTo>
                  <a:lnTo>
                    <a:pt x="2132410" y="124604"/>
                  </a:lnTo>
                  <a:lnTo>
                    <a:pt x="2159576" y="159037"/>
                  </a:lnTo>
                  <a:lnTo>
                    <a:pt x="2182582" y="196586"/>
                  </a:lnTo>
                  <a:lnTo>
                    <a:pt x="2201080" y="236900"/>
                  </a:lnTo>
                  <a:lnTo>
                    <a:pt x="2214724" y="279634"/>
                  </a:lnTo>
                  <a:lnTo>
                    <a:pt x="2223165" y="324439"/>
                  </a:lnTo>
                  <a:lnTo>
                    <a:pt x="2226055" y="370966"/>
                  </a:lnTo>
                  <a:lnTo>
                    <a:pt x="2226055" y="4251833"/>
                  </a:lnTo>
                  <a:lnTo>
                    <a:pt x="2223165" y="4298368"/>
                  </a:lnTo>
                  <a:lnTo>
                    <a:pt x="2214724" y="4343179"/>
                  </a:lnTo>
                  <a:lnTo>
                    <a:pt x="2201080" y="4385918"/>
                  </a:lnTo>
                  <a:lnTo>
                    <a:pt x="2182582" y="4426236"/>
                  </a:lnTo>
                  <a:lnTo>
                    <a:pt x="2159576" y="4463787"/>
                  </a:lnTo>
                  <a:lnTo>
                    <a:pt x="2132410" y="4498222"/>
                  </a:lnTo>
                  <a:lnTo>
                    <a:pt x="2101431" y="4529193"/>
                  </a:lnTo>
                  <a:lnTo>
                    <a:pt x="2066988" y="4556354"/>
                  </a:lnTo>
                  <a:lnTo>
                    <a:pt x="2029427" y="4579356"/>
                  </a:lnTo>
                  <a:lnTo>
                    <a:pt x="1989097" y="4597852"/>
                  </a:lnTo>
                  <a:lnTo>
                    <a:pt x="1946344" y="4611494"/>
                  </a:lnTo>
                  <a:lnTo>
                    <a:pt x="1901516" y="4619934"/>
                  </a:lnTo>
                  <a:lnTo>
                    <a:pt x="1854961" y="4622825"/>
                  </a:lnTo>
                  <a:lnTo>
                    <a:pt x="371093" y="4622825"/>
                  </a:lnTo>
                  <a:lnTo>
                    <a:pt x="324539" y="4619934"/>
                  </a:lnTo>
                  <a:lnTo>
                    <a:pt x="279711" y="4611494"/>
                  </a:lnTo>
                  <a:lnTo>
                    <a:pt x="236958" y="4597852"/>
                  </a:lnTo>
                  <a:lnTo>
                    <a:pt x="196628" y="4579356"/>
                  </a:lnTo>
                  <a:lnTo>
                    <a:pt x="159067" y="4556354"/>
                  </a:lnTo>
                  <a:lnTo>
                    <a:pt x="124624" y="4529193"/>
                  </a:lnTo>
                  <a:lnTo>
                    <a:pt x="93645" y="4498222"/>
                  </a:lnTo>
                  <a:lnTo>
                    <a:pt x="66479" y="4463787"/>
                  </a:lnTo>
                  <a:lnTo>
                    <a:pt x="43473" y="4426236"/>
                  </a:lnTo>
                  <a:lnTo>
                    <a:pt x="24975" y="4385918"/>
                  </a:lnTo>
                  <a:lnTo>
                    <a:pt x="11331" y="4343179"/>
                  </a:lnTo>
                  <a:lnTo>
                    <a:pt x="2890" y="4298368"/>
                  </a:lnTo>
                  <a:lnTo>
                    <a:pt x="0" y="4251833"/>
                  </a:lnTo>
                  <a:lnTo>
                    <a:pt x="0" y="370966"/>
                  </a:lnTo>
                  <a:close/>
                </a:path>
              </a:pathLst>
            </a:custGeom>
            <a:ln w="25400">
              <a:solidFill>
                <a:srgbClr val="000000"/>
              </a:solidFill>
            </a:ln>
          </p:spPr>
          <p:txBody>
            <a:bodyPr wrap="square" lIns="0" tIns="0" rIns="0" bIns="0" rtlCol="0"/>
            <a:lstStyle/>
            <a:p>
              <a:endParaRPr/>
            </a:p>
          </p:txBody>
        </p:sp>
        <p:pic>
          <p:nvPicPr>
            <p:cNvPr id="36" name="object 36"/>
            <p:cNvPicPr/>
            <p:nvPr/>
          </p:nvPicPr>
          <p:blipFill>
            <a:blip r:embed="rId13" cstate="print"/>
            <a:stretch>
              <a:fillRect/>
            </a:stretch>
          </p:blipFill>
          <p:spPr>
            <a:xfrm>
              <a:off x="9826712" y="636836"/>
              <a:ext cx="2075767" cy="503272"/>
            </a:xfrm>
            <a:prstGeom prst="rect">
              <a:avLst/>
            </a:prstGeom>
          </p:spPr>
        </p:pic>
        <p:pic>
          <p:nvPicPr>
            <p:cNvPr id="37" name="object 37"/>
            <p:cNvPicPr/>
            <p:nvPr/>
          </p:nvPicPr>
          <p:blipFill>
            <a:blip r:embed="rId14" cstate="print"/>
            <a:stretch>
              <a:fillRect/>
            </a:stretch>
          </p:blipFill>
          <p:spPr>
            <a:xfrm>
              <a:off x="9886188" y="643115"/>
              <a:ext cx="1955292" cy="560844"/>
            </a:xfrm>
            <a:prstGeom prst="rect">
              <a:avLst/>
            </a:prstGeom>
          </p:spPr>
        </p:pic>
        <p:pic>
          <p:nvPicPr>
            <p:cNvPr id="38" name="object 38"/>
            <p:cNvPicPr/>
            <p:nvPr/>
          </p:nvPicPr>
          <p:blipFill>
            <a:blip r:embed="rId15" cstate="print"/>
            <a:stretch>
              <a:fillRect/>
            </a:stretch>
          </p:blipFill>
          <p:spPr>
            <a:xfrm>
              <a:off x="9864470" y="655828"/>
              <a:ext cx="2004313" cy="430022"/>
            </a:xfrm>
            <a:prstGeom prst="rect">
              <a:avLst/>
            </a:prstGeom>
          </p:spPr>
        </p:pic>
        <p:sp>
          <p:nvSpPr>
            <p:cNvPr id="39" name="object 39"/>
            <p:cNvSpPr/>
            <p:nvPr/>
          </p:nvSpPr>
          <p:spPr>
            <a:xfrm>
              <a:off x="9864470" y="655828"/>
              <a:ext cx="2004695" cy="430530"/>
            </a:xfrm>
            <a:custGeom>
              <a:avLst/>
              <a:gdLst/>
              <a:ahLst/>
              <a:cxnLst/>
              <a:rect l="l" t="t" r="r" b="b"/>
              <a:pathLst>
                <a:path w="2004695" h="430530">
                  <a:moveTo>
                    <a:pt x="0" y="71627"/>
                  </a:moveTo>
                  <a:lnTo>
                    <a:pt x="5619" y="43719"/>
                  </a:lnTo>
                  <a:lnTo>
                    <a:pt x="20954" y="20954"/>
                  </a:lnTo>
                  <a:lnTo>
                    <a:pt x="43719" y="5619"/>
                  </a:lnTo>
                  <a:lnTo>
                    <a:pt x="71627" y="0"/>
                  </a:lnTo>
                  <a:lnTo>
                    <a:pt x="1932558" y="0"/>
                  </a:lnTo>
                  <a:lnTo>
                    <a:pt x="1960487" y="5619"/>
                  </a:lnTo>
                  <a:lnTo>
                    <a:pt x="1983295" y="20954"/>
                  </a:lnTo>
                  <a:lnTo>
                    <a:pt x="1998674" y="43719"/>
                  </a:lnTo>
                  <a:lnTo>
                    <a:pt x="2004313" y="71627"/>
                  </a:lnTo>
                  <a:lnTo>
                    <a:pt x="2004313" y="358267"/>
                  </a:lnTo>
                  <a:lnTo>
                    <a:pt x="1998674" y="386195"/>
                  </a:lnTo>
                  <a:lnTo>
                    <a:pt x="1983295" y="409003"/>
                  </a:lnTo>
                  <a:lnTo>
                    <a:pt x="1960487" y="424382"/>
                  </a:lnTo>
                  <a:lnTo>
                    <a:pt x="1932558" y="430022"/>
                  </a:lnTo>
                  <a:lnTo>
                    <a:pt x="71627" y="430022"/>
                  </a:lnTo>
                  <a:lnTo>
                    <a:pt x="43719" y="424382"/>
                  </a:lnTo>
                  <a:lnTo>
                    <a:pt x="20954" y="409003"/>
                  </a:lnTo>
                  <a:lnTo>
                    <a:pt x="5619" y="386195"/>
                  </a:lnTo>
                  <a:lnTo>
                    <a:pt x="0" y="358267"/>
                  </a:lnTo>
                  <a:lnTo>
                    <a:pt x="0" y="71627"/>
                  </a:lnTo>
                  <a:close/>
                </a:path>
              </a:pathLst>
            </a:custGeom>
            <a:ln w="9525">
              <a:solidFill>
                <a:srgbClr val="000000"/>
              </a:solidFill>
            </a:ln>
          </p:spPr>
          <p:txBody>
            <a:bodyPr wrap="square" lIns="0" tIns="0" rIns="0" bIns="0" rtlCol="0"/>
            <a:lstStyle/>
            <a:p>
              <a:endParaRPr/>
            </a:p>
          </p:txBody>
        </p:sp>
        <p:pic>
          <p:nvPicPr>
            <p:cNvPr id="40" name="object 40"/>
            <p:cNvPicPr/>
            <p:nvPr/>
          </p:nvPicPr>
          <p:blipFill>
            <a:blip r:embed="rId16" cstate="print"/>
            <a:stretch>
              <a:fillRect/>
            </a:stretch>
          </p:blipFill>
          <p:spPr>
            <a:xfrm>
              <a:off x="10067290" y="755268"/>
              <a:ext cx="1829180" cy="246887"/>
            </a:xfrm>
            <a:prstGeom prst="rect">
              <a:avLst/>
            </a:prstGeom>
          </p:spPr>
        </p:pic>
        <p:pic>
          <p:nvPicPr>
            <p:cNvPr id="41" name="object 41"/>
            <p:cNvPicPr/>
            <p:nvPr/>
          </p:nvPicPr>
          <p:blipFill>
            <a:blip r:embed="rId17" cstate="print"/>
            <a:stretch>
              <a:fillRect/>
            </a:stretch>
          </p:blipFill>
          <p:spPr>
            <a:xfrm>
              <a:off x="3735323" y="1739214"/>
              <a:ext cx="914400" cy="247192"/>
            </a:xfrm>
            <a:prstGeom prst="rect">
              <a:avLst/>
            </a:prstGeom>
          </p:spPr>
        </p:pic>
        <p:sp>
          <p:nvSpPr>
            <p:cNvPr id="42" name="object 42"/>
            <p:cNvSpPr/>
            <p:nvPr/>
          </p:nvSpPr>
          <p:spPr>
            <a:xfrm>
              <a:off x="3734689" y="1958339"/>
              <a:ext cx="1371600" cy="12700"/>
            </a:xfrm>
            <a:custGeom>
              <a:avLst/>
              <a:gdLst/>
              <a:ahLst/>
              <a:cxnLst/>
              <a:rect l="l" t="t" r="r" b="b"/>
              <a:pathLst>
                <a:path w="1371600" h="12700">
                  <a:moveTo>
                    <a:pt x="1371600" y="0"/>
                  </a:moveTo>
                  <a:lnTo>
                    <a:pt x="0" y="0"/>
                  </a:lnTo>
                  <a:lnTo>
                    <a:pt x="0" y="12192"/>
                  </a:lnTo>
                  <a:lnTo>
                    <a:pt x="1371600" y="12192"/>
                  </a:lnTo>
                  <a:lnTo>
                    <a:pt x="1371600" y="0"/>
                  </a:lnTo>
                  <a:close/>
                </a:path>
              </a:pathLst>
            </a:custGeom>
            <a:solidFill>
              <a:srgbClr val="000000"/>
            </a:solidFill>
          </p:spPr>
          <p:txBody>
            <a:bodyPr wrap="square" lIns="0" tIns="0" rIns="0" bIns="0" rtlCol="0"/>
            <a:lstStyle/>
            <a:p>
              <a:endParaRPr/>
            </a:p>
          </p:txBody>
        </p:sp>
        <p:pic>
          <p:nvPicPr>
            <p:cNvPr id="43" name="object 43"/>
            <p:cNvPicPr/>
            <p:nvPr/>
          </p:nvPicPr>
          <p:blipFill>
            <a:blip r:embed="rId18" cstate="print"/>
            <a:stretch>
              <a:fillRect/>
            </a:stretch>
          </p:blipFill>
          <p:spPr>
            <a:xfrm>
              <a:off x="4421123" y="1739214"/>
              <a:ext cx="457200" cy="247192"/>
            </a:xfrm>
            <a:prstGeom prst="rect">
              <a:avLst/>
            </a:prstGeom>
          </p:spPr>
        </p:pic>
        <p:pic>
          <p:nvPicPr>
            <p:cNvPr id="44" name="object 44"/>
            <p:cNvPicPr/>
            <p:nvPr/>
          </p:nvPicPr>
          <p:blipFill>
            <a:blip r:embed="rId19" cstate="print"/>
            <a:stretch>
              <a:fillRect/>
            </a:stretch>
          </p:blipFill>
          <p:spPr>
            <a:xfrm>
              <a:off x="4649723" y="1739214"/>
              <a:ext cx="685800" cy="247192"/>
            </a:xfrm>
            <a:prstGeom prst="rect">
              <a:avLst/>
            </a:prstGeom>
          </p:spPr>
        </p:pic>
        <p:pic>
          <p:nvPicPr>
            <p:cNvPr id="45" name="object 45"/>
            <p:cNvPicPr/>
            <p:nvPr/>
          </p:nvPicPr>
          <p:blipFill>
            <a:blip r:embed="rId20" cstate="print"/>
            <a:stretch>
              <a:fillRect/>
            </a:stretch>
          </p:blipFill>
          <p:spPr>
            <a:xfrm>
              <a:off x="6857110" y="1781556"/>
              <a:ext cx="2286380" cy="246887"/>
            </a:xfrm>
            <a:prstGeom prst="rect">
              <a:avLst/>
            </a:prstGeom>
          </p:spPr>
        </p:pic>
        <p:sp>
          <p:nvSpPr>
            <p:cNvPr id="46" name="object 46"/>
            <p:cNvSpPr/>
            <p:nvPr/>
          </p:nvSpPr>
          <p:spPr>
            <a:xfrm>
              <a:off x="6856348" y="2000504"/>
              <a:ext cx="2057400" cy="12700"/>
            </a:xfrm>
            <a:custGeom>
              <a:avLst/>
              <a:gdLst/>
              <a:ahLst/>
              <a:cxnLst/>
              <a:rect l="l" t="t" r="r" b="b"/>
              <a:pathLst>
                <a:path w="2057400" h="12700">
                  <a:moveTo>
                    <a:pt x="2057400" y="0"/>
                  </a:moveTo>
                  <a:lnTo>
                    <a:pt x="0" y="0"/>
                  </a:lnTo>
                  <a:lnTo>
                    <a:pt x="0" y="12192"/>
                  </a:lnTo>
                  <a:lnTo>
                    <a:pt x="2057400" y="12192"/>
                  </a:lnTo>
                  <a:lnTo>
                    <a:pt x="2057400" y="0"/>
                  </a:lnTo>
                  <a:close/>
                </a:path>
              </a:pathLst>
            </a:custGeom>
            <a:solidFill>
              <a:srgbClr val="000000"/>
            </a:solidFill>
          </p:spPr>
          <p:txBody>
            <a:bodyPr wrap="square" lIns="0" tIns="0" rIns="0" bIns="0" rtlCol="0"/>
            <a:lstStyle/>
            <a:p>
              <a:endParaRPr/>
            </a:p>
          </p:txBody>
        </p:sp>
        <p:pic>
          <p:nvPicPr>
            <p:cNvPr id="47" name="object 47"/>
            <p:cNvPicPr/>
            <p:nvPr/>
          </p:nvPicPr>
          <p:blipFill>
            <a:blip r:embed="rId21" cstate="print"/>
            <a:stretch>
              <a:fillRect/>
            </a:stretch>
          </p:blipFill>
          <p:spPr>
            <a:xfrm>
              <a:off x="3828034" y="3901693"/>
              <a:ext cx="1371600" cy="246887"/>
            </a:xfrm>
            <a:prstGeom prst="rect">
              <a:avLst/>
            </a:prstGeom>
          </p:spPr>
        </p:pic>
        <p:sp>
          <p:nvSpPr>
            <p:cNvPr id="48" name="object 48"/>
            <p:cNvSpPr/>
            <p:nvPr/>
          </p:nvSpPr>
          <p:spPr>
            <a:xfrm>
              <a:off x="3827398" y="4120261"/>
              <a:ext cx="1143000" cy="12700"/>
            </a:xfrm>
            <a:custGeom>
              <a:avLst/>
              <a:gdLst/>
              <a:ahLst/>
              <a:cxnLst/>
              <a:rect l="l" t="t" r="r" b="b"/>
              <a:pathLst>
                <a:path w="1143000" h="12700">
                  <a:moveTo>
                    <a:pt x="1143000" y="0"/>
                  </a:moveTo>
                  <a:lnTo>
                    <a:pt x="0" y="0"/>
                  </a:lnTo>
                  <a:lnTo>
                    <a:pt x="0" y="12191"/>
                  </a:lnTo>
                  <a:lnTo>
                    <a:pt x="1143000" y="12191"/>
                  </a:lnTo>
                  <a:lnTo>
                    <a:pt x="1143000" y="0"/>
                  </a:lnTo>
                  <a:close/>
                </a:path>
              </a:pathLst>
            </a:custGeom>
            <a:solidFill>
              <a:srgbClr val="000000"/>
            </a:solidFill>
          </p:spPr>
          <p:txBody>
            <a:bodyPr wrap="square" lIns="0" tIns="0" rIns="0" bIns="0" rtlCol="0"/>
            <a:lstStyle/>
            <a:p>
              <a:endParaRPr/>
            </a:p>
          </p:txBody>
        </p:sp>
        <p:pic>
          <p:nvPicPr>
            <p:cNvPr id="49" name="object 49"/>
            <p:cNvPicPr/>
            <p:nvPr/>
          </p:nvPicPr>
          <p:blipFill>
            <a:blip r:embed="rId22" cstate="print"/>
            <a:stretch>
              <a:fillRect/>
            </a:stretch>
          </p:blipFill>
          <p:spPr>
            <a:xfrm>
              <a:off x="7143242" y="3901693"/>
              <a:ext cx="1828800" cy="246887"/>
            </a:xfrm>
            <a:prstGeom prst="rect">
              <a:avLst/>
            </a:prstGeom>
          </p:spPr>
        </p:pic>
        <p:sp>
          <p:nvSpPr>
            <p:cNvPr id="50" name="object 50"/>
            <p:cNvSpPr/>
            <p:nvPr/>
          </p:nvSpPr>
          <p:spPr>
            <a:xfrm>
              <a:off x="7142353" y="4120261"/>
              <a:ext cx="1600200" cy="12700"/>
            </a:xfrm>
            <a:custGeom>
              <a:avLst/>
              <a:gdLst/>
              <a:ahLst/>
              <a:cxnLst/>
              <a:rect l="l" t="t" r="r" b="b"/>
              <a:pathLst>
                <a:path w="1600200" h="12700">
                  <a:moveTo>
                    <a:pt x="1600200" y="0"/>
                  </a:moveTo>
                  <a:lnTo>
                    <a:pt x="0" y="0"/>
                  </a:lnTo>
                  <a:lnTo>
                    <a:pt x="0" y="12191"/>
                  </a:lnTo>
                  <a:lnTo>
                    <a:pt x="1600200" y="12191"/>
                  </a:lnTo>
                  <a:lnTo>
                    <a:pt x="1600200" y="0"/>
                  </a:lnTo>
                  <a:close/>
                </a:path>
              </a:pathLst>
            </a:custGeom>
            <a:solidFill>
              <a:srgbClr val="000000"/>
            </a:solidFill>
          </p:spPr>
          <p:txBody>
            <a:bodyPr wrap="square" lIns="0" tIns="0" rIns="0" bIns="0" rtlCol="0"/>
            <a:lstStyle/>
            <a:p>
              <a:endParaRPr/>
            </a:p>
          </p:txBody>
        </p:sp>
        <p:pic>
          <p:nvPicPr>
            <p:cNvPr id="51" name="object 51"/>
            <p:cNvPicPr/>
            <p:nvPr/>
          </p:nvPicPr>
          <p:blipFill>
            <a:blip r:embed="rId23" cstate="print"/>
            <a:stretch>
              <a:fillRect/>
            </a:stretch>
          </p:blipFill>
          <p:spPr>
            <a:xfrm>
              <a:off x="2493264" y="6166104"/>
              <a:ext cx="813815" cy="439216"/>
            </a:xfrm>
            <a:prstGeom prst="rect">
              <a:avLst/>
            </a:prstGeom>
          </p:spPr>
        </p:pic>
        <p:pic>
          <p:nvPicPr>
            <p:cNvPr id="52" name="object 52"/>
            <p:cNvPicPr/>
            <p:nvPr/>
          </p:nvPicPr>
          <p:blipFill>
            <a:blip r:embed="rId24" cstate="print"/>
            <a:stretch>
              <a:fillRect/>
            </a:stretch>
          </p:blipFill>
          <p:spPr>
            <a:xfrm>
              <a:off x="2900172" y="6121907"/>
              <a:ext cx="1829180" cy="494080"/>
            </a:xfrm>
            <a:prstGeom prst="rect">
              <a:avLst/>
            </a:prstGeom>
          </p:spPr>
        </p:pic>
        <p:pic>
          <p:nvPicPr>
            <p:cNvPr id="53" name="object 53"/>
            <p:cNvPicPr/>
            <p:nvPr/>
          </p:nvPicPr>
          <p:blipFill>
            <a:blip r:embed="rId25" cstate="print"/>
            <a:stretch>
              <a:fillRect/>
            </a:stretch>
          </p:blipFill>
          <p:spPr>
            <a:xfrm>
              <a:off x="4272026" y="6166104"/>
              <a:ext cx="1627631" cy="439216"/>
            </a:xfrm>
            <a:prstGeom prst="rect">
              <a:avLst/>
            </a:prstGeom>
          </p:spPr>
        </p:pic>
        <p:pic>
          <p:nvPicPr>
            <p:cNvPr id="54" name="object 54"/>
            <p:cNvPicPr/>
            <p:nvPr/>
          </p:nvPicPr>
          <p:blipFill>
            <a:blip r:embed="rId26" cstate="print"/>
            <a:stretch>
              <a:fillRect/>
            </a:stretch>
          </p:blipFill>
          <p:spPr>
            <a:xfrm>
              <a:off x="5492750" y="6121907"/>
              <a:ext cx="1829180" cy="494080"/>
            </a:xfrm>
            <a:prstGeom prst="rect">
              <a:avLst/>
            </a:prstGeom>
          </p:spPr>
        </p:pic>
        <p:pic>
          <p:nvPicPr>
            <p:cNvPr id="55" name="object 55"/>
            <p:cNvPicPr/>
            <p:nvPr/>
          </p:nvPicPr>
          <p:blipFill>
            <a:blip r:embed="rId27" cstate="print"/>
            <a:stretch>
              <a:fillRect/>
            </a:stretch>
          </p:blipFill>
          <p:spPr>
            <a:xfrm>
              <a:off x="6864731" y="6166104"/>
              <a:ext cx="813816" cy="439216"/>
            </a:xfrm>
            <a:prstGeom prst="rect">
              <a:avLst/>
            </a:prstGeom>
          </p:spPr>
        </p:pic>
        <p:pic>
          <p:nvPicPr>
            <p:cNvPr id="56" name="object 56"/>
            <p:cNvPicPr/>
            <p:nvPr/>
          </p:nvPicPr>
          <p:blipFill>
            <a:blip r:embed="rId28" cstate="print"/>
            <a:stretch>
              <a:fillRect/>
            </a:stretch>
          </p:blipFill>
          <p:spPr>
            <a:xfrm>
              <a:off x="7271639" y="6208775"/>
              <a:ext cx="4920360" cy="384352"/>
            </a:xfrm>
            <a:prstGeom prst="rect">
              <a:avLst/>
            </a:prstGeom>
          </p:spPr>
        </p:pic>
        <p:pic>
          <p:nvPicPr>
            <p:cNvPr id="57" name="object 57"/>
            <p:cNvPicPr/>
            <p:nvPr/>
          </p:nvPicPr>
          <p:blipFill>
            <a:blip r:embed="rId29" cstate="print"/>
            <a:stretch>
              <a:fillRect/>
            </a:stretch>
          </p:blipFill>
          <p:spPr>
            <a:xfrm>
              <a:off x="1959864" y="5521451"/>
              <a:ext cx="1097292" cy="640118"/>
            </a:xfrm>
            <a:prstGeom prst="rect">
              <a:avLst/>
            </a:prstGeom>
          </p:spPr>
        </p:pic>
        <p:pic>
          <p:nvPicPr>
            <p:cNvPr id="58" name="object 58"/>
            <p:cNvPicPr/>
            <p:nvPr/>
          </p:nvPicPr>
          <p:blipFill>
            <a:blip r:embed="rId30" cstate="print"/>
            <a:stretch>
              <a:fillRect/>
            </a:stretch>
          </p:blipFill>
          <p:spPr>
            <a:xfrm>
              <a:off x="1987295" y="5594604"/>
              <a:ext cx="1040879" cy="560844"/>
            </a:xfrm>
            <a:prstGeom prst="rect">
              <a:avLst/>
            </a:prstGeom>
          </p:spPr>
        </p:pic>
        <p:pic>
          <p:nvPicPr>
            <p:cNvPr id="59" name="object 59"/>
            <p:cNvPicPr/>
            <p:nvPr/>
          </p:nvPicPr>
          <p:blipFill>
            <a:blip r:embed="rId31" cstate="print"/>
            <a:stretch>
              <a:fillRect/>
            </a:stretch>
          </p:blipFill>
          <p:spPr>
            <a:xfrm>
              <a:off x="2007361" y="5549011"/>
              <a:ext cx="1006729" cy="549452"/>
            </a:xfrm>
            <a:prstGeom prst="rect">
              <a:avLst/>
            </a:prstGeom>
          </p:spPr>
        </p:pic>
        <p:sp>
          <p:nvSpPr>
            <p:cNvPr id="60" name="object 60"/>
            <p:cNvSpPr/>
            <p:nvPr/>
          </p:nvSpPr>
          <p:spPr>
            <a:xfrm>
              <a:off x="2007361" y="5549011"/>
              <a:ext cx="1007110" cy="549910"/>
            </a:xfrm>
            <a:custGeom>
              <a:avLst/>
              <a:gdLst/>
              <a:ahLst/>
              <a:cxnLst/>
              <a:rect l="l" t="t" r="r" b="b"/>
              <a:pathLst>
                <a:path w="1007110" h="549910">
                  <a:moveTo>
                    <a:pt x="0" y="91579"/>
                  </a:moveTo>
                  <a:lnTo>
                    <a:pt x="7181" y="55935"/>
                  </a:lnTo>
                  <a:lnTo>
                    <a:pt x="26781" y="26825"/>
                  </a:lnTo>
                  <a:lnTo>
                    <a:pt x="55881" y="7197"/>
                  </a:lnTo>
                  <a:lnTo>
                    <a:pt x="91567" y="0"/>
                  </a:lnTo>
                  <a:lnTo>
                    <a:pt x="915162" y="0"/>
                  </a:lnTo>
                  <a:lnTo>
                    <a:pt x="950793" y="7197"/>
                  </a:lnTo>
                  <a:lnTo>
                    <a:pt x="979900" y="26825"/>
                  </a:lnTo>
                  <a:lnTo>
                    <a:pt x="999529" y="55935"/>
                  </a:lnTo>
                  <a:lnTo>
                    <a:pt x="1006729" y="91579"/>
                  </a:lnTo>
                  <a:lnTo>
                    <a:pt x="1006729" y="457873"/>
                  </a:lnTo>
                  <a:lnTo>
                    <a:pt x="999529" y="493517"/>
                  </a:lnTo>
                  <a:lnTo>
                    <a:pt x="979900" y="522627"/>
                  </a:lnTo>
                  <a:lnTo>
                    <a:pt x="950793" y="542255"/>
                  </a:lnTo>
                  <a:lnTo>
                    <a:pt x="915162" y="549452"/>
                  </a:lnTo>
                  <a:lnTo>
                    <a:pt x="91567" y="549452"/>
                  </a:lnTo>
                  <a:lnTo>
                    <a:pt x="55881" y="542255"/>
                  </a:lnTo>
                  <a:lnTo>
                    <a:pt x="26781" y="522627"/>
                  </a:lnTo>
                  <a:lnTo>
                    <a:pt x="7181" y="493517"/>
                  </a:lnTo>
                  <a:lnTo>
                    <a:pt x="0" y="457873"/>
                  </a:lnTo>
                  <a:lnTo>
                    <a:pt x="0" y="91579"/>
                  </a:lnTo>
                  <a:close/>
                </a:path>
              </a:pathLst>
            </a:custGeom>
            <a:ln w="9525">
              <a:solidFill>
                <a:srgbClr val="000000"/>
              </a:solidFill>
            </a:ln>
          </p:spPr>
          <p:txBody>
            <a:bodyPr wrap="square" lIns="0" tIns="0" rIns="0" bIns="0" rtlCol="0"/>
            <a:lstStyle/>
            <a:p>
              <a:endParaRPr/>
            </a:p>
          </p:txBody>
        </p:sp>
        <p:pic>
          <p:nvPicPr>
            <p:cNvPr id="61" name="object 61"/>
            <p:cNvPicPr/>
            <p:nvPr/>
          </p:nvPicPr>
          <p:blipFill>
            <a:blip r:embed="rId32" cstate="print"/>
            <a:stretch>
              <a:fillRect/>
            </a:stretch>
          </p:blipFill>
          <p:spPr>
            <a:xfrm>
              <a:off x="2167127" y="5709208"/>
              <a:ext cx="914400" cy="246887"/>
            </a:xfrm>
            <a:prstGeom prst="rect">
              <a:avLst/>
            </a:prstGeom>
          </p:spPr>
        </p:pic>
        <p:pic>
          <p:nvPicPr>
            <p:cNvPr id="62" name="object 62"/>
            <p:cNvPicPr/>
            <p:nvPr/>
          </p:nvPicPr>
          <p:blipFill>
            <a:blip r:embed="rId33" cstate="print"/>
            <a:stretch>
              <a:fillRect/>
            </a:stretch>
          </p:blipFill>
          <p:spPr>
            <a:xfrm>
              <a:off x="3345053" y="2522994"/>
              <a:ext cx="2252091" cy="881875"/>
            </a:xfrm>
            <a:prstGeom prst="rect">
              <a:avLst/>
            </a:prstGeom>
          </p:spPr>
        </p:pic>
        <p:pic>
          <p:nvPicPr>
            <p:cNvPr id="63" name="object 63"/>
            <p:cNvPicPr/>
            <p:nvPr/>
          </p:nvPicPr>
          <p:blipFill>
            <a:blip r:embed="rId34" cstate="print"/>
            <a:stretch>
              <a:fillRect/>
            </a:stretch>
          </p:blipFill>
          <p:spPr>
            <a:xfrm>
              <a:off x="6764908" y="2565222"/>
              <a:ext cx="2268854" cy="838377"/>
            </a:xfrm>
            <a:prstGeom prst="rect">
              <a:avLst/>
            </a:prstGeom>
          </p:spPr>
        </p:pic>
        <p:pic>
          <p:nvPicPr>
            <p:cNvPr id="64" name="object 64"/>
            <p:cNvPicPr/>
            <p:nvPr/>
          </p:nvPicPr>
          <p:blipFill>
            <a:blip r:embed="rId35" cstate="print"/>
            <a:stretch>
              <a:fillRect/>
            </a:stretch>
          </p:blipFill>
          <p:spPr>
            <a:xfrm>
              <a:off x="3191891" y="4738966"/>
              <a:ext cx="2405380" cy="810044"/>
            </a:xfrm>
            <a:prstGeom prst="rect">
              <a:avLst/>
            </a:prstGeom>
          </p:spPr>
        </p:pic>
        <p:pic>
          <p:nvPicPr>
            <p:cNvPr id="65" name="object 65"/>
            <p:cNvPicPr/>
            <p:nvPr/>
          </p:nvPicPr>
          <p:blipFill>
            <a:blip r:embed="rId36" cstate="print"/>
            <a:stretch>
              <a:fillRect/>
            </a:stretch>
          </p:blipFill>
          <p:spPr>
            <a:xfrm>
              <a:off x="6932294" y="4631093"/>
              <a:ext cx="1982851" cy="881595"/>
            </a:xfrm>
            <a:prstGeom prst="rect">
              <a:avLst/>
            </a:prstGeom>
          </p:spPr>
        </p:pic>
        <p:pic>
          <p:nvPicPr>
            <p:cNvPr id="66" name="object 66"/>
            <p:cNvPicPr/>
            <p:nvPr/>
          </p:nvPicPr>
          <p:blipFill>
            <a:blip r:embed="rId37" cstate="print"/>
            <a:stretch>
              <a:fillRect/>
            </a:stretch>
          </p:blipFill>
          <p:spPr>
            <a:xfrm>
              <a:off x="3209798" y="2055241"/>
              <a:ext cx="2743580" cy="164591"/>
            </a:xfrm>
            <a:prstGeom prst="rect">
              <a:avLst/>
            </a:prstGeom>
          </p:spPr>
        </p:pic>
        <p:pic>
          <p:nvPicPr>
            <p:cNvPr id="67" name="object 67"/>
            <p:cNvPicPr/>
            <p:nvPr/>
          </p:nvPicPr>
          <p:blipFill>
            <a:blip r:embed="rId38" cstate="print"/>
            <a:stretch>
              <a:fillRect/>
            </a:stretch>
          </p:blipFill>
          <p:spPr>
            <a:xfrm>
              <a:off x="3209798" y="2238120"/>
              <a:ext cx="2438780" cy="164591"/>
            </a:xfrm>
            <a:prstGeom prst="rect">
              <a:avLst/>
            </a:prstGeom>
          </p:spPr>
        </p:pic>
        <p:pic>
          <p:nvPicPr>
            <p:cNvPr id="68" name="object 68"/>
            <p:cNvPicPr/>
            <p:nvPr/>
          </p:nvPicPr>
          <p:blipFill>
            <a:blip r:embed="rId39" cstate="print"/>
            <a:stretch>
              <a:fillRect/>
            </a:stretch>
          </p:blipFill>
          <p:spPr>
            <a:xfrm>
              <a:off x="6519036" y="2102485"/>
              <a:ext cx="2438400" cy="164591"/>
            </a:xfrm>
            <a:prstGeom prst="rect">
              <a:avLst/>
            </a:prstGeom>
          </p:spPr>
        </p:pic>
        <p:pic>
          <p:nvPicPr>
            <p:cNvPr id="69" name="object 69"/>
            <p:cNvPicPr/>
            <p:nvPr/>
          </p:nvPicPr>
          <p:blipFill>
            <a:blip r:embed="rId40" cstate="print"/>
            <a:stretch>
              <a:fillRect/>
            </a:stretch>
          </p:blipFill>
          <p:spPr>
            <a:xfrm>
              <a:off x="6519036" y="2285060"/>
              <a:ext cx="2743580" cy="164896"/>
            </a:xfrm>
            <a:prstGeom prst="rect">
              <a:avLst/>
            </a:prstGeom>
          </p:spPr>
        </p:pic>
        <p:pic>
          <p:nvPicPr>
            <p:cNvPr id="70" name="object 70"/>
            <p:cNvPicPr/>
            <p:nvPr/>
          </p:nvPicPr>
          <p:blipFill>
            <a:blip r:embed="rId41" cstate="print"/>
            <a:stretch>
              <a:fillRect/>
            </a:stretch>
          </p:blipFill>
          <p:spPr>
            <a:xfrm>
              <a:off x="3647566" y="4162043"/>
              <a:ext cx="1676781" cy="164592"/>
            </a:xfrm>
            <a:prstGeom prst="rect">
              <a:avLst/>
            </a:prstGeom>
          </p:spPr>
        </p:pic>
        <p:pic>
          <p:nvPicPr>
            <p:cNvPr id="71" name="object 71"/>
            <p:cNvPicPr/>
            <p:nvPr/>
          </p:nvPicPr>
          <p:blipFill>
            <a:blip r:embed="rId42" cstate="print"/>
            <a:stretch>
              <a:fillRect/>
            </a:stretch>
          </p:blipFill>
          <p:spPr>
            <a:xfrm>
              <a:off x="3250057" y="4339462"/>
              <a:ext cx="2133981" cy="164592"/>
            </a:xfrm>
            <a:prstGeom prst="rect">
              <a:avLst/>
            </a:prstGeom>
          </p:spPr>
        </p:pic>
        <p:pic>
          <p:nvPicPr>
            <p:cNvPr id="72" name="object 72"/>
            <p:cNvPicPr/>
            <p:nvPr/>
          </p:nvPicPr>
          <p:blipFill>
            <a:blip r:embed="rId43" cstate="print"/>
            <a:stretch>
              <a:fillRect/>
            </a:stretch>
          </p:blipFill>
          <p:spPr>
            <a:xfrm>
              <a:off x="3250057" y="4522343"/>
              <a:ext cx="2286381" cy="164592"/>
            </a:xfrm>
            <a:prstGeom prst="rect">
              <a:avLst/>
            </a:prstGeom>
          </p:spPr>
        </p:pic>
        <p:pic>
          <p:nvPicPr>
            <p:cNvPr id="73" name="object 73"/>
            <p:cNvPicPr/>
            <p:nvPr/>
          </p:nvPicPr>
          <p:blipFill>
            <a:blip r:embed="rId44" cstate="print"/>
            <a:stretch>
              <a:fillRect/>
            </a:stretch>
          </p:blipFill>
          <p:spPr>
            <a:xfrm>
              <a:off x="7119873" y="4248276"/>
              <a:ext cx="1676780" cy="164592"/>
            </a:xfrm>
            <a:prstGeom prst="rect">
              <a:avLst/>
            </a:prstGeom>
          </p:spPr>
        </p:pic>
        <p:pic>
          <p:nvPicPr>
            <p:cNvPr id="74" name="object 74"/>
            <p:cNvPicPr/>
            <p:nvPr/>
          </p:nvPicPr>
          <p:blipFill>
            <a:blip r:embed="rId45" cstate="print"/>
            <a:stretch>
              <a:fillRect/>
            </a:stretch>
          </p:blipFill>
          <p:spPr>
            <a:xfrm>
              <a:off x="7119873" y="4431156"/>
              <a:ext cx="1981580" cy="164592"/>
            </a:xfrm>
            <a:prstGeom prst="rect">
              <a:avLst/>
            </a:prstGeom>
          </p:spPr>
        </p:pic>
        <p:sp>
          <p:nvSpPr>
            <p:cNvPr id="75" name="object 75"/>
            <p:cNvSpPr/>
            <p:nvPr/>
          </p:nvSpPr>
          <p:spPr>
            <a:xfrm>
              <a:off x="9875901" y="1395856"/>
              <a:ext cx="2004695" cy="1277620"/>
            </a:xfrm>
            <a:custGeom>
              <a:avLst/>
              <a:gdLst/>
              <a:ahLst/>
              <a:cxnLst/>
              <a:rect l="l" t="t" r="r" b="b"/>
              <a:pathLst>
                <a:path w="2004695" h="1277620">
                  <a:moveTo>
                    <a:pt x="1791334" y="0"/>
                  </a:moveTo>
                  <a:lnTo>
                    <a:pt x="212851" y="0"/>
                  </a:lnTo>
                  <a:lnTo>
                    <a:pt x="164032" y="5626"/>
                  </a:lnTo>
                  <a:lnTo>
                    <a:pt x="119224" y="21651"/>
                  </a:lnTo>
                  <a:lnTo>
                    <a:pt x="79704" y="46796"/>
                  </a:lnTo>
                  <a:lnTo>
                    <a:pt x="46746" y="79781"/>
                  </a:lnTo>
                  <a:lnTo>
                    <a:pt x="21626" y="119326"/>
                  </a:lnTo>
                  <a:lnTo>
                    <a:pt x="5619" y="164152"/>
                  </a:lnTo>
                  <a:lnTo>
                    <a:pt x="0" y="212978"/>
                  </a:lnTo>
                  <a:lnTo>
                    <a:pt x="0" y="1064640"/>
                  </a:lnTo>
                  <a:lnTo>
                    <a:pt x="5619" y="1113467"/>
                  </a:lnTo>
                  <a:lnTo>
                    <a:pt x="21626" y="1158293"/>
                  </a:lnTo>
                  <a:lnTo>
                    <a:pt x="46746" y="1197838"/>
                  </a:lnTo>
                  <a:lnTo>
                    <a:pt x="79704" y="1230823"/>
                  </a:lnTo>
                  <a:lnTo>
                    <a:pt x="119224" y="1255968"/>
                  </a:lnTo>
                  <a:lnTo>
                    <a:pt x="164032" y="1271993"/>
                  </a:lnTo>
                  <a:lnTo>
                    <a:pt x="212851" y="1277619"/>
                  </a:lnTo>
                  <a:lnTo>
                    <a:pt x="1791334" y="1277619"/>
                  </a:lnTo>
                  <a:lnTo>
                    <a:pt x="1840161" y="1271993"/>
                  </a:lnTo>
                  <a:lnTo>
                    <a:pt x="1884987" y="1255968"/>
                  </a:lnTo>
                  <a:lnTo>
                    <a:pt x="1924532" y="1230823"/>
                  </a:lnTo>
                  <a:lnTo>
                    <a:pt x="1957517" y="1197838"/>
                  </a:lnTo>
                  <a:lnTo>
                    <a:pt x="1982662" y="1158293"/>
                  </a:lnTo>
                  <a:lnTo>
                    <a:pt x="1998687" y="1113467"/>
                  </a:lnTo>
                  <a:lnTo>
                    <a:pt x="2004314" y="1064640"/>
                  </a:lnTo>
                  <a:lnTo>
                    <a:pt x="2004314" y="212978"/>
                  </a:lnTo>
                  <a:lnTo>
                    <a:pt x="1998687" y="164152"/>
                  </a:lnTo>
                  <a:lnTo>
                    <a:pt x="1982662" y="119326"/>
                  </a:lnTo>
                  <a:lnTo>
                    <a:pt x="1957517" y="79781"/>
                  </a:lnTo>
                  <a:lnTo>
                    <a:pt x="1924532" y="46796"/>
                  </a:lnTo>
                  <a:lnTo>
                    <a:pt x="1884987" y="21651"/>
                  </a:lnTo>
                  <a:lnTo>
                    <a:pt x="1840161" y="5626"/>
                  </a:lnTo>
                  <a:lnTo>
                    <a:pt x="1791334" y="0"/>
                  </a:lnTo>
                  <a:close/>
                </a:path>
              </a:pathLst>
            </a:custGeom>
            <a:solidFill>
              <a:srgbClr val="FFFFFF"/>
            </a:solidFill>
          </p:spPr>
          <p:txBody>
            <a:bodyPr wrap="square" lIns="0" tIns="0" rIns="0" bIns="0" rtlCol="0"/>
            <a:lstStyle/>
            <a:p>
              <a:endParaRPr/>
            </a:p>
          </p:txBody>
        </p:sp>
        <p:sp>
          <p:nvSpPr>
            <p:cNvPr id="76" name="object 76"/>
            <p:cNvSpPr/>
            <p:nvPr/>
          </p:nvSpPr>
          <p:spPr>
            <a:xfrm>
              <a:off x="9875901" y="1395856"/>
              <a:ext cx="2004695" cy="1277620"/>
            </a:xfrm>
            <a:custGeom>
              <a:avLst/>
              <a:gdLst/>
              <a:ahLst/>
              <a:cxnLst/>
              <a:rect l="l" t="t" r="r" b="b"/>
              <a:pathLst>
                <a:path w="2004695" h="1277620">
                  <a:moveTo>
                    <a:pt x="0" y="212978"/>
                  </a:moveTo>
                  <a:lnTo>
                    <a:pt x="5619" y="164152"/>
                  </a:lnTo>
                  <a:lnTo>
                    <a:pt x="21626" y="119326"/>
                  </a:lnTo>
                  <a:lnTo>
                    <a:pt x="46746" y="79781"/>
                  </a:lnTo>
                  <a:lnTo>
                    <a:pt x="79704" y="46796"/>
                  </a:lnTo>
                  <a:lnTo>
                    <a:pt x="119224" y="21651"/>
                  </a:lnTo>
                  <a:lnTo>
                    <a:pt x="164032" y="5626"/>
                  </a:lnTo>
                  <a:lnTo>
                    <a:pt x="212851" y="0"/>
                  </a:lnTo>
                  <a:lnTo>
                    <a:pt x="1791334" y="0"/>
                  </a:lnTo>
                  <a:lnTo>
                    <a:pt x="1840161" y="5626"/>
                  </a:lnTo>
                  <a:lnTo>
                    <a:pt x="1884987" y="21651"/>
                  </a:lnTo>
                  <a:lnTo>
                    <a:pt x="1924532" y="46796"/>
                  </a:lnTo>
                  <a:lnTo>
                    <a:pt x="1957517" y="79781"/>
                  </a:lnTo>
                  <a:lnTo>
                    <a:pt x="1982662" y="119326"/>
                  </a:lnTo>
                  <a:lnTo>
                    <a:pt x="1998687" y="164152"/>
                  </a:lnTo>
                  <a:lnTo>
                    <a:pt x="2004314" y="212978"/>
                  </a:lnTo>
                  <a:lnTo>
                    <a:pt x="2004314" y="1064640"/>
                  </a:lnTo>
                  <a:lnTo>
                    <a:pt x="1998687" y="1113467"/>
                  </a:lnTo>
                  <a:lnTo>
                    <a:pt x="1982662" y="1158293"/>
                  </a:lnTo>
                  <a:lnTo>
                    <a:pt x="1957517" y="1197838"/>
                  </a:lnTo>
                  <a:lnTo>
                    <a:pt x="1924532" y="1230823"/>
                  </a:lnTo>
                  <a:lnTo>
                    <a:pt x="1884987" y="1255968"/>
                  </a:lnTo>
                  <a:lnTo>
                    <a:pt x="1840161" y="1271993"/>
                  </a:lnTo>
                  <a:lnTo>
                    <a:pt x="1791334" y="1277619"/>
                  </a:lnTo>
                  <a:lnTo>
                    <a:pt x="212851" y="1277619"/>
                  </a:lnTo>
                  <a:lnTo>
                    <a:pt x="164032" y="1271993"/>
                  </a:lnTo>
                  <a:lnTo>
                    <a:pt x="119224" y="1255968"/>
                  </a:lnTo>
                  <a:lnTo>
                    <a:pt x="79704" y="1230823"/>
                  </a:lnTo>
                  <a:lnTo>
                    <a:pt x="46746" y="1197838"/>
                  </a:lnTo>
                  <a:lnTo>
                    <a:pt x="21626" y="1158293"/>
                  </a:lnTo>
                  <a:lnTo>
                    <a:pt x="5619" y="1113467"/>
                  </a:lnTo>
                  <a:lnTo>
                    <a:pt x="0" y="1064640"/>
                  </a:lnTo>
                  <a:lnTo>
                    <a:pt x="0" y="212978"/>
                  </a:lnTo>
                  <a:close/>
                </a:path>
              </a:pathLst>
            </a:custGeom>
            <a:ln w="25400">
              <a:solidFill>
                <a:srgbClr val="000000"/>
              </a:solidFill>
            </a:ln>
          </p:spPr>
          <p:txBody>
            <a:bodyPr wrap="square" lIns="0" tIns="0" rIns="0" bIns="0" rtlCol="0"/>
            <a:lstStyle/>
            <a:p>
              <a:endParaRPr/>
            </a:p>
          </p:txBody>
        </p:sp>
        <p:sp>
          <p:nvSpPr>
            <p:cNvPr id="77" name="object 77"/>
            <p:cNvSpPr/>
            <p:nvPr/>
          </p:nvSpPr>
          <p:spPr>
            <a:xfrm>
              <a:off x="9864470" y="2802382"/>
              <a:ext cx="2004695" cy="1277620"/>
            </a:xfrm>
            <a:custGeom>
              <a:avLst/>
              <a:gdLst/>
              <a:ahLst/>
              <a:cxnLst/>
              <a:rect l="l" t="t" r="r" b="b"/>
              <a:pathLst>
                <a:path w="2004695" h="1277620">
                  <a:moveTo>
                    <a:pt x="1791334" y="0"/>
                  </a:moveTo>
                  <a:lnTo>
                    <a:pt x="212851" y="0"/>
                  </a:lnTo>
                  <a:lnTo>
                    <a:pt x="164032" y="5626"/>
                  </a:lnTo>
                  <a:lnTo>
                    <a:pt x="119224" y="21651"/>
                  </a:lnTo>
                  <a:lnTo>
                    <a:pt x="79704" y="46796"/>
                  </a:lnTo>
                  <a:lnTo>
                    <a:pt x="46746" y="79781"/>
                  </a:lnTo>
                  <a:lnTo>
                    <a:pt x="21626" y="119326"/>
                  </a:lnTo>
                  <a:lnTo>
                    <a:pt x="5619" y="164152"/>
                  </a:lnTo>
                  <a:lnTo>
                    <a:pt x="0" y="212978"/>
                  </a:lnTo>
                  <a:lnTo>
                    <a:pt x="0" y="1064640"/>
                  </a:lnTo>
                  <a:lnTo>
                    <a:pt x="5619" y="1113467"/>
                  </a:lnTo>
                  <a:lnTo>
                    <a:pt x="21626" y="1158293"/>
                  </a:lnTo>
                  <a:lnTo>
                    <a:pt x="46746" y="1197838"/>
                  </a:lnTo>
                  <a:lnTo>
                    <a:pt x="79704" y="1230823"/>
                  </a:lnTo>
                  <a:lnTo>
                    <a:pt x="119224" y="1255968"/>
                  </a:lnTo>
                  <a:lnTo>
                    <a:pt x="164032" y="1271993"/>
                  </a:lnTo>
                  <a:lnTo>
                    <a:pt x="212851" y="1277619"/>
                  </a:lnTo>
                  <a:lnTo>
                    <a:pt x="1791334" y="1277619"/>
                  </a:lnTo>
                  <a:lnTo>
                    <a:pt x="1840161" y="1271993"/>
                  </a:lnTo>
                  <a:lnTo>
                    <a:pt x="1884987" y="1255968"/>
                  </a:lnTo>
                  <a:lnTo>
                    <a:pt x="1924532" y="1230823"/>
                  </a:lnTo>
                  <a:lnTo>
                    <a:pt x="1957517" y="1197838"/>
                  </a:lnTo>
                  <a:lnTo>
                    <a:pt x="1982662" y="1158293"/>
                  </a:lnTo>
                  <a:lnTo>
                    <a:pt x="1998687" y="1113467"/>
                  </a:lnTo>
                  <a:lnTo>
                    <a:pt x="2004313" y="1064640"/>
                  </a:lnTo>
                  <a:lnTo>
                    <a:pt x="2004313" y="212978"/>
                  </a:lnTo>
                  <a:lnTo>
                    <a:pt x="1998687" y="164152"/>
                  </a:lnTo>
                  <a:lnTo>
                    <a:pt x="1982662" y="119326"/>
                  </a:lnTo>
                  <a:lnTo>
                    <a:pt x="1957517" y="79781"/>
                  </a:lnTo>
                  <a:lnTo>
                    <a:pt x="1924532" y="46796"/>
                  </a:lnTo>
                  <a:lnTo>
                    <a:pt x="1884987" y="21651"/>
                  </a:lnTo>
                  <a:lnTo>
                    <a:pt x="1840161" y="5626"/>
                  </a:lnTo>
                  <a:lnTo>
                    <a:pt x="1791334" y="0"/>
                  </a:lnTo>
                  <a:close/>
                </a:path>
              </a:pathLst>
            </a:custGeom>
            <a:solidFill>
              <a:srgbClr val="FFFFFF"/>
            </a:solidFill>
          </p:spPr>
          <p:txBody>
            <a:bodyPr wrap="square" lIns="0" tIns="0" rIns="0" bIns="0" rtlCol="0"/>
            <a:lstStyle/>
            <a:p>
              <a:endParaRPr/>
            </a:p>
          </p:txBody>
        </p:sp>
        <p:sp>
          <p:nvSpPr>
            <p:cNvPr id="78" name="object 78"/>
            <p:cNvSpPr/>
            <p:nvPr/>
          </p:nvSpPr>
          <p:spPr>
            <a:xfrm>
              <a:off x="9864470" y="2802382"/>
              <a:ext cx="2004695" cy="1277620"/>
            </a:xfrm>
            <a:custGeom>
              <a:avLst/>
              <a:gdLst/>
              <a:ahLst/>
              <a:cxnLst/>
              <a:rect l="l" t="t" r="r" b="b"/>
              <a:pathLst>
                <a:path w="2004695" h="1277620">
                  <a:moveTo>
                    <a:pt x="0" y="212978"/>
                  </a:moveTo>
                  <a:lnTo>
                    <a:pt x="5619" y="164152"/>
                  </a:lnTo>
                  <a:lnTo>
                    <a:pt x="21626" y="119326"/>
                  </a:lnTo>
                  <a:lnTo>
                    <a:pt x="46746" y="79781"/>
                  </a:lnTo>
                  <a:lnTo>
                    <a:pt x="79704" y="46796"/>
                  </a:lnTo>
                  <a:lnTo>
                    <a:pt x="119224" y="21651"/>
                  </a:lnTo>
                  <a:lnTo>
                    <a:pt x="164032" y="5626"/>
                  </a:lnTo>
                  <a:lnTo>
                    <a:pt x="212851" y="0"/>
                  </a:lnTo>
                  <a:lnTo>
                    <a:pt x="1791334" y="0"/>
                  </a:lnTo>
                  <a:lnTo>
                    <a:pt x="1840161" y="5626"/>
                  </a:lnTo>
                  <a:lnTo>
                    <a:pt x="1884987" y="21651"/>
                  </a:lnTo>
                  <a:lnTo>
                    <a:pt x="1924532" y="46796"/>
                  </a:lnTo>
                  <a:lnTo>
                    <a:pt x="1957517" y="79781"/>
                  </a:lnTo>
                  <a:lnTo>
                    <a:pt x="1982662" y="119326"/>
                  </a:lnTo>
                  <a:lnTo>
                    <a:pt x="1998687" y="164152"/>
                  </a:lnTo>
                  <a:lnTo>
                    <a:pt x="2004313" y="212978"/>
                  </a:lnTo>
                  <a:lnTo>
                    <a:pt x="2004313" y="1064640"/>
                  </a:lnTo>
                  <a:lnTo>
                    <a:pt x="1998687" y="1113467"/>
                  </a:lnTo>
                  <a:lnTo>
                    <a:pt x="1982662" y="1158293"/>
                  </a:lnTo>
                  <a:lnTo>
                    <a:pt x="1957517" y="1197838"/>
                  </a:lnTo>
                  <a:lnTo>
                    <a:pt x="1924532" y="1230823"/>
                  </a:lnTo>
                  <a:lnTo>
                    <a:pt x="1884987" y="1255968"/>
                  </a:lnTo>
                  <a:lnTo>
                    <a:pt x="1840161" y="1271993"/>
                  </a:lnTo>
                  <a:lnTo>
                    <a:pt x="1791334" y="1277619"/>
                  </a:lnTo>
                  <a:lnTo>
                    <a:pt x="212851" y="1277619"/>
                  </a:lnTo>
                  <a:lnTo>
                    <a:pt x="164032" y="1271993"/>
                  </a:lnTo>
                  <a:lnTo>
                    <a:pt x="119224" y="1255968"/>
                  </a:lnTo>
                  <a:lnTo>
                    <a:pt x="79704" y="1230823"/>
                  </a:lnTo>
                  <a:lnTo>
                    <a:pt x="46746" y="1197838"/>
                  </a:lnTo>
                  <a:lnTo>
                    <a:pt x="21626" y="1158293"/>
                  </a:lnTo>
                  <a:lnTo>
                    <a:pt x="5619" y="1113467"/>
                  </a:lnTo>
                  <a:lnTo>
                    <a:pt x="0" y="1064640"/>
                  </a:lnTo>
                  <a:lnTo>
                    <a:pt x="0" y="212978"/>
                  </a:lnTo>
                  <a:close/>
                </a:path>
              </a:pathLst>
            </a:custGeom>
            <a:ln w="25399">
              <a:solidFill>
                <a:srgbClr val="000000"/>
              </a:solidFill>
            </a:ln>
          </p:spPr>
          <p:txBody>
            <a:bodyPr wrap="square" lIns="0" tIns="0" rIns="0" bIns="0" rtlCol="0"/>
            <a:lstStyle/>
            <a:p>
              <a:endParaRPr/>
            </a:p>
          </p:txBody>
        </p:sp>
        <p:pic>
          <p:nvPicPr>
            <p:cNvPr id="79" name="object 79" descr="ハート マーク」アイコン・イラストのフリー素材（商用可）"/>
            <p:cNvPicPr/>
            <p:nvPr/>
          </p:nvPicPr>
          <p:blipFill>
            <a:blip r:embed="rId46" cstate="print"/>
            <a:stretch>
              <a:fillRect/>
            </a:stretch>
          </p:blipFill>
          <p:spPr>
            <a:xfrm>
              <a:off x="9836404" y="1552486"/>
              <a:ext cx="999832" cy="999832"/>
            </a:xfrm>
            <a:prstGeom prst="rect">
              <a:avLst/>
            </a:prstGeom>
          </p:spPr>
        </p:pic>
        <p:sp>
          <p:nvSpPr>
            <p:cNvPr id="80" name="object 80"/>
            <p:cNvSpPr/>
            <p:nvPr/>
          </p:nvSpPr>
          <p:spPr>
            <a:xfrm>
              <a:off x="9864470" y="4379468"/>
              <a:ext cx="2004695" cy="1277620"/>
            </a:xfrm>
            <a:custGeom>
              <a:avLst/>
              <a:gdLst/>
              <a:ahLst/>
              <a:cxnLst/>
              <a:rect l="l" t="t" r="r" b="b"/>
              <a:pathLst>
                <a:path w="2004695" h="1277620">
                  <a:moveTo>
                    <a:pt x="1791334" y="0"/>
                  </a:moveTo>
                  <a:lnTo>
                    <a:pt x="212851" y="0"/>
                  </a:lnTo>
                  <a:lnTo>
                    <a:pt x="164032" y="5626"/>
                  </a:lnTo>
                  <a:lnTo>
                    <a:pt x="119224" y="21651"/>
                  </a:lnTo>
                  <a:lnTo>
                    <a:pt x="79704" y="46796"/>
                  </a:lnTo>
                  <a:lnTo>
                    <a:pt x="46746" y="79781"/>
                  </a:lnTo>
                  <a:lnTo>
                    <a:pt x="21626" y="119326"/>
                  </a:lnTo>
                  <a:lnTo>
                    <a:pt x="5619" y="164152"/>
                  </a:lnTo>
                  <a:lnTo>
                    <a:pt x="0" y="212978"/>
                  </a:lnTo>
                  <a:lnTo>
                    <a:pt x="0" y="1064640"/>
                  </a:lnTo>
                  <a:lnTo>
                    <a:pt x="5619" y="1113466"/>
                  </a:lnTo>
                  <a:lnTo>
                    <a:pt x="21626" y="1158288"/>
                  </a:lnTo>
                  <a:lnTo>
                    <a:pt x="46746" y="1197828"/>
                  </a:lnTo>
                  <a:lnTo>
                    <a:pt x="79704" y="1230808"/>
                  </a:lnTo>
                  <a:lnTo>
                    <a:pt x="119224" y="1255948"/>
                  </a:lnTo>
                  <a:lnTo>
                    <a:pt x="164032" y="1271969"/>
                  </a:lnTo>
                  <a:lnTo>
                    <a:pt x="212851" y="1277594"/>
                  </a:lnTo>
                  <a:lnTo>
                    <a:pt x="1791334" y="1277594"/>
                  </a:lnTo>
                  <a:lnTo>
                    <a:pt x="1840161" y="1271969"/>
                  </a:lnTo>
                  <a:lnTo>
                    <a:pt x="1884987" y="1255948"/>
                  </a:lnTo>
                  <a:lnTo>
                    <a:pt x="1924532" y="1230808"/>
                  </a:lnTo>
                  <a:lnTo>
                    <a:pt x="1957517" y="1197828"/>
                  </a:lnTo>
                  <a:lnTo>
                    <a:pt x="1982662" y="1158288"/>
                  </a:lnTo>
                  <a:lnTo>
                    <a:pt x="1998687" y="1113466"/>
                  </a:lnTo>
                  <a:lnTo>
                    <a:pt x="2004313" y="1064640"/>
                  </a:lnTo>
                  <a:lnTo>
                    <a:pt x="2004313" y="212978"/>
                  </a:lnTo>
                  <a:lnTo>
                    <a:pt x="1998687" y="164152"/>
                  </a:lnTo>
                  <a:lnTo>
                    <a:pt x="1982662" y="119326"/>
                  </a:lnTo>
                  <a:lnTo>
                    <a:pt x="1957517" y="79781"/>
                  </a:lnTo>
                  <a:lnTo>
                    <a:pt x="1924532" y="46796"/>
                  </a:lnTo>
                  <a:lnTo>
                    <a:pt x="1884987" y="21651"/>
                  </a:lnTo>
                  <a:lnTo>
                    <a:pt x="1840161" y="5626"/>
                  </a:lnTo>
                  <a:lnTo>
                    <a:pt x="1791334" y="0"/>
                  </a:lnTo>
                  <a:close/>
                </a:path>
              </a:pathLst>
            </a:custGeom>
            <a:solidFill>
              <a:srgbClr val="FFFFFF"/>
            </a:solidFill>
          </p:spPr>
          <p:txBody>
            <a:bodyPr wrap="square" lIns="0" tIns="0" rIns="0" bIns="0" rtlCol="0"/>
            <a:lstStyle/>
            <a:p>
              <a:endParaRPr/>
            </a:p>
          </p:txBody>
        </p:sp>
        <p:sp>
          <p:nvSpPr>
            <p:cNvPr id="81" name="object 81"/>
            <p:cNvSpPr/>
            <p:nvPr/>
          </p:nvSpPr>
          <p:spPr>
            <a:xfrm>
              <a:off x="9864470" y="4379468"/>
              <a:ext cx="2004695" cy="1277620"/>
            </a:xfrm>
            <a:custGeom>
              <a:avLst/>
              <a:gdLst/>
              <a:ahLst/>
              <a:cxnLst/>
              <a:rect l="l" t="t" r="r" b="b"/>
              <a:pathLst>
                <a:path w="2004695" h="1277620">
                  <a:moveTo>
                    <a:pt x="0" y="212978"/>
                  </a:moveTo>
                  <a:lnTo>
                    <a:pt x="5619" y="164152"/>
                  </a:lnTo>
                  <a:lnTo>
                    <a:pt x="21626" y="119326"/>
                  </a:lnTo>
                  <a:lnTo>
                    <a:pt x="46746" y="79781"/>
                  </a:lnTo>
                  <a:lnTo>
                    <a:pt x="79704" y="46796"/>
                  </a:lnTo>
                  <a:lnTo>
                    <a:pt x="119224" y="21651"/>
                  </a:lnTo>
                  <a:lnTo>
                    <a:pt x="164032" y="5626"/>
                  </a:lnTo>
                  <a:lnTo>
                    <a:pt x="212851" y="0"/>
                  </a:lnTo>
                  <a:lnTo>
                    <a:pt x="1791334" y="0"/>
                  </a:lnTo>
                  <a:lnTo>
                    <a:pt x="1840161" y="5626"/>
                  </a:lnTo>
                  <a:lnTo>
                    <a:pt x="1884987" y="21651"/>
                  </a:lnTo>
                  <a:lnTo>
                    <a:pt x="1924532" y="46796"/>
                  </a:lnTo>
                  <a:lnTo>
                    <a:pt x="1957517" y="79781"/>
                  </a:lnTo>
                  <a:lnTo>
                    <a:pt x="1982662" y="119326"/>
                  </a:lnTo>
                  <a:lnTo>
                    <a:pt x="1998687" y="164152"/>
                  </a:lnTo>
                  <a:lnTo>
                    <a:pt x="2004313" y="212978"/>
                  </a:lnTo>
                  <a:lnTo>
                    <a:pt x="2004313" y="1064640"/>
                  </a:lnTo>
                  <a:lnTo>
                    <a:pt x="1998687" y="1113466"/>
                  </a:lnTo>
                  <a:lnTo>
                    <a:pt x="1982662" y="1158288"/>
                  </a:lnTo>
                  <a:lnTo>
                    <a:pt x="1957517" y="1197828"/>
                  </a:lnTo>
                  <a:lnTo>
                    <a:pt x="1924532" y="1230808"/>
                  </a:lnTo>
                  <a:lnTo>
                    <a:pt x="1884987" y="1255948"/>
                  </a:lnTo>
                  <a:lnTo>
                    <a:pt x="1840161" y="1271969"/>
                  </a:lnTo>
                  <a:lnTo>
                    <a:pt x="1791334" y="1277594"/>
                  </a:lnTo>
                  <a:lnTo>
                    <a:pt x="212851" y="1277594"/>
                  </a:lnTo>
                  <a:lnTo>
                    <a:pt x="164032" y="1271969"/>
                  </a:lnTo>
                  <a:lnTo>
                    <a:pt x="119224" y="1255948"/>
                  </a:lnTo>
                  <a:lnTo>
                    <a:pt x="79704" y="1230808"/>
                  </a:lnTo>
                  <a:lnTo>
                    <a:pt x="46746" y="1197828"/>
                  </a:lnTo>
                  <a:lnTo>
                    <a:pt x="21626" y="1158288"/>
                  </a:lnTo>
                  <a:lnTo>
                    <a:pt x="5619" y="1113466"/>
                  </a:lnTo>
                  <a:lnTo>
                    <a:pt x="0" y="1064640"/>
                  </a:lnTo>
                  <a:lnTo>
                    <a:pt x="0" y="212978"/>
                  </a:lnTo>
                  <a:close/>
                </a:path>
              </a:pathLst>
            </a:custGeom>
            <a:ln w="25400">
              <a:solidFill>
                <a:srgbClr val="000000"/>
              </a:solidFill>
            </a:ln>
          </p:spPr>
          <p:txBody>
            <a:bodyPr wrap="square" lIns="0" tIns="0" rIns="0" bIns="0" rtlCol="0"/>
            <a:lstStyle/>
            <a:p>
              <a:endParaRPr/>
            </a:p>
          </p:txBody>
        </p:sp>
        <p:pic>
          <p:nvPicPr>
            <p:cNvPr id="82" name="object 82" descr="星マークイラストのフリー素材｜イラストイメージ"/>
            <p:cNvPicPr/>
            <p:nvPr/>
          </p:nvPicPr>
          <p:blipFill>
            <a:blip r:embed="rId47" cstate="print"/>
            <a:stretch>
              <a:fillRect/>
            </a:stretch>
          </p:blipFill>
          <p:spPr>
            <a:xfrm>
              <a:off x="9941559" y="3037916"/>
              <a:ext cx="812469" cy="786561"/>
            </a:xfrm>
            <a:prstGeom prst="rect">
              <a:avLst/>
            </a:prstGeom>
          </p:spPr>
        </p:pic>
        <p:pic>
          <p:nvPicPr>
            <p:cNvPr id="83" name="object 83" descr="Youtubeのロゴ の アイコン"/>
            <p:cNvPicPr/>
            <p:nvPr/>
          </p:nvPicPr>
          <p:blipFill>
            <a:blip r:embed="rId48" cstate="print"/>
            <a:stretch>
              <a:fillRect/>
            </a:stretch>
          </p:blipFill>
          <p:spPr>
            <a:xfrm>
              <a:off x="9990581" y="4604105"/>
              <a:ext cx="910844" cy="857275"/>
            </a:xfrm>
            <a:prstGeom prst="rect">
              <a:avLst/>
            </a:prstGeom>
          </p:spPr>
        </p:pic>
        <p:pic>
          <p:nvPicPr>
            <p:cNvPr id="84" name="object 84"/>
            <p:cNvPicPr/>
            <p:nvPr/>
          </p:nvPicPr>
          <p:blipFill>
            <a:blip r:embed="rId49" cstate="print"/>
            <a:stretch>
              <a:fillRect/>
            </a:stretch>
          </p:blipFill>
          <p:spPr>
            <a:xfrm>
              <a:off x="10796016" y="1776729"/>
              <a:ext cx="1066800" cy="164591"/>
            </a:xfrm>
            <a:prstGeom prst="rect">
              <a:avLst/>
            </a:prstGeom>
          </p:spPr>
        </p:pic>
        <p:pic>
          <p:nvPicPr>
            <p:cNvPr id="85" name="object 85"/>
            <p:cNvPicPr/>
            <p:nvPr/>
          </p:nvPicPr>
          <p:blipFill>
            <a:blip r:embed="rId50" cstate="print"/>
            <a:stretch>
              <a:fillRect/>
            </a:stretch>
          </p:blipFill>
          <p:spPr>
            <a:xfrm>
              <a:off x="10796016" y="1959610"/>
              <a:ext cx="1066800" cy="164591"/>
            </a:xfrm>
            <a:prstGeom prst="rect">
              <a:avLst/>
            </a:prstGeom>
          </p:spPr>
        </p:pic>
        <p:pic>
          <p:nvPicPr>
            <p:cNvPr id="86" name="object 86"/>
            <p:cNvPicPr/>
            <p:nvPr/>
          </p:nvPicPr>
          <p:blipFill>
            <a:blip r:embed="rId51" cstate="print"/>
            <a:stretch>
              <a:fillRect/>
            </a:stretch>
          </p:blipFill>
          <p:spPr>
            <a:xfrm>
              <a:off x="10796016" y="2142489"/>
              <a:ext cx="609600" cy="164591"/>
            </a:xfrm>
            <a:prstGeom prst="rect">
              <a:avLst/>
            </a:prstGeom>
          </p:spPr>
        </p:pic>
        <p:pic>
          <p:nvPicPr>
            <p:cNvPr id="87" name="object 87"/>
            <p:cNvPicPr/>
            <p:nvPr/>
          </p:nvPicPr>
          <p:blipFill>
            <a:blip r:embed="rId52" cstate="print"/>
            <a:stretch>
              <a:fillRect/>
            </a:stretch>
          </p:blipFill>
          <p:spPr>
            <a:xfrm>
              <a:off x="10808461" y="3199129"/>
              <a:ext cx="1066800" cy="164591"/>
            </a:xfrm>
            <a:prstGeom prst="rect">
              <a:avLst/>
            </a:prstGeom>
          </p:spPr>
        </p:pic>
        <p:pic>
          <p:nvPicPr>
            <p:cNvPr id="88" name="object 88"/>
            <p:cNvPicPr/>
            <p:nvPr/>
          </p:nvPicPr>
          <p:blipFill>
            <a:blip r:embed="rId53" cstate="print"/>
            <a:stretch>
              <a:fillRect/>
            </a:stretch>
          </p:blipFill>
          <p:spPr>
            <a:xfrm>
              <a:off x="10808461" y="3381705"/>
              <a:ext cx="762000" cy="164896"/>
            </a:xfrm>
            <a:prstGeom prst="rect">
              <a:avLst/>
            </a:prstGeom>
          </p:spPr>
        </p:pic>
        <p:pic>
          <p:nvPicPr>
            <p:cNvPr id="89" name="object 89"/>
            <p:cNvPicPr/>
            <p:nvPr/>
          </p:nvPicPr>
          <p:blipFill>
            <a:blip r:embed="rId54" cstate="print"/>
            <a:stretch>
              <a:fillRect/>
            </a:stretch>
          </p:blipFill>
          <p:spPr>
            <a:xfrm>
              <a:off x="10808461" y="3565270"/>
              <a:ext cx="140207" cy="164591"/>
            </a:xfrm>
            <a:prstGeom prst="rect">
              <a:avLst/>
            </a:prstGeom>
          </p:spPr>
        </p:pic>
        <p:pic>
          <p:nvPicPr>
            <p:cNvPr id="90" name="object 90"/>
            <p:cNvPicPr/>
            <p:nvPr/>
          </p:nvPicPr>
          <p:blipFill>
            <a:blip r:embed="rId55" cstate="print"/>
            <a:stretch>
              <a:fillRect/>
            </a:stretch>
          </p:blipFill>
          <p:spPr>
            <a:xfrm>
              <a:off x="10878566" y="3565270"/>
              <a:ext cx="762000" cy="164591"/>
            </a:xfrm>
            <a:prstGeom prst="rect">
              <a:avLst/>
            </a:prstGeom>
          </p:spPr>
        </p:pic>
        <p:pic>
          <p:nvPicPr>
            <p:cNvPr id="91" name="object 91"/>
            <p:cNvPicPr/>
            <p:nvPr/>
          </p:nvPicPr>
          <p:blipFill>
            <a:blip r:embed="rId56" cstate="print"/>
            <a:stretch>
              <a:fillRect/>
            </a:stretch>
          </p:blipFill>
          <p:spPr>
            <a:xfrm>
              <a:off x="10808461" y="3748150"/>
              <a:ext cx="762000" cy="164592"/>
            </a:xfrm>
            <a:prstGeom prst="rect">
              <a:avLst/>
            </a:prstGeom>
          </p:spPr>
        </p:pic>
        <p:pic>
          <p:nvPicPr>
            <p:cNvPr id="92" name="object 92"/>
            <p:cNvPicPr/>
            <p:nvPr/>
          </p:nvPicPr>
          <p:blipFill>
            <a:blip r:embed="rId57" cstate="print"/>
            <a:stretch>
              <a:fillRect/>
            </a:stretch>
          </p:blipFill>
          <p:spPr>
            <a:xfrm>
              <a:off x="11418061" y="3748150"/>
              <a:ext cx="140207" cy="164592"/>
            </a:xfrm>
            <a:prstGeom prst="rect">
              <a:avLst/>
            </a:prstGeom>
          </p:spPr>
        </p:pic>
        <p:pic>
          <p:nvPicPr>
            <p:cNvPr id="93" name="object 93"/>
            <p:cNvPicPr/>
            <p:nvPr/>
          </p:nvPicPr>
          <p:blipFill>
            <a:blip r:embed="rId58" cstate="print"/>
            <a:stretch>
              <a:fillRect/>
            </a:stretch>
          </p:blipFill>
          <p:spPr>
            <a:xfrm>
              <a:off x="10846561" y="4746066"/>
              <a:ext cx="1067155" cy="164896"/>
            </a:xfrm>
            <a:prstGeom prst="rect">
              <a:avLst/>
            </a:prstGeom>
          </p:spPr>
        </p:pic>
        <p:pic>
          <p:nvPicPr>
            <p:cNvPr id="94" name="object 94"/>
            <p:cNvPicPr/>
            <p:nvPr/>
          </p:nvPicPr>
          <p:blipFill>
            <a:blip r:embed="rId59" cstate="print"/>
            <a:stretch>
              <a:fillRect/>
            </a:stretch>
          </p:blipFill>
          <p:spPr>
            <a:xfrm>
              <a:off x="10846561" y="4929505"/>
              <a:ext cx="610006" cy="164592"/>
            </a:xfrm>
            <a:prstGeom prst="rect">
              <a:avLst/>
            </a:prstGeom>
          </p:spPr>
        </p:pic>
        <p:pic>
          <p:nvPicPr>
            <p:cNvPr id="95" name="object 95"/>
            <p:cNvPicPr/>
            <p:nvPr/>
          </p:nvPicPr>
          <p:blipFill>
            <a:blip r:embed="rId60" cstate="print"/>
            <a:stretch>
              <a:fillRect/>
            </a:stretch>
          </p:blipFill>
          <p:spPr>
            <a:xfrm>
              <a:off x="10846561" y="5112385"/>
              <a:ext cx="914768" cy="164591"/>
            </a:xfrm>
            <a:prstGeom prst="rect">
              <a:avLst/>
            </a:prstGeom>
          </p:spPr>
        </p:pic>
      </p:grpSp>
      <p:sp>
        <p:nvSpPr>
          <p:cNvPr id="96" name="スライド番号プレースホルダー 95">
            <a:extLst>
              <a:ext uri="{FF2B5EF4-FFF2-40B4-BE49-F238E27FC236}">
                <a16:creationId xmlns:a16="http://schemas.microsoft.com/office/drawing/2014/main" id="{510C7640-2DB4-46B9-BE75-EBE4EB03DD52}"/>
              </a:ext>
            </a:extLst>
          </p:cNvPr>
          <p:cNvSpPr>
            <a:spLocks noGrp="1"/>
          </p:cNvSpPr>
          <p:nvPr>
            <p:ph type="sldNum" sz="quarter" idx="7"/>
          </p:nvPr>
        </p:nvSpPr>
        <p:spPr/>
        <p:txBody>
          <a:bodyPr/>
          <a:lstStyle/>
          <a:p>
            <a:fld id="{B6F15528-21DE-4FAA-801E-634DDDAF4B2B}" type="slidenum">
              <a:rPr lang="en-US" altLang="ja-JP" smtClean="0"/>
              <a:t>27</a:t>
            </a:fld>
            <a:endParaRPr lang="ja-JP"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BACBA-705D-40EA-AF21-3541E49900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1F1FFC-808F-8773-F026-3708BBAE2968}"/>
              </a:ext>
            </a:extLst>
          </p:cNvPr>
          <p:cNvSpPr>
            <a:spLocks noGrp="1"/>
          </p:cNvSpPr>
          <p:nvPr>
            <p:ph type="ctrTitle"/>
          </p:nvPr>
        </p:nvSpPr>
        <p:spPr/>
        <p:txBody>
          <a:bodyPr/>
          <a:lstStyle/>
          <a:p>
            <a:r>
              <a:rPr lang="ja-JP" altLang="en-US" dirty="0"/>
              <a:t>仕様書</a:t>
            </a:r>
            <a:endParaRPr kumimoji="1" lang="ja-JP" altLang="en-US" dirty="0"/>
          </a:p>
        </p:txBody>
      </p:sp>
      <p:sp>
        <p:nvSpPr>
          <p:cNvPr id="3" name="スライド番号プレースホルダー 2">
            <a:extLst>
              <a:ext uri="{FF2B5EF4-FFF2-40B4-BE49-F238E27FC236}">
                <a16:creationId xmlns:a16="http://schemas.microsoft.com/office/drawing/2014/main" id="{C3C08A6F-98A7-BFC9-C2CC-A3B8A4714107}"/>
              </a:ext>
            </a:extLst>
          </p:cNvPr>
          <p:cNvSpPr>
            <a:spLocks noGrp="1"/>
          </p:cNvSpPr>
          <p:nvPr>
            <p:ph type="sldNum" sz="quarter" idx="12"/>
          </p:nvPr>
        </p:nvSpPr>
        <p:spPr/>
        <p:txBody>
          <a:bodyPr/>
          <a:lstStyle/>
          <a:p>
            <a:fld id="{D77CE0F4-93DF-401C-9042-9C402698D8AB}" type="slidenum">
              <a:rPr kumimoji="1" lang="ja-JP" altLang="en-US" smtClean="0"/>
              <a:t>28</a:t>
            </a:fld>
            <a:endParaRPr kumimoji="1" lang="ja-JP" altLang="en-US"/>
          </a:p>
        </p:txBody>
      </p:sp>
    </p:spTree>
    <p:extLst>
      <p:ext uri="{BB962C8B-B14F-4D97-AF65-F5344CB8AC3E}">
        <p14:creationId xmlns:p14="http://schemas.microsoft.com/office/powerpoint/2010/main" val="3769581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B5D99F43-8236-48B5-9506-28F4785DB85C}"/>
              </a:ext>
            </a:extLst>
          </p:cNvPr>
          <p:cNvSpPr>
            <a:spLocks noGrp="1"/>
          </p:cNvSpPr>
          <p:nvPr>
            <p:ph type="sldNum" sz="quarter" idx="12"/>
          </p:nvPr>
        </p:nvSpPr>
        <p:spPr/>
        <p:txBody>
          <a:bodyPr/>
          <a:lstStyle/>
          <a:p>
            <a:fld id="{D77CE0F4-93DF-401C-9042-9C402698D8AB}" type="slidenum">
              <a:rPr kumimoji="1" lang="ja-JP" altLang="en-US" smtClean="0"/>
              <a:t>29</a:t>
            </a:fld>
            <a:endParaRPr kumimoji="1" lang="ja-JP" altLang="en-US"/>
          </a:p>
        </p:txBody>
      </p:sp>
    </p:spTree>
    <p:extLst>
      <p:ext uri="{BB962C8B-B14F-4D97-AF65-F5344CB8AC3E}">
        <p14:creationId xmlns:p14="http://schemas.microsoft.com/office/powerpoint/2010/main" val="1334670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A8F888-5E13-4944-9D93-EB503E1FACC4}"/>
              </a:ext>
            </a:extLst>
          </p:cNvPr>
          <p:cNvSpPr>
            <a:spLocks noGrp="1"/>
          </p:cNvSpPr>
          <p:nvPr>
            <p:ph type="ctrTitle"/>
          </p:nvPr>
        </p:nvSpPr>
        <p:spPr/>
        <p:txBody>
          <a:bodyPr/>
          <a:lstStyle/>
          <a:p>
            <a:r>
              <a:rPr lang="ja-JP" altLang="en-US" dirty="0"/>
              <a:t>ゲーム</a:t>
            </a:r>
            <a:r>
              <a:rPr kumimoji="1" lang="ja-JP" altLang="en-US" dirty="0"/>
              <a:t>作品</a:t>
            </a:r>
          </a:p>
        </p:txBody>
      </p:sp>
      <p:sp>
        <p:nvSpPr>
          <p:cNvPr id="3" name="スライド番号プレースホルダー 2">
            <a:extLst>
              <a:ext uri="{FF2B5EF4-FFF2-40B4-BE49-F238E27FC236}">
                <a16:creationId xmlns:a16="http://schemas.microsoft.com/office/drawing/2014/main" id="{F0883103-9C09-4C57-B67F-913EEE5B15B4}"/>
              </a:ext>
            </a:extLst>
          </p:cNvPr>
          <p:cNvSpPr>
            <a:spLocks noGrp="1"/>
          </p:cNvSpPr>
          <p:nvPr>
            <p:ph type="sldNum" sz="quarter" idx="12"/>
          </p:nvPr>
        </p:nvSpPr>
        <p:spPr/>
        <p:txBody>
          <a:bodyPr/>
          <a:lstStyle/>
          <a:p>
            <a:fld id="{D77CE0F4-93DF-401C-9042-9C402698D8AB}" type="slidenum">
              <a:rPr kumimoji="1" lang="ja-JP" altLang="en-US" smtClean="0"/>
              <a:t>30</a:t>
            </a:fld>
            <a:endParaRPr kumimoji="1" lang="ja-JP" altLang="en-US"/>
          </a:p>
        </p:txBody>
      </p:sp>
    </p:spTree>
    <p:extLst>
      <p:ext uri="{BB962C8B-B14F-4D97-AF65-F5344CB8AC3E}">
        <p14:creationId xmlns:p14="http://schemas.microsoft.com/office/powerpoint/2010/main" val="1334873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7CC1D84-7937-4A13-B5AA-539F4FA13937}"/>
              </a:ext>
            </a:extLst>
          </p:cNvPr>
          <p:cNvSpPr txBox="1"/>
          <p:nvPr/>
        </p:nvSpPr>
        <p:spPr>
          <a:xfrm>
            <a:off x="532403" y="1860260"/>
            <a:ext cx="3954930" cy="1691640"/>
          </a:xfrm>
          <a:prstGeom prst="cube">
            <a:avLst>
              <a:gd name="adj" fmla="val 13126"/>
            </a:avLst>
          </a:prstGeom>
          <a:solidFill>
            <a:srgbClr val="00B0F0"/>
          </a:solidFill>
        </p:spPr>
        <p:txBody>
          <a:bodyPr wrap="square" rtlCol="0">
            <a:spAutoFit/>
          </a:bodyPr>
          <a:lstStyle/>
          <a:p>
            <a:pPr marL="285750" indent="-285750">
              <a:buFont typeface="Wingdings" panose="05000000000000000000" pitchFamily="2" charset="2"/>
              <a:buChar char="Ø"/>
            </a:pPr>
            <a:r>
              <a:rPr lang="ja-JP" altLang="en-US" dirty="0">
                <a:solidFill>
                  <a:schemeClr val="bg1"/>
                </a:solidFill>
              </a:rPr>
              <a:t>制作時期　　　：三年前期</a:t>
            </a:r>
            <a:endParaRPr kumimoji="1" lang="en-US" altLang="ja-JP" dirty="0">
              <a:solidFill>
                <a:schemeClr val="bg1"/>
              </a:solidFill>
            </a:endParaRPr>
          </a:p>
          <a:p>
            <a:pPr marL="285750" indent="-285750">
              <a:buFont typeface="Wingdings" panose="05000000000000000000" pitchFamily="2" charset="2"/>
              <a:buChar char="Ø"/>
            </a:pPr>
            <a:r>
              <a:rPr kumimoji="1" lang="ja-JP" altLang="en-US" dirty="0">
                <a:solidFill>
                  <a:schemeClr val="bg1"/>
                </a:solidFill>
              </a:rPr>
              <a:t>制作期間</a:t>
            </a:r>
            <a:r>
              <a:rPr lang="ja-JP" altLang="en-US" dirty="0">
                <a:solidFill>
                  <a:schemeClr val="bg1"/>
                </a:solidFill>
              </a:rPr>
              <a:t>　　　</a:t>
            </a:r>
            <a:r>
              <a:rPr kumimoji="1" lang="ja-JP" altLang="en-US" dirty="0">
                <a:solidFill>
                  <a:schemeClr val="bg1"/>
                </a:solidFill>
              </a:rPr>
              <a:t>：三ヶ月</a:t>
            </a:r>
            <a:endParaRPr kumimoji="1" lang="en-US" altLang="ja-JP" dirty="0">
              <a:solidFill>
                <a:schemeClr val="bg1"/>
              </a:solidFill>
            </a:endParaRPr>
          </a:p>
          <a:p>
            <a:pPr marL="285750" indent="-285750">
              <a:buFont typeface="Wingdings" panose="05000000000000000000" pitchFamily="2" charset="2"/>
              <a:buChar char="Ø"/>
            </a:pPr>
            <a:r>
              <a:rPr kumimoji="1" lang="ja-JP" altLang="en-US" dirty="0">
                <a:solidFill>
                  <a:schemeClr val="bg1"/>
                </a:solidFill>
              </a:rPr>
              <a:t>使用言語　　　：</a:t>
            </a:r>
            <a:r>
              <a:rPr kumimoji="1" lang="en-US" altLang="ja-JP" dirty="0">
                <a:solidFill>
                  <a:schemeClr val="bg1"/>
                </a:solidFill>
              </a:rPr>
              <a:t>C++</a:t>
            </a:r>
          </a:p>
          <a:p>
            <a:pPr marL="285750" indent="-285750">
              <a:buFont typeface="Wingdings" panose="05000000000000000000" pitchFamily="2" charset="2"/>
              <a:buChar char="Ø"/>
            </a:pPr>
            <a:r>
              <a:rPr lang="ja-JP" altLang="en-US" dirty="0">
                <a:solidFill>
                  <a:schemeClr val="bg1"/>
                </a:solidFill>
              </a:rPr>
              <a:t>使用ライブラリ：</a:t>
            </a:r>
            <a:r>
              <a:rPr lang="en-US" altLang="ja-JP" dirty="0">
                <a:solidFill>
                  <a:schemeClr val="bg1"/>
                </a:solidFill>
              </a:rPr>
              <a:t>Dx</a:t>
            </a:r>
            <a:r>
              <a:rPr lang="ja-JP" altLang="en-US" dirty="0">
                <a:solidFill>
                  <a:schemeClr val="bg1"/>
                </a:solidFill>
              </a:rPr>
              <a:t>ライブラリ</a:t>
            </a:r>
            <a:endParaRPr lang="en-US" altLang="ja-JP" dirty="0">
              <a:solidFill>
                <a:schemeClr val="bg1"/>
              </a:solidFill>
            </a:endParaRPr>
          </a:p>
          <a:p>
            <a:pPr marL="285750" indent="-285750">
              <a:buFont typeface="Wingdings" panose="05000000000000000000" pitchFamily="2" charset="2"/>
              <a:buChar char="Ø"/>
            </a:pPr>
            <a:r>
              <a:rPr kumimoji="1" lang="ja-JP" altLang="en-US" dirty="0">
                <a:solidFill>
                  <a:schemeClr val="bg1"/>
                </a:solidFill>
              </a:rPr>
              <a:t>制作人数</a:t>
            </a:r>
            <a:r>
              <a:rPr lang="ja-JP" altLang="en-US" dirty="0">
                <a:solidFill>
                  <a:schemeClr val="bg1"/>
                </a:solidFill>
              </a:rPr>
              <a:t>　　　</a:t>
            </a:r>
            <a:r>
              <a:rPr kumimoji="1" lang="ja-JP" altLang="en-US" dirty="0">
                <a:solidFill>
                  <a:schemeClr val="bg1"/>
                </a:solidFill>
              </a:rPr>
              <a:t>：三人</a:t>
            </a:r>
          </a:p>
        </p:txBody>
      </p:sp>
      <p:sp>
        <p:nvSpPr>
          <p:cNvPr id="4" name="テキスト ボックス 3">
            <a:extLst>
              <a:ext uri="{FF2B5EF4-FFF2-40B4-BE49-F238E27FC236}">
                <a16:creationId xmlns:a16="http://schemas.microsoft.com/office/drawing/2014/main" id="{0C49B33E-EBEE-46D2-A419-E4CD122FF5A6}"/>
              </a:ext>
            </a:extLst>
          </p:cNvPr>
          <p:cNvSpPr txBox="1"/>
          <p:nvPr/>
        </p:nvSpPr>
        <p:spPr>
          <a:xfrm>
            <a:off x="1891552" y="3629805"/>
            <a:ext cx="1102659" cy="369332"/>
          </a:xfrm>
          <a:prstGeom prst="rect">
            <a:avLst/>
          </a:prstGeom>
          <a:solidFill>
            <a:srgbClr val="00B0F0"/>
          </a:solidFill>
        </p:spPr>
        <p:txBody>
          <a:bodyPr wrap="square" rtlCol="0">
            <a:spAutoFit/>
          </a:bodyPr>
          <a:lstStyle/>
          <a:p>
            <a:r>
              <a:rPr kumimoji="1" lang="ja-JP" altLang="en-US" dirty="0">
                <a:solidFill>
                  <a:schemeClr val="bg1"/>
                </a:solidFill>
              </a:rPr>
              <a:t>作品概要</a:t>
            </a:r>
          </a:p>
        </p:txBody>
      </p:sp>
      <p:sp>
        <p:nvSpPr>
          <p:cNvPr id="5" name="テキスト ボックス 4">
            <a:extLst>
              <a:ext uri="{FF2B5EF4-FFF2-40B4-BE49-F238E27FC236}">
                <a16:creationId xmlns:a16="http://schemas.microsoft.com/office/drawing/2014/main" id="{E45DEF81-69CC-4D72-966F-AAA65317ABA0}"/>
              </a:ext>
            </a:extLst>
          </p:cNvPr>
          <p:cNvSpPr txBox="1"/>
          <p:nvPr/>
        </p:nvSpPr>
        <p:spPr>
          <a:xfrm>
            <a:off x="591670" y="4077042"/>
            <a:ext cx="4033217" cy="1754326"/>
          </a:xfrm>
          <a:prstGeom prst="rect">
            <a:avLst/>
          </a:prstGeom>
          <a:solidFill>
            <a:srgbClr val="00B0F0"/>
          </a:solidFill>
        </p:spPr>
        <p:txBody>
          <a:bodyPr wrap="square" rtlCol="0">
            <a:spAutoFit/>
          </a:bodyPr>
          <a:lstStyle/>
          <a:p>
            <a:r>
              <a:rPr kumimoji="1" lang="ja-JP" altLang="en-US" dirty="0">
                <a:solidFill>
                  <a:schemeClr val="bg1"/>
                </a:solidFill>
              </a:rPr>
              <a:t>二回目のチーム制作でチームでは初めての</a:t>
            </a:r>
            <a:r>
              <a:rPr kumimoji="1" lang="en-US" altLang="ja-JP" dirty="0">
                <a:solidFill>
                  <a:schemeClr val="bg1"/>
                </a:solidFill>
              </a:rPr>
              <a:t>3D</a:t>
            </a:r>
            <a:r>
              <a:rPr kumimoji="1" lang="ja-JP" altLang="en-US" dirty="0">
                <a:solidFill>
                  <a:schemeClr val="bg1"/>
                </a:solidFill>
              </a:rPr>
              <a:t>ゲームを作りました。</a:t>
            </a:r>
            <a:endParaRPr kumimoji="1" lang="en-US" altLang="ja-JP" dirty="0">
              <a:solidFill>
                <a:schemeClr val="bg1"/>
              </a:solidFill>
            </a:endParaRPr>
          </a:p>
          <a:p>
            <a:r>
              <a:rPr kumimoji="1" lang="ja-JP" altLang="en-US" dirty="0">
                <a:solidFill>
                  <a:schemeClr val="bg1"/>
                </a:solidFill>
              </a:rPr>
              <a:t>プレイヤー二人を配置して謎を解いていくというゲーム性で、謎の難易度調整や、世界観の構築にこだわって制作しました。</a:t>
            </a:r>
          </a:p>
        </p:txBody>
      </p:sp>
      <p:sp>
        <p:nvSpPr>
          <p:cNvPr id="7" name="テキスト ボックス 6">
            <a:extLst>
              <a:ext uri="{FF2B5EF4-FFF2-40B4-BE49-F238E27FC236}">
                <a16:creationId xmlns:a16="http://schemas.microsoft.com/office/drawing/2014/main" id="{F9366F09-6DEA-49ED-89FC-A80DC6CF8DCD}"/>
              </a:ext>
            </a:extLst>
          </p:cNvPr>
          <p:cNvSpPr txBox="1"/>
          <p:nvPr/>
        </p:nvSpPr>
        <p:spPr>
          <a:xfrm>
            <a:off x="8005484" y="5689889"/>
            <a:ext cx="2850776" cy="369332"/>
          </a:xfrm>
          <a:prstGeom prst="rect">
            <a:avLst/>
          </a:prstGeom>
          <a:noFill/>
        </p:spPr>
        <p:txBody>
          <a:bodyPr wrap="square" rtlCol="0">
            <a:spAutoFit/>
          </a:bodyPr>
          <a:lstStyle/>
          <a:p>
            <a:r>
              <a:rPr kumimoji="1" lang="ja-JP" altLang="en-US" dirty="0"/>
              <a:t>ゲーム</a:t>
            </a:r>
          </a:p>
        </p:txBody>
      </p:sp>
      <p:pic>
        <p:nvPicPr>
          <p:cNvPr id="11" name="図 10">
            <a:extLst>
              <a:ext uri="{FF2B5EF4-FFF2-40B4-BE49-F238E27FC236}">
                <a16:creationId xmlns:a16="http://schemas.microsoft.com/office/drawing/2014/main" id="{31173A42-FAA6-4A4D-9020-AB2DE79621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938" y="-221812"/>
            <a:ext cx="3430137" cy="2553349"/>
          </a:xfrm>
          <a:prstGeom prst="rect">
            <a:avLst/>
          </a:prstGeom>
        </p:spPr>
      </p:pic>
      <p:pic>
        <p:nvPicPr>
          <p:cNvPr id="13" name="図 12">
            <a:extLst>
              <a:ext uri="{FF2B5EF4-FFF2-40B4-BE49-F238E27FC236}">
                <a16:creationId xmlns:a16="http://schemas.microsoft.com/office/drawing/2014/main" id="{5302FC17-68E0-4322-9296-FDC4FD1C1F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5602" y="3039534"/>
            <a:ext cx="4274823" cy="2397502"/>
          </a:xfrm>
          <a:prstGeom prst="rect">
            <a:avLst/>
          </a:prstGeom>
        </p:spPr>
      </p:pic>
      <p:pic>
        <p:nvPicPr>
          <p:cNvPr id="15" name="図 14">
            <a:extLst>
              <a:ext uri="{FF2B5EF4-FFF2-40B4-BE49-F238E27FC236}">
                <a16:creationId xmlns:a16="http://schemas.microsoft.com/office/drawing/2014/main" id="{1DA45587-5A0D-4536-B31C-E9460AAD78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3708" y="407287"/>
            <a:ext cx="3471373" cy="1957235"/>
          </a:xfrm>
          <a:prstGeom prst="rect">
            <a:avLst/>
          </a:prstGeom>
        </p:spPr>
      </p:pic>
      <p:pic>
        <p:nvPicPr>
          <p:cNvPr id="17" name="図 16">
            <a:extLst>
              <a:ext uri="{FF2B5EF4-FFF2-40B4-BE49-F238E27FC236}">
                <a16:creationId xmlns:a16="http://schemas.microsoft.com/office/drawing/2014/main" id="{1CAD9EDF-3237-4964-9C02-4259C6288F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53014" y="407287"/>
            <a:ext cx="3489814" cy="1957366"/>
          </a:xfrm>
          <a:prstGeom prst="rect">
            <a:avLst/>
          </a:prstGeom>
        </p:spPr>
      </p:pic>
      <p:sp>
        <p:nvSpPr>
          <p:cNvPr id="2" name="スライド番号プレースホルダー 1">
            <a:extLst>
              <a:ext uri="{FF2B5EF4-FFF2-40B4-BE49-F238E27FC236}">
                <a16:creationId xmlns:a16="http://schemas.microsoft.com/office/drawing/2014/main" id="{9250EB18-C801-469B-A58B-E4ED4AE910FD}"/>
              </a:ext>
            </a:extLst>
          </p:cNvPr>
          <p:cNvSpPr>
            <a:spLocks noGrp="1"/>
          </p:cNvSpPr>
          <p:nvPr>
            <p:ph type="sldNum" sz="quarter" idx="12"/>
          </p:nvPr>
        </p:nvSpPr>
        <p:spPr/>
        <p:txBody>
          <a:bodyPr/>
          <a:lstStyle/>
          <a:p>
            <a:fld id="{D77CE0F4-93DF-401C-9042-9C402698D8AB}" type="slidenum">
              <a:rPr kumimoji="1" lang="ja-JP" altLang="en-US" smtClean="0"/>
              <a:t>31</a:t>
            </a:fld>
            <a:endParaRPr kumimoji="1" lang="ja-JP" altLang="en-US"/>
          </a:p>
        </p:txBody>
      </p:sp>
    </p:spTree>
    <p:extLst>
      <p:ext uri="{BB962C8B-B14F-4D97-AF65-F5344CB8AC3E}">
        <p14:creationId xmlns:p14="http://schemas.microsoft.com/office/powerpoint/2010/main" val="30961668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A45E-E5D3-6FD2-D30F-2E8583618A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5172A2-BD78-BEE6-212A-1F77DCF5AF45}"/>
              </a:ext>
            </a:extLst>
          </p:cNvPr>
          <p:cNvSpPr>
            <a:spLocks noGrp="1"/>
          </p:cNvSpPr>
          <p:nvPr>
            <p:ph type="ctrTitle"/>
          </p:nvPr>
        </p:nvSpPr>
        <p:spPr/>
        <p:txBody>
          <a:bodyPr/>
          <a:lstStyle/>
          <a:p>
            <a:r>
              <a:rPr kumimoji="1" lang="ja-JP" altLang="en-US" dirty="0"/>
              <a:t>インターン参加</a:t>
            </a:r>
          </a:p>
        </p:txBody>
      </p:sp>
      <p:sp>
        <p:nvSpPr>
          <p:cNvPr id="3" name="スライド番号プレースホルダー 2">
            <a:extLst>
              <a:ext uri="{FF2B5EF4-FFF2-40B4-BE49-F238E27FC236}">
                <a16:creationId xmlns:a16="http://schemas.microsoft.com/office/drawing/2014/main" id="{2C3658E8-39FD-D324-F62A-497EB82E033D}"/>
              </a:ext>
            </a:extLst>
          </p:cNvPr>
          <p:cNvSpPr>
            <a:spLocks noGrp="1"/>
          </p:cNvSpPr>
          <p:nvPr>
            <p:ph type="sldNum" sz="quarter" idx="12"/>
          </p:nvPr>
        </p:nvSpPr>
        <p:spPr/>
        <p:txBody>
          <a:bodyPr/>
          <a:lstStyle/>
          <a:p>
            <a:fld id="{D77CE0F4-93DF-401C-9042-9C402698D8AB}" type="slidenum">
              <a:rPr kumimoji="1" lang="ja-JP" altLang="en-US" smtClean="0"/>
              <a:t>32</a:t>
            </a:fld>
            <a:endParaRPr kumimoji="1" lang="ja-JP" altLang="en-US"/>
          </a:p>
        </p:txBody>
      </p:sp>
    </p:spTree>
    <p:extLst>
      <p:ext uri="{BB962C8B-B14F-4D97-AF65-F5344CB8AC3E}">
        <p14:creationId xmlns:p14="http://schemas.microsoft.com/office/powerpoint/2010/main" val="42015598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8D42896-ABAA-4051-8D10-5C90B5DB7B11}"/>
              </a:ext>
            </a:extLst>
          </p:cNvPr>
          <p:cNvSpPr>
            <a:spLocks noGrp="1"/>
          </p:cNvSpPr>
          <p:nvPr>
            <p:ph type="sldNum" sz="quarter" idx="12"/>
          </p:nvPr>
        </p:nvSpPr>
        <p:spPr/>
        <p:txBody>
          <a:bodyPr/>
          <a:lstStyle/>
          <a:p>
            <a:fld id="{D77CE0F4-93DF-401C-9042-9C402698D8AB}" type="slidenum">
              <a:rPr kumimoji="1" lang="ja-JP" altLang="en-US" smtClean="0"/>
              <a:t>33</a:t>
            </a:fld>
            <a:endParaRPr kumimoji="1" lang="ja-JP" altLang="en-US"/>
          </a:p>
        </p:txBody>
      </p:sp>
    </p:spTree>
    <p:extLst>
      <p:ext uri="{BB962C8B-B14F-4D97-AF65-F5344CB8AC3E}">
        <p14:creationId xmlns:p14="http://schemas.microsoft.com/office/powerpoint/2010/main" val="31896206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7D5D3-82F4-99DB-3504-74F96DD434A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2EADEC3-90A6-FF57-143F-F85D55A20C05}"/>
              </a:ext>
            </a:extLst>
          </p:cNvPr>
          <p:cNvSpPr>
            <a:spLocks noGrp="1"/>
          </p:cNvSpPr>
          <p:nvPr>
            <p:ph type="ctrTitle"/>
          </p:nvPr>
        </p:nvSpPr>
        <p:spPr/>
        <p:txBody>
          <a:bodyPr/>
          <a:lstStyle/>
          <a:p>
            <a:r>
              <a:rPr lang="ja-JP" altLang="en-US" dirty="0"/>
              <a:t>学外コラボ</a:t>
            </a:r>
            <a:endParaRPr kumimoji="1" lang="ja-JP" altLang="en-US" dirty="0"/>
          </a:p>
        </p:txBody>
      </p:sp>
      <p:sp>
        <p:nvSpPr>
          <p:cNvPr id="3" name="スライド番号プレースホルダー 2">
            <a:extLst>
              <a:ext uri="{FF2B5EF4-FFF2-40B4-BE49-F238E27FC236}">
                <a16:creationId xmlns:a16="http://schemas.microsoft.com/office/drawing/2014/main" id="{1B4CE1BF-97E4-B73C-A37F-34AF6DE7D5A2}"/>
              </a:ext>
            </a:extLst>
          </p:cNvPr>
          <p:cNvSpPr>
            <a:spLocks noGrp="1"/>
          </p:cNvSpPr>
          <p:nvPr>
            <p:ph type="sldNum" sz="quarter" idx="12"/>
          </p:nvPr>
        </p:nvSpPr>
        <p:spPr/>
        <p:txBody>
          <a:bodyPr/>
          <a:lstStyle/>
          <a:p>
            <a:fld id="{D77CE0F4-93DF-401C-9042-9C402698D8AB}" type="slidenum">
              <a:rPr kumimoji="1" lang="ja-JP" altLang="en-US" smtClean="0"/>
              <a:t>34</a:t>
            </a:fld>
            <a:endParaRPr kumimoji="1" lang="ja-JP" altLang="en-US"/>
          </a:p>
        </p:txBody>
      </p:sp>
    </p:spTree>
    <p:extLst>
      <p:ext uri="{BB962C8B-B14F-4D97-AF65-F5344CB8AC3E}">
        <p14:creationId xmlns:p14="http://schemas.microsoft.com/office/powerpoint/2010/main" val="1321536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5A9F3586-6982-4003-B678-5083D2676B4E}"/>
              </a:ext>
            </a:extLst>
          </p:cNvPr>
          <p:cNvSpPr>
            <a:spLocks noGrp="1"/>
          </p:cNvSpPr>
          <p:nvPr>
            <p:ph type="sldNum" sz="quarter" idx="12"/>
          </p:nvPr>
        </p:nvSpPr>
        <p:spPr/>
        <p:txBody>
          <a:bodyPr/>
          <a:lstStyle/>
          <a:p>
            <a:fld id="{D77CE0F4-93DF-401C-9042-9C402698D8AB}" type="slidenum">
              <a:rPr kumimoji="1" lang="ja-JP" altLang="en-US" smtClean="0"/>
              <a:t>35</a:t>
            </a:fld>
            <a:endParaRPr kumimoji="1" lang="ja-JP" altLang="en-US"/>
          </a:p>
        </p:txBody>
      </p:sp>
    </p:spTree>
    <p:extLst>
      <p:ext uri="{BB962C8B-B14F-4D97-AF65-F5344CB8AC3E}">
        <p14:creationId xmlns:p14="http://schemas.microsoft.com/office/powerpoint/2010/main" val="23035018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シャボン">
  <a:themeElements>
    <a:clrScheme name="シャボン">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シャボン">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シャボン">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TM03457510[[fn=シャボン]]</Template>
  <TotalTime>1088</TotalTime>
  <Words>1043</Words>
  <Application>Microsoft Office PowerPoint</Application>
  <PresentationFormat>ワイド画面</PresentationFormat>
  <Paragraphs>263</Paragraphs>
  <Slides>35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35</vt:i4>
      </vt:variant>
    </vt:vector>
  </HeadingPairs>
  <TitlesOfParts>
    <vt:vector size="41" baseType="lpstr">
      <vt:lpstr>游ゴシック</vt:lpstr>
      <vt:lpstr>Arial</vt:lpstr>
      <vt:lpstr>Century Gothic</vt:lpstr>
      <vt:lpstr>Garamond</vt:lpstr>
      <vt:lpstr>Wingdings</vt:lpstr>
      <vt:lpstr>シャボン</vt:lpstr>
      <vt:lpstr>ポートフォリオ</vt:lpstr>
      <vt:lpstr>目次</vt:lpstr>
      <vt:lpstr>PowerPoint プレゼンテーション</vt:lpstr>
      <vt:lpstr>PowerPoint プレゼンテーション</vt:lpstr>
      <vt:lpstr>PowerPoint プレゼンテーション</vt:lpstr>
      <vt:lpstr>PowerPoint プレゼンテーション</vt:lpstr>
      <vt:lpstr>プレイ可能作品</vt:lpstr>
      <vt:lpstr>PowerPoint プレゼンテーション</vt:lpstr>
      <vt:lpstr>概要</vt:lpstr>
      <vt:lpstr>企画のこだわりポイント</vt:lpstr>
      <vt:lpstr>PowerPoint プレゼンテーション</vt:lpstr>
      <vt:lpstr>PowerPoint プレゼンテーション</vt:lpstr>
      <vt:lpstr>PowerPoint プレゼンテーション</vt:lpstr>
      <vt:lpstr>PowerPoint プレゼンテーション</vt:lpstr>
      <vt:lpstr>企画書</vt:lpstr>
      <vt:lpstr>PowerPoint プレゼンテーション</vt:lpstr>
      <vt:lpstr>概要</vt:lpstr>
      <vt:lpstr>企画のこだわりポイント</vt:lpstr>
      <vt:lpstr>PowerPoint プレゼンテーション</vt:lpstr>
      <vt:lpstr>PowerPoint プレゼンテーション</vt:lpstr>
      <vt:lpstr>PowerPoint プレゼンテーション</vt:lpstr>
      <vt:lpstr>概要</vt:lpstr>
      <vt:lpstr>企画のこだわりポイント</vt:lpstr>
      <vt:lpstr>PowerPoint プレゼンテーション</vt:lpstr>
      <vt:lpstr>PowerPoint プレゼンテーション</vt:lpstr>
      <vt:lpstr>PowerPoint プレゼンテーション</vt:lpstr>
      <vt:lpstr>PowerPoint プレゼンテーション</vt:lpstr>
      <vt:lpstr>仕様書</vt:lpstr>
      <vt:lpstr>PowerPoint プレゼンテーション</vt:lpstr>
      <vt:lpstr>ゲーム作品</vt:lpstr>
      <vt:lpstr>PowerPoint プレゼンテーション</vt:lpstr>
      <vt:lpstr>インターン参加</vt:lpstr>
      <vt:lpstr>PowerPoint プレゼンテーション</vt:lpstr>
      <vt:lpstr>学外コラボ</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ポートフォリオ</dc:title>
  <dc:creator>遠藤 直樹</dc:creator>
  <cp:lastModifiedBy>遠藤 直樹</cp:lastModifiedBy>
  <cp:revision>48</cp:revision>
  <dcterms:created xsi:type="dcterms:W3CDTF">2025-08-01T05:16:43Z</dcterms:created>
  <dcterms:modified xsi:type="dcterms:W3CDTF">2026-10-30T06:16:54Z</dcterms:modified>
</cp:coreProperties>
</file>