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8"/>
  </p:notesMasterIdLst>
  <p:handoutMasterIdLst>
    <p:handoutMasterId r:id="rId9"/>
  </p:handoutMasterIdLst>
  <p:sldIdLst>
    <p:sldId id="440" r:id="rId5"/>
    <p:sldId id="441" r:id="rId6"/>
    <p:sldId id="443" r:id="rId7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E5D6"/>
    <a:srgbClr val="50D04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26EB3-7820-EF71-D8F7-14A2EEFBA89B}" v="33" dt="2026-04-17T01:04:40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72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坂本 拓也" userId="S::s_takuya@s.asojuku.ac.jp::d347bcea-8ce2-4fd3-9452-afeb23234a21" providerId="AD" clId="Web-{01D63537-046A-4D4E-8202-BF8A83BE11AF}"/>
    <pc:docChg chg="modSld">
      <pc:chgData name="坂本 拓也" userId="S::s_takuya@s.asojuku.ac.jp::d347bcea-8ce2-4fd3-9452-afeb23234a21" providerId="AD" clId="Web-{01D63537-046A-4D4E-8202-BF8A83BE11AF}" dt="2026-04-15T01:03:43.261" v="3" actId="20577"/>
      <pc:docMkLst>
        <pc:docMk/>
      </pc:docMkLst>
      <pc:sldChg chg="modSp">
        <pc:chgData name="坂本 拓也" userId="S::s_takuya@s.asojuku.ac.jp::d347bcea-8ce2-4fd3-9452-afeb23234a21" providerId="AD" clId="Web-{01D63537-046A-4D4E-8202-BF8A83BE11AF}" dt="2026-04-15T01:03:43.261" v="3" actId="20577"/>
        <pc:sldMkLst>
          <pc:docMk/>
          <pc:sldMk cId="372703351" sldId="441"/>
        </pc:sldMkLst>
        <pc:spChg chg="mod">
          <ac:chgData name="坂本 拓也" userId="S::s_takuya@s.asojuku.ac.jp::d347bcea-8ce2-4fd3-9452-afeb23234a21" providerId="AD" clId="Web-{01D63537-046A-4D4E-8202-BF8A83BE11AF}" dt="2026-04-15T01:03:43.261" v="3" actId="20577"/>
          <ac:spMkLst>
            <pc:docMk/>
            <pc:sldMk cId="372703351" sldId="441"/>
            <ac:spMk id="6" creationId="{1340A38F-7A0A-C3CF-D8B5-3D4165FAD496}"/>
          </ac:spMkLst>
        </pc:spChg>
      </pc:sldChg>
    </pc:docChg>
  </pc:docChgLst>
  <pc:docChgLst>
    <pc:chgData name="古賀 誠司" userId="S::2516009@s.asojuku.ac.jp::1b786af8-a5f9-4050-8b9f-02c67211cde8" providerId="AD" clId="Web-{12A26EB3-7820-EF71-D8F7-14A2EEFBA89B}"/>
    <pc:docChg chg="modSld">
      <pc:chgData name="古賀 誠司" userId="S::2516009@s.asojuku.ac.jp::1b786af8-a5f9-4050-8b9f-02c67211cde8" providerId="AD" clId="Web-{12A26EB3-7820-EF71-D8F7-14A2EEFBA89B}" dt="2026-04-17T01:04:38.471" v="15" actId="20577"/>
      <pc:docMkLst>
        <pc:docMk/>
      </pc:docMkLst>
      <pc:sldChg chg="modSp">
        <pc:chgData name="古賀 誠司" userId="S::2516009@s.asojuku.ac.jp::1b786af8-a5f9-4050-8b9f-02c67211cde8" providerId="AD" clId="Web-{12A26EB3-7820-EF71-D8F7-14A2EEFBA89B}" dt="2026-04-17T01:04:38.471" v="15" actId="20577"/>
        <pc:sldMkLst>
          <pc:docMk/>
          <pc:sldMk cId="1920528698" sldId="440"/>
        </pc:sldMkLst>
        <pc:spChg chg="mod">
          <ac:chgData name="古賀 誠司" userId="S::2516009@s.asojuku.ac.jp::1b786af8-a5f9-4050-8b9f-02c67211cde8" providerId="AD" clId="Web-{12A26EB3-7820-EF71-D8F7-14A2EEFBA89B}" dt="2026-04-17T01:04:38.471" v="15" actId="20577"/>
          <ac:spMkLst>
            <pc:docMk/>
            <pc:sldMk cId="1920528698" sldId="440"/>
            <ac:spMk id="4" creationId="{1C700FEB-3A8B-5BEF-954E-0EC63BF60CAE}"/>
          </ac:spMkLst>
        </pc:spChg>
      </pc:sldChg>
    </pc:docChg>
  </pc:docChgLst>
  <pc:docChgLst>
    <pc:chgData name="坂本 拓也" userId="S::s_takuya@s.asojuku.ac.jp::d347bcea-8ce2-4fd3-9452-afeb23234a21" providerId="AD" clId="Web-{4BB0599A-B337-F978-EAEE-1E5B21FA6743}"/>
    <pc:docChg chg="modSld">
      <pc:chgData name="坂本 拓也" userId="S::s_takuya@s.asojuku.ac.jp::d347bcea-8ce2-4fd3-9452-afeb23234a21" providerId="AD" clId="Web-{4BB0599A-B337-F978-EAEE-1E5B21FA6743}" dt="2026-04-13T23:54:54.914" v="34" actId="20577"/>
      <pc:docMkLst>
        <pc:docMk/>
      </pc:docMkLst>
      <pc:sldChg chg="modSp">
        <pc:chgData name="坂本 拓也" userId="S::s_takuya@s.asojuku.ac.jp::d347bcea-8ce2-4fd3-9452-afeb23234a21" providerId="AD" clId="Web-{4BB0599A-B337-F978-EAEE-1E5B21FA6743}" dt="2026-04-13T23:54:54.914" v="34" actId="20577"/>
        <pc:sldMkLst>
          <pc:docMk/>
          <pc:sldMk cId="3727734288" sldId="435"/>
        </pc:sldMkLst>
        <pc:spChg chg="mod">
          <ac:chgData name="坂本 拓也" userId="S::s_takuya@s.asojuku.ac.jp::d347bcea-8ce2-4fd3-9452-afeb23234a21" providerId="AD" clId="Web-{4BB0599A-B337-F978-EAEE-1E5B21FA6743}" dt="2026-04-13T23:54:54.914" v="34" actId="20577"/>
          <ac:spMkLst>
            <pc:docMk/>
            <pc:sldMk cId="3727734288" sldId="435"/>
            <ac:spMk id="14" creationId="{16E15C5F-6657-479A-BD0D-A145E7315BE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C78B4-D4EA-4E83-A43A-6FA5A0F7D0B3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4F567-5817-4092-8EEB-419011F58E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5217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B1B21-716A-4773-A420-9B5CE6E28AE2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94227-4E8D-4547-92A9-04B1088AF5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4980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145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570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656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26DE7-6362-45FB-80B6-F8887A987F74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34311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12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F063-2530-4F1C-AB5B-9D9DE17668FE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23052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94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29"/>
            <a:ext cx="11216640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6527239"/>
            <a:ext cx="11216640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/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4A9C-0BE6-426B-BA97-ED8EA34CDCEB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10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01CC-F81F-4FAE-8D03-865955CA638F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76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519291"/>
            <a:ext cx="11216640" cy="188524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1" y="2390987"/>
            <a:ext cx="5528734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1" y="3562773"/>
            <a:ext cx="5528734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D44DF-24CA-43E2-9093-3396243AA9AB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74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3613-0D91-4125-A766-A2F45B449B2D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03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BB27-9AAA-41C2-B253-2D106947EC5E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63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404340"/>
            <a:ext cx="6583680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48FA-3FA4-474C-AE70-9A9080B18688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97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404340"/>
            <a:ext cx="6583680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450C2-176F-4CDC-A949-402CABB185D5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74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9B59-3BF3-4B80-B26E-7562A8BFA88C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39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1" y="519289"/>
            <a:ext cx="2804160" cy="82657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1" y="519289"/>
            <a:ext cx="8249920" cy="82657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E815-7981-4C74-AEC5-ED53767866CB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47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1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29F21-9341-413A-8868-D34EC7AB7037}" type="datetime1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kumimoji="1"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kumimoji="1"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co/xZNl5vUKJ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r>
              <a:rPr lang="en-US" altLang="ja-JP" sz="3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V2</a:t>
            </a:r>
            <a:endParaRPr lang="ja-JP" altLang="en-US" sz="36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749FE-12CE-A65E-71C4-957FC987A2C2}"/>
              </a:ext>
            </a:extLst>
          </p:cNvPr>
          <p:cNvSpPr txBox="1"/>
          <p:nvPr/>
        </p:nvSpPr>
        <p:spPr>
          <a:xfrm>
            <a:off x="165694" y="119482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700FEB-3A8B-5BEF-954E-0EC63BF60CAE}"/>
              </a:ext>
            </a:extLst>
          </p:cNvPr>
          <p:cNvSpPr txBox="1"/>
          <p:nvPr/>
        </p:nvSpPr>
        <p:spPr>
          <a:xfrm>
            <a:off x="2630988" y="1194826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2800" dirty="0">
                <a:latin typeface="メイリオ"/>
                <a:ea typeface="メイリオ"/>
              </a:rPr>
              <a:t>まりもん～まりあ様と不思議なモンスター～</a:t>
            </a:r>
            <a:endParaRPr kumimoji="1" lang="en-US" altLang="ja-JP" sz="2800" dirty="0">
              <a:latin typeface="メイリオ"/>
              <a:ea typeface="メイリオ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27D54C-19AA-B8F5-2A89-D0A061324D7C}"/>
              </a:ext>
            </a:extLst>
          </p:cNvPr>
          <p:cNvSpPr txBox="1"/>
          <p:nvPr/>
        </p:nvSpPr>
        <p:spPr>
          <a:xfrm>
            <a:off x="165694" y="221392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主人公に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6DC3D0D-B07D-47FA-5861-B20B6E5F179D}"/>
              </a:ext>
            </a:extLst>
          </p:cNvPr>
          <p:cNvSpPr txBox="1"/>
          <p:nvPr/>
        </p:nvSpPr>
        <p:spPr>
          <a:xfrm>
            <a:off x="2630988" y="2213929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黒宝まりあ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2800" b="0" i="0" u="none" strike="noStrike" dirty="0">
                <a:solidFill>
                  <a:srgbClr val="1D9BF0"/>
                </a:solidFill>
                <a:effectLst/>
                <a:latin typeface="Segoe UI" panose="020B0502040204020203" pitchFamily="34" charset="0"/>
                <a:hlinkClick r:id="rId3"/>
              </a:rPr>
              <a:t>youtube.com/@kokuhoumaria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1B4D02-4CCF-9C29-88C8-E09C46F1247F}"/>
              </a:ext>
            </a:extLst>
          </p:cNvPr>
          <p:cNvSpPr txBox="1"/>
          <p:nvPr/>
        </p:nvSpPr>
        <p:spPr>
          <a:xfrm>
            <a:off x="165694" y="31892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場所・世界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74EBBCE-D030-31A0-25E8-629024707ED4}"/>
              </a:ext>
            </a:extLst>
          </p:cNvPr>
          <p:cNvSpPr txBox="1"/>
          <p:nvPr/>
        </p:nvSpPr>
        <p:spPr>
          <a:xfrm>
            <a:off x="2630988" y="3189232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異世界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6D0640-A37B-E247-F879-B199C8BBB738}"/>
              </a:ext>
            </a:extLst>
          </p:cNvPr>
          <p:cNvSpPr txBox="1"/>
          <p:nvPr/>
        </p:nvSpPr>
        <p:spPr>
          <a:xfrm>
            <a:off x="165694" y="420979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メイン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16DBE3-61EB-2341-C5D4-51E1B508BEA0}"/>
              </a:ext>
            </a:extLst>
          </p:cNvPr>
          <p:cNvSpPr txBox="1"/>
          <p:nvPr/>
        </p:nvSpPr>
        <p:spPr>
          <a:xfrm>
            <a:off x="2630988" y="4209799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戦闘、探索、捕獲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C062E1-1FBC-CF9E-D7D0-299D9075DF65}"/>
              </a:ext>
            </a:extLst>
          </p:cNvPr>
          <p:cNvSpPr txBox="1"/>
          <p:nvPr/>
        </p:nvSpPr>
        <p:spPr>
          <a:xfrm>
            <a:off x="165694" y="52398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目的に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4B1D26D-EE88-5A61-C1FA-0BB790D7C150}"/>
              </a:ext>
            </a:extLst>
          </p:cNvPr>
          <p:cNvSpPr txBox="1"/>
          <p:nvPr/>
        </p:nvSpPr>
        <p:spPr>
          <a:xfrm>
            <a:off x="2630988" y="5239832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ラスボスの敵を倒す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0D1937F-47C9-9E98-E038-F3A696BE53ED}"/>
              </a:ext>
            </a:extLst>
          </p:cNvPr>
          <p:cNvSpPr txBox="1"/>
          <p:nvPr/>
        </p:nvSpPr>
        <p:spPr>
          <a:xfrm>
            <a:off x="190845" y="630256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360183-8BEA-9018-42C8-A4AE0523D94A}"/>
              </a:ext>
            </a:extLst>
          </p:cNvPr>
          <p:cNvSpPr txBox="1"/>
          <p:nvPr/>
        </p:nvSpPr>
        <p:spPr>
          <a:xfrm>
            <a:off x="2656139" y="6302566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クエスト　雑魚的との戦闘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6274AE5-110A-93BF-023A-D37A931E03A8}"/>
              </a:ext>
            </a:extLst>
          </p:cNvPr>
          <p:cNvSpPr txBox="1"/>
          <p:nvPr/>
        </p:nvSpPr>
        <p:spPr>
          <a:xfrm>
            <a:off x="190845" y="7399057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ジャンルについて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9389119-84FB-C9B1-5A8D-3C1EF720178C}"/>
              </a:ext>
            </a:extLst>
          </p:cNvPr>
          <p:cNvSpPr txBox="1"/>
          <p:nvPr/>
        </p:nvSpPr>
        <p:spPr>
          <a:xfrm>
            <a:off x="2656139" y="7399058"/>
            <a:ext cx="1018296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ターン性コマンド</a:t>
            </a:r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RPG</a:t>
            </a:r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＆ノベルストーリー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7F6E648-BCBC-F4E7-CD6E-304F25AC3FA9}"/>
              </a:ext>
            </a:extLst>
          </p:cNvPr>
          <p:cNvSpPr txBox="1"/>
          <p:nvPr/>
        </p:nvSpPr>
        <p:spPr>
          <a:xfrm>
            <a:off x="215996" y="846179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上記からの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1B2D134-9A4C-605D-5101-0C5A8006F89C}"/>
              </a:ext>
            </a:extLst>
          </p:cNvPr>
          <p:cNvSpPr txBox="1"/>
          <p:nvPr/>
        </p:nvSpPr>
        <p:spPr>
          <a:xfrm>
            <a:off x="2681290" y="8461792"/>
            <a:ext cx="101829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主人公が、異世界で、敵との戦闘、探索、モンスター確保をくりかえして、レベルアップを達成し、ラスボスを達成する、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RPG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52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 イメージ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177664" y="2464610"/>
            <a:ext cx="10649472" cy="5751095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D3247E-F948-979A-1F50-0C213D84EE3B}"/>
              </a:ext>
            </a:extLst>
          </p:cNvPr>
          <p:cNvSpPr txBox="1"/>
          <p:nvPr/>
        </p:nvSpPr>
        <p:spPr>
          <a:xfrm>
            <a:off x="215996" y="1231880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40A38F-7A0A-C3CF-D8B5-3D4165FAD496}"/>
              </a:ext>
            </a:extLst>
          </p:cNvPr>
          <p:cNvSpPr txBox="1"/>
          <p:nvPr/>
        </p:nvSpPr>
        <p:spPr>
          <a:xfrm>
            <a:off x="215996" y="8580769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駆け引き</a:t>
            </a:r>
            <a:endParaRPr lang="en-US" sz="2800">
              <a:solidFill>
                <a:srgbClr val="000000"/>
              </a:solidFill>
              <a:latin typeface="Meiryo"/>
              <a:ea typeface="Meiryo"/>
            </a:endParaRPr>
          </a:p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要素！</a:t>
            </a:r>
            <a:endParaRPr kumimoji="1" lang="en-US" sz="2800">
              <a:solidFill>
                <a:schemeClr val="bg1"/>
              </a:solidFill>
              <a:latin typeface="Meiryo"/>
              <a:ea typeface="Meiryo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902B89-EC04-85F1-1AD1-8E592C4C8E0D}"/>
              </a:ext>
            </a:extLst>
          </p:cNvPr>
          <p:cNvSpPr txBox="1"/>
          <p:nvPr/>
        </p:nvSpPr>
        <p:spPr>
          <a:xfrm>
            <a:off x="2681290" y="8580770"/>
            <a:ext cx="101829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000" dirty="0"/>
              <a:t>敵の行動や状況を予測し、それに対抗する最適な自分の行動を選ぶこと</a:t>
            </a:r>
            <a:endParaRPr kumimoji="1" lang="en-US" altLang="ja-JP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A8A455-9924-468F-9CDA-434A85311BFA}"/>
              </a:ext>
            </a:extLst>
          </p:cNvPr>
          <p:cNvSpPr txBox="1"/>
          <p:nvPr/>
        </p:nvSpPr>
        <p:spPr>
          <a:xfrm>
            <a:off x="2681290" y="1295294"/>
            <a:ext cx="101829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主人公が、異世界で、敵との戦闘、探索、モンスター確保をくりかえして、レベルアップを達成し、ラスボスを達成する、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RPG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CE3BF05-6236-4DA7-A4E5-71D84420F780}"/>
              </a:ext>
            </a:extLst>
          </p:cNvPr>
          <p:cNvSpPr/>
          <p:nvPr/>
        </p:nvSpPr>
        <p:spPr bwMode="auto">
          <a:xfrm>
            <a:off x="1361313" y="3695700"/>
            <a:ext cx="4826000" cy="34417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F7F95E2-84F8-4133-AA8D-B6B5D3FAC191}"/>
              </a:ext>
            </a:extLst>
          </p:cNvPr>
          <p:cNvSpPr/>
          <p:nvPr/>
        </p:nvSpPr>
        <p:spPr bwMode="auto">
          <a:xfrm>
            <a:off x="6817487" y="3695700"/>
            <a:ext cx="4826000" cy="34417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DD591D-49A1-4849-9E10-46C620802A10}"/>
              </a:ext>
            </a:extLst>
          </p:cNvPr>
          <p:cNvSpPr txBox="1"/>
          <p:nvPr/>
        </p:nvSpPr>
        <p:spPr>
          <a:xfrm>
            <a:off x="2199513" y="2947987"/>
            <a:ext cx="398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マップ画面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EFB6373-A1D7-4E2F-895C-0AA1C2A570E4}"/>
              </a:ext>
            </a:extLst>
          </p:cNvPr>
          <p:cNvSpPr txBox="1"/>
          <p:nvPr/>
        </p:nvSpPr>
        <p:spPr>
          <a:xfrm>
            <a:off x="7898931" y="2947987"/>
            <a:ext cx="398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戦闘画面</a:t>
            </a:r>
          </a:p>
        </p:txBody>
      </p:sp>
      <p:pic>
        <p:nvPicPr>
          <p:cNvPr id="2050" name="Picture 2" descr="画像ページ (3/6) 『ポケットモンスター ハートゴールド・ソウルシルバー』が発売された日。名作『ポケモン  金・銀』をニンテンドーDSでリメイク。付属の“ポケウォーカー”でポケモンとお出かけ【今日は何の日？】 | ゲーム・エンタメ最新情報のファミ通.com">
            <a:extLst>
              <a:ext uri="{FF2B5EF4-FFF2-40B4-BE49-F238E27FC236}">
                <a16:creationId xmlns:a16="http://schemas.microsoft.com/office/drawing/2014/main" id="{0EA1641A-8118-42B3-B2F1-47404BA23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312" y="3669709"/>
            <a:ext cx="4826000" cy="348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8974EDE2-2E7C-48F0-B4B1-1FCD05019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43299" y="4610484"/>
            <a:ext cx="406855" cy="1144559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7BE12A1-3900-44E7-85EA-547C8C124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7486" y="3695700"/>
            <a:ext cx="4826001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・ファンメイドのゲームとして恥のないクオリティのゲームを作る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・ノベルシーンと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RGP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としてのゲームをしっかり作る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・ゲームバランスやサイクルをしっかり考えて作る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371174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・データ管理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(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モンスターのパラメータなど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・セーブ機能の実装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・文字スクリプトの実装</a:t>
            </a:r>
          </a:p>
        </p:txBody>
      </p:sp>
    </p:spTree>
    <p:extLst>
      <p:ext uri="{BB962C8B-B14F-4D97-AF65-F5344CB8AC3E}">
        <p14:creationId xmlns:p14="http://schemas.microsoft.com/office/powerpoint/2010/main" val="153546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50000"/>
            </a:schemeClr>
          </a:solidFill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sz="2400" dirty="0">
            <a:solidFill>
              <a:srgbClr val="000000"/>
            </a:solidFill>
            <a:latin typeface="HGP創英角ｺﾞｼｯｸUB" panose="020B0900000000000000" pitchFamily="50" charset="-128"/>
            <a:ea typeface="HGP創英角ｺﾞｼｯｸUB" panose="020B0900000000000000" pitchFamily="50" charset="-128"/>
            <a:cs typeface="メイリオ" pitchFamily="50" charset="-128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c73c1f5-50cd-4477-a315-44bef7b8a847" xsi:nil="true"/>
    <lcf76f155ced4ddcb4097134ff3c332f xmlns="aaa52e1c-8772-4366-aa63-bf636c80ebd4">
      <Terms xmlns="http://schemas.microsoft.com/office/infopath/2007/PartnerControls"/>
    </lcf76f155ced4ddcb4097134ff3c332f>
    <_x5b9f__x88c5_ xmlns="aaa52e1c-8772-4366-aa63-bf636c80ebd4">false</_x5b9f__x88c5_>
    <SharedWithUsers xmlns="0c73c1f5-50cd-4477-a315-44bef7b8a847">
      <UserInfo>
        <DisplayName/>
        <AccountId xsi:nil="true"/>
        <AccountType/>
      </UserInfo>
    </SharedWithUsers>
    <MediaLengthInSeconds xmlns="aaa52e1c-8772-4366-aa63-bf636c80ebd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6A6C361903FA540AF4D79E6EA2B777C" ma:contentTypeVersion="20" ma:contentTypeDescription="新しいドキュメントを作成します。" ma:contentTypeScope="" ma:versionID="c51e6dc635d7884d0c2c325f025ec4a5">
  <xsd:schema xmlns:xsd="http://www.w3.org/2001/XMLSchema" xmlns:xs="http://www.w3.org/2001/XMLSchema" xmlns:p="http://schemas.microsoft.com/office/2006/metadata/properties" xmlns:ns2="aaa52e1c-8772-4366-aa63-bf636c80ebd4" xmlns:ns3="0c73c1f5-50cd-4477-a315-44bef7b8a847" targetNamespace="http://schemas.microsoft.com/office/2006/metadata/properties" ma:root="true" ma:fieldsID="946a030821db90bf783b20c6c950d067" ns2:_="" ns3:_="">
    <xsd:import namespace="aaa52e1c-8772-4366-aa63-bf636c80ebd4"/>
    <xsd:import namespace="0c73c1f5-50cd-4477-a315-44bef7b8a8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_x5b9f__x88c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a52e1c-8772-4366-aa63-bf636c80eb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5b9f__x88c5_" ma:index="27" nillable="true" ma:displayName="実装" ma:default="0" ma:format="Dropdown" ma:internalName="_x5b9f__x88c5_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73c1f5-50cd-4477-a315-44bef7b8a84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53382d8-dd25-4436-a728-185b26683a86}" ma:internalName="TaxCatchAll" ma:showField="CatchAllData" ma:web="0c73c1f5-50cd-4477-a315-44bef7b8a8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48941E-71E2-4531-BC0F-EE0D630B2A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CE55E-098B-4E48-AF86-E65EA21E3ADA}">
  <ds:schemaRefs>
    <ds:schemaRef ds:uri="02709b60-37ec-424b-b681-c6612ac7fe32"/>
    <ds:schemaRef ds:uri="0c73c1f5-50cd-4477-a315-44bef7b8a847"/>
    <ds:schemaRef ds:uri="aaa52e1c-8772-4366-aa63-bf636c80ebd4"/>
    <ds:schemaRef ds:uri="f9048785-d070-4c78-8f2f-ed2b48eb34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689D880-A5DB-4A21-B2B4-0EC7AFDE44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a52e1c-8772-4366-aa63-bf636c80ebd4"/>
    <ds:schemaRef ds:uri="0c73c1f5-50cd-4477-a315-44bef7b8a8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226</Words>
  <Application>Microsoft Office PowerPoint</Application>
  <PresentationFormat>ユーザー設定</PresentationFormat>
  <Paragraphs>48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1" baseType="lpstr">
      <vt:lpstr>HGP創英角ｺﾞｼｯｸUB</vt:lpstr>
      <vt:lpstr>メイリオ</vt:lpstr>
      <vt:lpstr>メイリオ</vt:lpstr>
      <vt:lpstr>Arial</vt:lpstr>
      <vt:lpstr>Calibri</vt:lpstr>
      <vt:lpstr>Calibri Light</vt:lpstr>
      <vt:lpstr>Segoe UI</vt:lpstr>
      <vt:lpstr>Office テーマ</vt:lpstr>
      <vt:lpstr>ゲーム概要V2</vt:lpstr>
      <vt:lpstr>ゲーム画面 イメージ</vt:lpstr>
      <vt:lpstr>個人目標設定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アイディアをゲームにしてみよう！</dc:title>
  <dc:creator>Microsoft アカウント</dc:creator>
  <cp:lastModifiedBy>遠藤 直樹</cp:lastModifiedBy>
  <cp:revision>10</cp:revision>
  <dcterms:created xsi:type="dcterms:W3CDTF">2022-03-11T03:47:55Z</dcterms:created>
  <dcterms:modified xsi:type="dcterms:W3CDTF">2026-09-15T02:10:03Z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0x010100A6A6C361903FA540AF4D79E6EA2B777C</vt:lpwstr>
  </property>
  <property fmtid="{D5CDD505-2E9C-101B-9397-08002B2CF9AE}" pid="3" name="MediaServiceImageTags">
    <vt:lpwstr/>
  </property>
  <property fmtid="{D5CDD505-2E9C-101B-9397-08002B2CF9AE}" pid="4" name="Order">
    <vt:r8>11917100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