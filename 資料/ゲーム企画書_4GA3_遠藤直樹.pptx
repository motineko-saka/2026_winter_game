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2EE29-D64F-6637-F792-C088BD648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7ED20F-57E7-2934-9DDE-6FFBAE672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B1D9D6-63A1-A49B-E732-0D00CEF6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0F73EB-54F1-0BE9-69A1-A286DBE7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F68891-B6D3-E9F3-4C4F-52030065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02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8E9D58-5C93-A009-5361-B6EFACDA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0AE5FF-E636-DE06-AD8F-62B0097DC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C182C7-73C6-3102-5419-0355D76D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9D2146-2865-FA3B-6D14-F5F94918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102052-37F4-E053-9F89-C5A45892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16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1BD3E-10C0-9D6C-988C-447973B7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F87B4C-B118-4C39-6F31-D95207079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CC54F5-77D0-C45D-2FC2-434EDBF8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2D743-87A2-A47B-BCFE-5D86571D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DB887E-70C7-3126-E885-535BB45F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62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A2682-F3DF-C5F3-CC30-E1FB3832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A6F0E-561D-001C-7454-8919556F7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C22256-9669-846A-9004-CA2BF1347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1BCA0E-7727-C8FE-53F1-55D018F7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43F2AB-ABC5-D497-AFE4-FC79B79F2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13D024-3B4E-565B-6B36-0EEA6B5C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45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7A2DC-51E1-43A2-1524-D8694361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F12E0D-E63C-CBC7-BB22-D4FCE10C0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016AD8-059E-10BE-3720-928225CA1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1C8484-5461-FB2E-C357-4D874CF9C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91B521-6BDB-099E-2FDF-43C30D64E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EBFB2E-F23A-918F-6AE4-919D0352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348FA7-BF12-CFD8-BDF3-A9566FCE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CC2ED6-D3CB-4F99-F213-97748492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9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D6216-8628-3B38-20E8-9DBB34F4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CA61E5-98C4-6C33-D304-9C33A88D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8C1645-3A60-CD03-2F34-AE03E041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378A7E-7FE6-9831-2123-272E10C4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88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62F346-382C-8934-921C-B6D178B2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ECC1D4-922B-7ED1-7703-8ACC34E9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4EDC73-0F55-12D8-865D-1EA334A3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16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8B250-BEB5-0376-ED04-822A6AC7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CBF43D-9C20-FC53-C642-4E39AF08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A11608-2673-5C61-FA19-5A82B415D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493D3C-94D5-C9D2-3E39-16A2285B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7820DC-A8FD-BE99-4216-F5B87DAA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92217F-80B4-2A8B-6869-D95D73D6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319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B6B957-A0B8-5E44-2FB9-E7C20AD2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54985B-A4D6-C74F-FF2B-6A40D6FFF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5353B5-C8AE-DF02-0196-EC6F012AC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44C208-D730-4F65-40AD-CDF00AF4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51CCA-F0BE-1CFD-26D8-7A70FEF2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AD2F78-0300-66AE-088A-0EB0A6DB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17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70A46D-95BE-EF9A-7375-D2EEC538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41185F-7A51-A929-7513-534E4E2CD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FC0850-E294-5855-239C-3F07F320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509680-C91B-96D8-45DC-17563E36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CD12A6-04CA-4CC0-D4E7-A589E1BB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489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08BC85-79DD-33FC-4731-DEA0FB2F2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1B9B98-4E2A-564B-DBD3-505494C15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0A24AA-3E27-C81D-25CA-C7B05FFC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24E52E-0C9F-53FC-FBFB-B0348CA4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A2645F-DB4A-E37B-37D2-89974620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04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C0040AC-5635-21A5-D81E-9A28B4C6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96F58-83C7-C3E7-B6E8-73D1BAC4C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18528D-B083-B9F6-DA1D-D981C39A7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75935-BC27-41EE-9206-7418E38C946F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9EDBEC-7EFF-11F9-69A3-23258881C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2F6A90-90ED-7C73-B47A-C5A58CBBC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AA806-CD1B-4F88-AF54-444B3BD7DE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690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E9F980-270B-9F73-6E89-217E234A2D15}"/>
              </a:ext>
            </a:extLst>
          </p:cNvPr>
          <p:cNvSpPr txBox="1"/>
          <p:nvPr/>
        </p:nvSpPr>
        <p:spPr>
          <a:xfrm>
            <a:off x="1644073" y="831273"/>
            <a:ext cx="887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まりもん</a:t>
            </a:r>
            <a:r>
              <a:rPr kumimoji="1" lang="en-US" altLang="ja-JP" dirty="0"/>
              <a:t>~</a:t>
            </a:r>
            <a:r>
              <a:rPr kumimoji="1" lang="ja-JP" altLang="en-US" dirty="0"/>
              <a:t>まりあ様と不思議なモンスター</a:t>
            </a:r>
            <a:r>
              <a:rPr kumimoji="1" lang="en-US" altLang="ja-JP" dirty="0"/>
              <a:t>~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830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32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03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09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ワイド画面</PresentationFormat>
  <Paragraphs>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遠藤 直樹</dc:creator>
  <cp:lastModifiedBy>遠藤 直樹</cp:lastModifiedBy>
  <cp:revision>1</cp:revision>
  <dcterms:created xsi:type="dcterms:W3CDTF">2026-09-19T04:11:25Z</dcterms:created>
  <dcterms:modified xsi:type="dcterms:W3CDTF">2026-09-19T04:11:38Z</dcterms:modified>
</cp:coreProperties>
</file>