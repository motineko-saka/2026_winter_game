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87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FD2EE29-D64F-6637-F792-C088BD648B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17ED20F-57E7-2934-9DDE-6FFBAE67292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5B1D9D6-63A1-A49B-E732-0D00CEF6D8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E75935-BC27-41EE-9206-7418E38C946F}" type="datetimeFigureOut">
              <a:rPr kumimoji="1" lang="ja-JP" altLang="en-US" smtClean="0"/>
              <a:t>2026/9/20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E0F73EB-54F1-0BE9-69A1-A286DBE7E6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BF68891-B6D3-E9F3-4C4F-52030065E4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AA806-CD1B-4F88-AF54-444B3BD7DE0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730255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B8E9D58-5C93-A009-5361-B6EFACDA37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90AE5FF-E636-DE06-AD8F-62B0097DCF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5C182C7-73C6-3102-5419-0355D76DB4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E75935-BC27-41EE-9206-7418E38C946F}" type="datetimeFigureOut">
              <a:rPr kumimoji="1" lang="ja-JP" altLang="en-US" smtClean="0"/>
              <a:t>2026/9/20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29D2146-2865-FA3B-6D14-F5F9491834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E102052-37F4-E053-9F89-C5A4589294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AA806-CD1B-4F88-AF54-444B3BD7DE0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351609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971BD3E-10C0-9D6C-988C-447973B7BD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9F87B4C-B118-4C39-6F31-D95207079E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8CC54F5-77D0-C45D-2FC2-434EDBF8F3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E75935-BC27-41EE-9206-7418E38C946F}" type="datetimeFigureOut">
              <a:rPr kumimoji="1" lang="ja-JP" altLang="en-US" smtClean="0"/>
              <a:t>2026/9/20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8F2D743-87A2-A47B-BCFE-5D86571DA4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8DB887E-70C7-3126-E885-535BB45F9B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AA806-CD1B-4F88-AF54-444B3BD7DE0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176257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70A2682-F3DF-C5F3-CC30-E1FB38323E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58A6F0E-561D-001C-7454-8919556F700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00C22256-9669-846A-9004-CA2BF13472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11BCA0E-7727-C8FE-53F1-55D018F78A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E75935-BC27-41EE-9206-7418E38C946F}" type="datetimeFigureOut">
              <a:rPr kumimoji="1" lang="ja-JP" altLang="en-US" smtClean="0"/>
              <a:t>2026/9/20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2D43F2AB-ABC5-D497-AFE4-FC79B79F2F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7B13D024-3B4E-565B-6B36-0EEA6B5C55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AA806-CD1B-4F88-AF54-444B3BD7DE0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34502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4C7A2DC-51E1-43A2-1524-D86943615F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8F12E0D-E63C-CBC7-BB22-D4FCE10C03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D8016AD8-059E-10BE-3720-928225CA1E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9D1C8484-5461-FB2E-C357-4D874CF9C41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5091B521-6BDB-099E-2FDF-43C30D64EFB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46EBFB2E-F23A-918F-6AE4-919D03522C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E75935-BC27-41EE-9206-7418E38C946F}" type="datetimeFigureOut">
              <a:rPr kumimoji="1" lang="ja-JP" altLang="en-US" smtClean="0"/>
              <a:t>2026/9/20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9D348FA7-BF12-CFD8-BDF3-A9566FCE12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0FCC2ED6-D3CB-4F99-F213-9774849285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AA806-CD1B-4F88-AF54-444B3BD7DE0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545937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1CD6216-8628-3B38-20E8-9DBB34F4B1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5CA61E5-98C4-6C33-D304-9C33A88D1A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E75935-BC27-41EE-9206-7418E38C946F}" type="datetimeFigureOut">
              <a:rPr kumimoji="1" lang="ja-JP" altLang="en-US" smtClean="0"/>
              <a:t>2026/9/20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168C1645-3A60-CD03-2F34-AE03E041B4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4E378A7E-7FE6-9831-2123-272E10C4AA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AA806-CD1B-4F88-AF54-444B3BD7DE0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428857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2B62F346-382C-8934-921C-B6D178B294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E75935-BC27-41EE-9206-7418E38C946F}" type="datetimeFigureOut">
              <a:rPr kumimoji="1" lang="ja-JP" altLang="en-US" smtClean="0"/>
              <a:t>2026/9/20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04ECC1D4-922B-7ED1-7703-8ACC34E94C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44EDC73-0F55-12D8-865D-1EA334A3A2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AA806-CD1B-4F88-AF54-444B3BD7DE0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681601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648B250-BEB5-0376-ED04-822A6AC79A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2CBF43D-9C20-FC53-C642-4E39AF08A8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F2A11608-2673-5C61-FA19-5A82B415D5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B493D3C-94D5-C9D2-3E39-16A2285B1E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E75935-BC27-41EE-9206-7418E38C946F}" type="datetimeFigureOut">
              <a:rPr kumimoji="1" lang="ja-JP" altLang="en-US" smtClean="0"/>
              <a:t>2026/9/20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A7820DC-A8FD-BE99-4216-F5B87DAAED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892217F-80B4-2A8B-6869-D95D73D6D0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AA806-CD1B-4F88-AF54-444B3BD7DE0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431912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4B6B957-A0B8-5E44-2FB9-E7C20AD2D8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B754985B-A4D6-C74F-FF2B-6A40D6FFFE3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115353B5-C8AE-DF02-0196-EC6F012AC6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644C208-D730-4F65-40AD-CDF00AF4BE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E75935-BC27-41EE-9206-7418E38C946F}" type="datetimeFigureOut">
              <a:rPr kumimoji="1" lang="ja-JP" altLang="en-US" smtClean="0"/>
              <a:t>2026/9/20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6C51CCA-F0BE-1CFD-26D8-7A70FEF2D6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5AD2F78-0300-66AE-088A-0EB0A6DB1D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AA806-CD1B-4F88-AF54-444B3BD7DE0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351733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E70A46D-95BE-EF9A-7375-D2EEC538A1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F541185F-7A51-A929-7513-534E4E2CD97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3FC0850-E294-5855-239C-3F07F3201D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E75935-BC27-41EE-9206-7418E38C946F}" type="datetimeFigureOut">
              <a:rPr kumimoji="1" lang="ja-JP" altLang="en-US" smtClean="0"/>
              <a:t>2026/9/20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6509680-C91B-96D8-45DC-17563E36C2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4CD12A6-04CA-4CC0-D4E7-A589E1BB3E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AA806-CD1B-4F88-AF54-444B3BD7DE0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148972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ED08BC85-79DD-33FC-4731-DEA0FB2F241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C1B9B98-4E2A-564B-DBD3-505494C158C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50A24AA-3E27-C81D-25CA-C7B05FFCB6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E75935-BC27-41EE-9206-7418E38C946F}" type="datetimeFigureOut">
              <a:rPr kumimoji="1" lang="ja-JP" altLang="en-US" smtClean="0"/>
              <a:t>2026/9/20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A24E52E-0C9F-53FC-FBFB-B0348CA4E9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DA2645F-DB4A-E37B-37D2-89974620B3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AA806-CD1B-4F88-AF54-444B3BD7DE0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730477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6C0040AC-5635-21A5-D81E-9A28B4C67A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9996F58-83C7-C3E7-B6E8-73D1BAC4C4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518528D-B083-B9F6-DA1D-D981C39A768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8E75935-BC27-41EE-9206-7418E38C946F}" type="datetimeFigureOut">
              <a:rPr kumimoji="1" lang="ja-JP" altLang="en-US" smtClean="0"/>
              <a:t>2026/9/20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99EDBEC-7EFF-11F9-69A3-23258881C78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52F6A90-90ED-7C73-B47A-C5A58CBBCC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A3AA806-CD1B-4F88-AF54-444B3BD7DE0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869088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CE9F980-270B-9F73-6E89-217E234A2D15}"/>
              </a:ext>
            </a:extLst>
          </p:cNvPr>
          <p:cNvSpPr txBox="1"/>
          <p:nvPr/>
        </p:nvSpPr>
        <p:spPr>
          <a:xfrm>
            <a:off x="1117601" y="434109"/>
            <a:ext cx="1012305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4800" dirty="0"/>
              <a:t>まりもん</a:t>
            </a:r>
            <a:endParaRPr kumimoji="1" lang="en-US" altLang="ja-JP" sz="4800" dirty="0"/>
          </a:p>
          <a:p>
            <a:pPr algn="ctr"/>
            <a:r>
              <a:rPr kumimoji="1" lang="en-US" altLang="ja-JP" sz="4800" dirty="0"/>
              <a:t>~</a:t>
            </a:r>
            <a:r>
              <a:rPr kumimoji="1" lang="ja-JP" altLang="en-US" sz="4800" dirty="0"/>
              <a:t>まりあ様と不思議なモンスター</a:t>
            </a:r>
            <a:r>
              <a:rPr kumimoji="1" lang="en-US" altLang="ja-JP" sz="4800" dirty="0"/>
              <a:t>~</a:t>
            </a:r>
            <a:endParaRPr kumimoji="1" lang="ja-JP" altLang="en-US" sz="4800" dirty="0"/>
          </a:p>
        </p:txBody>
      </p:sp>
    </p:spTree>
    <p:extLst>
      <p:ext uri="{BB962C8B-B14F-4D97-AF65-F5344CB8AC3E}">
        <p14:creationId xmlns:p14="http://schemas.microsoft.com/office/powerpoint/2010/main" val="16583079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193231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620363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630964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71</TotalTime>
  <Words>10</Words>
  <Application>Microsoft Office PowerPoint</Application>
  <PresentationFormat>ワイド画面</PresentationFormat>
  <Paragraphs>2</Paragraphs>
  <Slides>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</vt:i4>
      </vt:variant>
    </vt:vector>
  </HeadingPairs>
  <TitlesOfParts>
    <vt:vector size="8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遠藤 直樹</dc:creator>
  <cp:lastModifiedBy>遠藤 直樹</cp:lastModifiedBy>
  <cp:revision>2</cp:revision>
  <dcterms:created xsi:type="dcterms:W3CDTF">2026-09-19T04:11:25Z</dcterms:created>
  <dcterms:modified xsi:type="dcterms:W3CDTF">2026-09-20T14:32:27Z</dcterms:modified>
</cp:coreProperties>
</file>